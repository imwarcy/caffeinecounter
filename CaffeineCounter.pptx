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15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122362"/>
            <a:ext cx="88760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5230134"/>
            <a:ext cx="48768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5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2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1563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1563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095930"/>
            <a:ext cx="4507931" cy="758650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2938410"/>
            <a:ext cx="4507930" cy="33861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095930"/>
            <a:ext cx="4507932" cy="758650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2938410"/>
            <a:ext cx="4507932" cy="33861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2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8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8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0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7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3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54169"/>
            <a:ext cx="2674301" cy="532279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854169"/>
            <a:ext cx="78867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0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4006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2630" y="6356349"/>
            <a:ext cx="3063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099372" y="4308656"/>
            <a:ext cx="3471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6670" y="6356349"/>
            <a:ext cx="576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389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68" r:id="rId6"/>
    <p:sldLayoutId id="2147483773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EF32ACB-37F7-4E27-BDBC-67A94864F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ffettiera con caffè macinato">
            <a:extLst>
              <a:ext uri="{FF2B5EF4-FFF2-40B4-BE49-F238E27FC236}">
                <a16:creationId xmlns:a16="http://schemas.microsoft.com/office/drawing/2014/main" id="{10905435-B2A1-005A-0CAD-D7D8E22501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5589"/>
          <a:stretch>
            <a:fillRect/>
          </a:stretch>
        </p:blipFill>
        <p:spPr>
          <a:xfrm>
            <a:off x="20" y="-5732"/>
            <a:ext cx="12191980" cy="6869465"/>
          </a:xfrm>
          <a:custGeom>
            <a:avLst/>
            <a:gdLst/>
            <a:ahLst/>
            <a:cxnLst/>
            <a:rect l="l" t="t" r="r" b="b"/>
            <a:pathLst>
              <a:path w="12192000" h="6869465">
                <a:moveTo>
                  <a:pt x="0" y="0"/>
                </a:moveTo>
                <a:lnTo>
                  <a:pt x="12192000" y="0"/>
                </a:lnTo>
                <a:lnTo>
                  <a:pt x="12192000" y="6869465"/>
                </a:lnTo>
                <a:lnTo>
                  <a:pt x="0" y="6869465"/>
                </a:lnTo>
                <a:lnTo>
                  <a:pt x="0" y="6863732"/>
                </a:lnTo>
                <a:lnTo>
                  <a:pt x="4932327" y="6863732"/>
                </a:lnTo>
                <a:cubicBezTo>
                  <a:pt x="4954877" y="6844178"/>
                  <a:pt x="4935833" y="6829974"/>
                  <a:pt x="4936345" y="6816748"/>
                </a:cubicBezTo>
                <a:cubicBezTo>
                  <a:pt x="4936312" y="6799528"/>
                  <a:pt x="4931898" y="6779603"/>
                  <a:pt x="4932126" y="6760410"/>
                </a:cubicBezTo>
                <a:cubicBezTo>
                  <a:pt x="4926077" y="6749685"/>
                  <a:pt x="4932001" y="6711896"/>
                  <a:pt x="4937718" y="6701587"/>
                </a:cubicBezTo>
                <a:lnTo>
                  <a:pt x="4945023" y="6546523"/>
                </a:lnTo>
                <a:cubicBezTo>
                  <a:pt x="4946832" y="6537043"/>
                  <a:pt x="4955195" y="6509469"/>
                  <a:pt x="4956904" y="6492808"/>
                </a:cubicBezTo>
                <a:cubicBezTo>
                  <a:pt x="4955641" y="6460681"/>
                  <a:pt x="4976208" y="6483038"/>
                  <a:pt x="4955275" y="6446550"/>
                </a:cubicBezTo>
                <a:cubicBezTo>
                  <a:pt x="4970945" y="6394741"/>
                  <a:pt x="4947280" y="6365587"/>
                  <a:pt x="4974244" y="6323398"/>
                </a:cubicBezTo>
                <a:cubicBezTo>
                  <a:pt x="4984292" y="6261152"/>
                  <a:pt x="4978212" y="6193684"/>
                  <a:pt x="4986573" y="6130212"/>
                </a:cubicBezTo>
                <a:cubicBezTo>
                  <a:pt x="5004193" y="6090127"/>
                  <a:pt x="5021814" y="5947959"/>
                  <a:pt x="5028896" y="5868576"/>
                </a:cubicBezTo>
                <a:cubicBezTo>
                  <a:pt x="5016349" y="5805170"/>
                  <a:pt x="5049571" y="5720876"/>
                  <a:pt x="5029063" y="5653911"/>
                </a:cubicBezTo>
                <a:cubicBezTo>
                  <a:pt x="5025700" y="5619750"/>
                  <a:pt x="5006795" y="5599588"/>
                  <a:pt x="5015843" y="5566802"/>
                </a:cubicBezTo>
                <a:cubicBezTo>
                  <a:pt x="5012621" y="5534829"/>
                  <a:pt x="5003029" y="5507888"/>
                  <a:pt x="5005713" y="5480235"/>
                </a:cubicBezTo>
                <a:cubicBezTo>
                  <a:pt x="5001934" y="5451315"/>
                  <a:pt x="4997427" y="5413228"/>
                  <a:pt x="4993171" y="5393279"/>
                </a:cubicBezTo>
                <a:lnTo>
                  <a:pt x="4980173" y="5360539"/>
                </a:lnTo>
                <a:cubicBezTo>
                  <a:pt x="4979917" y="5349854"/>
                  <a:pt x="4979663" y="5339169"/>
                  <a:pt x="4979406" y="5328484"/>
                </a:cubicBezTo>
                <a:lnTo>
                  <a:pt x="4947869" y="5195405"/>
                </a:lnTo>
                <a:lnTo>
                  <a:pt x="4950024" y="5170341"/>
                </a:lnTo>
                <a:lnTo>
                  <a:pt x="4953441" y="5156299"/>
                </a:lnTo>
                <a:cubicBezTo>
                  <a:pt x="4954123" y="5094348"/>
                  <a:pt x="4954804" y="5032398"/>
                  <a:pt x="4955487" y="4970447"/>
                </a:cubicBezTo>
                <a:cubicBezTo>
                  <a:pt x="4958473" y="4924609"/>
                  <a:pt x="4954747" y="4919416"/>
                  <a:pt x="4955544" y="4863880"/>
                </a:cubicBezTo>
                <a:cubicBezTo>
                  <a:pt x="4954223" y="4819347"/>
                  <a:pt x="4953787" y="4748760"/>
                  <a:pt x="4947559" y="4703250"/>
                </a:cubicBezTo>
                <a:cubicBezTo>
                  <a:pt x="4931239" y="4672612"/>
                  <a:pt x="4924318" y="4541683"/>
                  <a:pt x="4917599" y="4500294"/>
                </a:cubicBezTo>
                <a:lnTo>
                  <a:pt x="4907243" y="4454917"/>
                </a:lnTo>
                <a:cubicBezTo>
                  <a:pt x="4905526" y="4448563"/>
                  <a:pt x="4906613" y="4379705"/>
                  <a:pt x="4907098" y="4371871"/>
                </a:cubicBezTo>
                <a:cubicBezTo>
                  <a:pt x="4890988" y="4197315"/>
                  <a:pt x="4876740" y="4243259"/>
                  <a:pt x="4869508" y="4193393"/>
                </a:cubicBezTo>
                <a:lnTo>
                  <a:pt x="4861739" y="4134589"/>
                </a:lnTo>
                <a:cubicBezTo>
                  <a:pt x="4838172" y="4101669"/>
                  <a:pt x="4843583" y="4086200"/>
                  <a:pt x="4834170" y="4067311"/>
                </a:cubicBezTo>
                <a:cubicBezTo>
                  <a:pt x="4818449" y="4020047"/>
                  <a:pt x="4800275" y="4009156"/>
                  <a:pt x="4790989" y="3993885"/>
                </a:cubicBezTo>
                <a:cubicBezTo>
                  <a:pt x="4782363" y="3993084"/>
                  <a:pt x="4782242" y="3982976"/>
                  <a:pt x="4778453" y="3975684"/>
                </a:cubicBezTo>
                <a:cubicBezTo>
                  <a:pt x="4769321" y="3971191"/>
                  <a:pt x="4758059" y="3933641"/>
                  <a:pt x="4758135" y="3920131"/>
                </a:cubicBezTo>
                <a:lnTo>
                  <a:pt x="4720476" y="3820102"/>
                </a:lnTo>
                <a:cubicBezTo>
                  <a:pt x="4716421" y="3816423"/>
                  <a:pt x="4690934" y="3772161"/>
                  <a:pt x="4687630" y="3767757"/>
                </a:cubicBezTo>
                <a:cubicBezTo>
                  <a:pt x="4647375" y="3558546"/>
                  <a:pt x="4654192" y="3642476"/>
                  <a:pt x="4630748" y="3566511"/>
                </a:cubicBezTo>
                <a:lnTo>
                  <a:pt x="4612614" y="3520370"/>
                </a:lnTo>
                <a:cubicBezTo>
                  <a:pt x="4611978" y="3460083"/>
                  <a:pt x="4594531" y="3496400"/>
                  <a:pt x="4610707" y="3459431"/>
                </a:cubicBezTo>
                <a:cubicBezTo>
                  <a:pt x="4599690" y="3413406"/>
                  <a:pt x="4569527" y="3328058"/>
                  <a:pt x="4557730" y="3264205"/>
                </a:cubicBezTo>
                <a:cubicBezTo>
                  <a:pt x="4546771" y="3214122"/>
                  <a:pt x="4546855" y="3187360"/>
                  <a:pt x="4539924" y="3129067"/>
                </a:cubicBezTo>
                <a:cubicBezTo>
                  <a:pt x="4499078" y="2924257"/>
                  <a:pt x="4507775" y="2900002"/>
                  <a:pt x="4494496" y="2844037"/>
                </a:cubicBezTo>
                <a:cubicBezTo>
                  <a:pt x="4480840" y="2820455"/>
                  <a:pt x="4481766" y="2819423"/>
                  <a:pt x="4460253" y="2793277"/>
                </a:cubicBezTo>
                <a:cubicBezTo>
                  <a:pt x="4460293" y="2792857"/>
                  <a:pt x="4460334" y="2792440"/>
                  <a:pt x="4460374" y="2792022"/>
                </a:cubicBezTo>
                <a:cubicBezTo>
                  <a:pt x="4450410" y="2725396"/>
                  <a:pt x="4422768" y="2611146"/>
                  <a:pt x="4430482" y="2592145"/>
                </a:cubicBezTo>
                <a:cubicBezTo>
                  <a:pt x="4420977" y="2538605"/>
                  <a:pt x="4406958" y="2503050"/>
                  <a:pt x="4403347" y="2470784"/>
                </a:cubicBezTo>
                <a:cubicBezTo>
                  <a:pt x="4403625" y="2469144"/>
                  <a:pt x="4380771" y="2411406"/>
                  <a:pt x="4381053" y="2409766"/>
                </a:cubicBezTo>
                <a:lnTo>
                  <a:pt x="4366650" y="2374381"/>
                </a:lnTo>
                <a:cubicBezTo>
                  <a:pt x="4354764" y="2340371"/>
                  <a:pt x="4344841" y="2342080"/>
                  <a:pt x="4340811" y="2293782"/>
                </a:cubicBezTo>
                <a:lnTo>
                  <a:pt x="4336437" y="2209654"/>
                </a:lnTo>
                <a:cubicBezTo>
                  <a:pt x="4336626" y="2183198"/>
                  <a:pt x="4331827" y="2147175"/>
                  <a:pt x="4332596" y="2097942"/>
                </a:cubicBezTo>
                <a:cubicBezTo>
                  <a:pt x="4331413" y="2040556"/>
                  <a:pt x="4334167" y="2024671"/>
                  <a:pt x="4335156" y="1959502"/>
                </a:cubicBezTo>
                <a:cubicBezTo>
                  <a:pt x="4355169" y="1909240"/>
                  <a:pt x="4334621" y="1899757"/>
                  <a:pt x="4342459" y="1843304"/>
                </a:cubicBezTo>
                <a:cubicBezTo>
                  <a:pt x="4323188" y="1767970"/>
                  <a:pt x="4341543" y="1709926"/>
                  <a:pt x="4335862" y="1678241"/>
                </a:cubicBezTo>
                <a:cubicBezTo>
                  <a:pt x="4358303" y="1686421"/>
                  <a:pt x="4316693" y="1650992"/>
                  <a:pt x="4341586" y="1648670"/>
                </a:cubicBezTo>
                <a:lnTo>
                  <a:pt x="4335121" y="1530444"/>
                </a:lnTo>
                <a:lnTo>
                  <a:pt x="4319921" y="1447059"/>
                </a:lnTo>
                <a:cubicBezTo>
                  <a:pt x="4323975" y="1435041"/>
                  <a:pt x="4318516" y="1400294"/>
                  <a:pt x="4311218" y="1391417"/>
                </a:cubicBezTo>
                <a:cubicBezTo>
                  <a:pt x="4309788" y="1382890"/>
                  <a:pt x="4318548" y="1369039"/>
                  <a:pt x="4310635" y="1363726"/>
                </a:cubicBezTo>
                <a:cubicBezTo>
                  <a:pt x="4306367" y="1345147"/>
                  <a:pt x="4300478" y="1312123"/>
                  <a:pt x="4295428" y="1284707"/>
                </a:cubicBezTo>
                <a:cubicBezTo>
                  <a:pt x="4305903" y="1270581"/>
                  <a:pt x="4295764" y="1246609"/>
                  <a:pt x="4294084" y="1208753"/>
                </a:cubicBezTo>
                <a:cubicBezTo>
                  <a:pt x="4293843" y="1179683"/>
                  <a:pt x="4285650" y="1146196"/>
                  <a:pt x="4290055" y="1100759"/>
                </a:cubicBezTo>
                <a:cubicBezTo>
                  <a:pt x="4311757" y="1052944"/>
                  <a:pt x="4302600" y="968080"/>
                  <a:pt x="4306769" y="926605"/>
                </a:cubicBezTo>
                <a:cubicBezTo>
                  <a:pt x="4309528" y="887466"/>
                  <a:pt x="4307447" y="916383"/>
                  <a:pt x="4304646" y="892119"/>
                </a:cubicBezTo>
                <a:cubicBezTo>
                  <a:pt x="4298906" y="862313"/>
                  <a:pt x="4286356" y="825479"/>
                  <a:pt x="4280184" y="788250"/>
                </a:cubicBezTo>
                <a:cubicBezTo>
                  <a:pt x="4275629" y="645614"/>
                  <a:pt x="4270483" y="653700"/>
                  <a:pt x="4265528" y="607803"/>
                </a:cubicBezTo>
                <a:cubicBezTo>
                  <a:pt x="4266555" y="576644"/>
                  <a:pt x="4255504" y="548004"/>
                  <a:pt x="4250448" y="512866"/>
                </a:cubicBezTo>
                <a:cubicBezTo>
                  <a:pt x="4226489" y="447977"/>
                  <a:pt x="4214139" y="399629"/>
                  <a:pt x="4204265" y="361348"/>
                </a:cubicBezTo>
                <a:cubicBezTo>
                  <a:pt x="4214896" y="343611"/>
                  <a:pt x="4189301" y="362369"/>
                  <a:pt x="4191203" y="283180"/>
                </a:cubicBezTo>
                <a:cubicBezTo>
                  <a:pt x="4193843" y="278738"/>
                  <a:pt x="4190376" y="269105"/>
                  <a:pt x="4186487" y="270087"/>
                </a:cubicBezTo>
                <a:cubicBezTo>
                  <a:pt x="4156789" y="131153"/>
                  <a:pt x="4126023" y="113821"/>
                  <a:pt x="4107290" y="49653"/>
                </a:cubicBezTo>
                <a:cubicBezTo>
                  <a:pt x="4103468" y="39460"/>
                  <a:pt x="4100491" y="27294"/>
                  <a:pt x="4097659" y="13662"/>
                </a:cubicBezTo>
                <a:lnTo>
                  <a:pt x="4096109" y="5732"/>
                </a:lnTo>
                <a:lnTo>
                  <a:pt x="0" y="5732"/>
                </a:lnTo>
                <a:close/>
              </a:path>
            </a:pathLst>
          </a:cu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40449D5-DE6C-45AB-811E-29321C591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418457" y="1424189"/>
            <a:ext cx="6858002" cy="4021087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5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12462C2-E3DB-4837-B94D-BC580B183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733"/>
            <a:ext cx="5035924" cy="6869464"/>
          </a:xfrm>
          <a:custGeom>
            <a:avLst/>
            <a:gdLst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4495 w 6128435"/>
              <a:gd name="connsiteY110" fmla="*/ 4170854 h 6858000"/>
              <a:gd name="connsiteX111" fmla="*/ 5903513 w 6128435"/>
              <a:gd name="connsiteY111" fmla="*/ 4187661 h 6858000"/>
              <a:gd name="connsiteX112" fmla="*/ 5909911 w 6128435"/>
              <a:gd name="connsiteY112" fmla="*/ 4189970 h 6858000"/>
              <a:gd name="connsiteX113" fmla="*/ 5919468 w 6128435"/>
              <a:gd name="connsiteY113" fmla="*/ 4200916 h 6858000"/>
              <a:gd name="connsiteX114" fmla="*/ 5917114 w 6128435"/>
              <a:gd name="connsiteY114" fmla="*/ 4213096 h 6858000"/>
              <a:gd name="connsiteX115" fmla="*/ 5921153 w 6128435"/>
              <a:gd name="connsiteY115" fmla="*/ 4236222 h 6858000"/>
              <a:gd name="connsiteX116" fmla="*/ 5924233 w 6128435"/>
              <a:gd name="connsiteY116" fmla="*/ 4242060 h 6858000"/>
              <a:gd name="connsiteX117" fmla="*/ 5923742 w 6128435"/>
              <a:gd name="connsiteY117" fmla="*/ 4265435 h 6858000"/>
              <a:gd name="connsiteX118" fmla="*/ 5928910 w 6128435"/>
              <a:gd name="connsiteY118" fmla="*/ 4300973 h 6858000"/>
              <a:gd name="connsiteX119" fmla="*/ 5939320 w 6128435"/>
              <a:gd name="connsiteY119" fmla="*/ 4340435 h 6858000"/>
              <a:gd name="connsiteX120" fmla="*/ 5936924 w 6128435"/>
              <a:gd name="connsiteY120" fmla="*/ 4353034 h 6858000"/>
              <a:gd name="connsiteX121" fmla="*/ 5946705 w 6128435"/>
              <a:gd name="connsiteY121" fmla="*/ 4428051 h 6858000"/>
              <a:gd name="connsiteX122" fmla="*/ 5949261 w 6128435"/>
              <a:gd name="connsiteY122" fmla="*/ 4449185 h 6858000"/>
              <a:gd name="connsiteX123" fmla="*/ 5957504 w 6128435"/>
              <a:gd name="connsiteY123" fmla="*/ 4465911 h 6858000"/>
              <a:gd name="connsiteX124" fmla="*/ 5964689 w 6128435"/>
              <a:gd name="connsiteY124" fmla="*/ 4468532 h 6858000"/>
              <a:gd name="connsiteX125" fmla="*/ 5967062 w 6128435"/>
              <a:gd name="connsiteY125" fmla="*/ 4479923 h 6858000"/>
              <a:gd name="connsiteX126" fmla="*/ 5968960 w 6128435"/>
              <a:gd name="connsiteY126" fmla="*/ 4482655 h 6858000"/>
              <a:gd name="connsiteX127" fmla="*/ 5978567 w 6128435"/>
              <a:gd name="connsiteY127" fmla="*/ 4498605 h 6858000"/>
              <a:gd name="connsiteX128" fmla="*/ 5967676 w 6128435"/>
              <a:gd name="connsiteY128" fmla="*/ 4540140 h 6858000"/>
              <a:gd name="connsiteX129" fmla="*/ 5980106 w 6128435"/>
              <a:gd name="connsiteY129" fmla="*/ 4585087 h 6858000"/>
              <a:gd name="connsiteX130" fmla="*/ 5986918 w 6128435"/>
              <a:gd name="connsiteY130" fmla="*/ 4764836 h 6858000"/>
              <a:gd name="connsiteX131" fmla="*/ 6013516 w 6128435"/>
              <a:gd name="connsiteY131" fmla="*/ 4786619 h 6858000"/>
              <a:gd name="connsiteX132" fmla="*/ 6025404 w 6128435"/>
              <a:gd name="connsiteY132" fmla="*/ 4858148 h 6858000"/>
              <a:gd name="connsiteX133" fmla="*/ 6007749 w 6128435"/>
              <a:gd name="connsiteY133" fmla="*/ 4964715 h 6858000"/>
              <a:gd name="connsiteX134" fmla="*/ 6005269 w 6128435"/>
              <a:gd name="connsiteY134" fmla="*/ 5150567 h 6858000"/>
              <a:gd name="connsiteX135" fmla="*/ 6001127 w 6128435"/>
              <a:gd name="connsiteY135" fmla="*/ 5164609 h 6858000"/>
              <a:gd name="connsiteX136" fmla="*/ 5996647 w 6128435"/>
              <a:gd name="connsiteY136" fmla="*/ 5185640 h 6858000"/>
              <a:gd name="connsiteX137" fmla="*/ 5998514 w 6128435"/>
              <a:gd name="connsiteY137" fmla="*/ 5189673 h 6858000"/>
              <a:gd name="connsiteX138" fmla="*/ 5995970 w 6128435"/>
              <a:gd name="connsiteY138" fmla="*/ 5221547 h 6858000"/>
              <a:gd name="connsiteX139" fmla="*/ 5997218 w 6128435"/>
              <a:gd name="connsiteY139" fmla="*/ 5222031 h 6858000"/>
              <a:gd name="connsiteX140" fmla="*/ 6002116 w 6128435"/>
              <a:gd name="connsiteY140" fmla="*/ 5231223 h 6858000"/>
              <a:gd name="connsiteX141" fmla="*/ 6008541 w 6128435"/>
              <a:gd name="connsiteY141" fmla="*/ 5248680 h 6858000"/>
              <a:gd name="connsiteX142" fmla="*/ 6039260 w 6128435"/>
              <a:gd name="connsiteY142" fmla="*/ 5289518 h 6858000"/>
              <a:gd name="connsiteX143" fmla="*/ 6036748 w 6128435"/>
              <a:gd name="connsiteY143" fmla="*/ 5322752 h 6858000"/>
              <a:gd name="connsiteX144" fmla="*/ 6036943 w 6128435"/>
              <a:gd name="connsiteY144" fmla="*/ 5329480 h 6858000"/>
              <a:gd name="connsiteX145" fmla="*/ 6037236 w 6128435"/>
              <a:gd name="connsiteY145" fmla="*/ 5329634 h 6858000"/>
              <a:gd name="connsiteX146" fmla="*/ 6038019 w 6128435"/>
              <a:gd name="connsiteY146" fmla="*/ 5336764 h 6858000"/>
              <a:gd name="connsiteX147" fmla="*/ 6037298 w 6128435"/>
              <a:gd name="connsiteY147" fmla="*/ 5341753 h 6858000"/>
              <a:gd name="connsiteX148" fmla="*/ 6037677 w 6128435"/>
              <a:gd name="connsiteY148" fmla="*/ 5354807 h 6858000"/>
              <a:gd name="connsiteX149" fmla="*/ 6039728 w 6128435"/>
              <a:gd name="connsiteY149" fmla="*/ 5359416 h 6858000"/>
              <a:gd name="connsiteX150" fmla="*/ 6043311 w 6128435"/>
              <a:gd name="connsiteY150" fmla="*/ 5361407 h 6858000"/>
              <a:gd name="connsiteX151" fmla="*/ 6042954 w 6128435"/>
              <a:gd name="connsiteY151" fmla="*/ 5362576 h 6858000"/>
              <a:gd name="connsiteX152" fmla="*/ 6053435 w 6128435"/>
              <a:gd name="connsiteY152" fmla="*/ 5387547 h 6858000"/>
              <a:gd name="connsiteX153" fmla="*/ 6065933 w 6128435"/>
              <a:gd name="connsiteY153" fmla="*/ 5443002 h 6858000"/>
              <a:gd name="connsiteX154" fmla="*/ 6068640 w 6128435"/>
              <a:gd name="connsiteY154" fmla="*/ 5474503 h 6858000"/>
              <a:gd name="connsiteX155" fmla="*/ 6080922 w 6128435"/>
              <a:gd name="connsiteY155" fmla="*/ 5561070 h 6858000"/>
              <a:gd name="connsiteX156" fmla="*/ 6096949 w 6128435"/>
              <a:gd name="connsiteY156" fmla="*/ 5648179 h 6858000"/>
              <a:gd name="connsiteX157" fmla="*/ 6125703 w 6128435"/>
              <a:gd name="connsiteY157" fmla="*/ 5692894 h 6858000"/>
              <a:gd name="connsiteX158" fmla="*/ 6126670 w 6128435"/>
              <a:gd name="connsiteY158" fmla="*/ 5697882 h 6858000"/>
              <a:gd name="connsiteX159" fmla="*/ 6124061 w 6128435"/>
              <a:gd name="connsiteY159" fmla="*/ 5710294 h 6858000"/>
              <a:gd name="connsiteX160" fmla="*/ 6122213 w 6128435"/>
              <a:gd name="connsiteY160" fmla="*/ 5714762 h 6858000"/>
              <a:gd name="connsiteX161" fmla="*/ 6121353 w 6128435"/>
              <a:gd name="connsiteY161" fmla="*/ 5721725 h 6858000"/>
              <a:gd name="connsiteX162" fmla="*/ 6121607 w 6128435"/>
              <a:gd name="connsiteY162" fmla="*/ 5721959 h 6858000"/>
              <a:gd name="connsiteX163" fmla="*/ 6120262 w 6128435"/>
              <a:gd name="connsiteY163" fmla="*/ 5728358 h 6858000"/>
              <a:gd name="connsiteX164" fmla="*/ 6110194 w 6128435"/>
              <a:gd name="connsiteY164" fmla="*/ 5758853 h 6858000"/>
              <a:gd name="connsiteX165" fmla="*/ 6127519 w 6128435"/>
              <a:gd name="connsiteY165" fmla="*/ 5865775 h 6858000"/>
              <a:gd name="connsiteX166" fmla="*/ 6128435 w 6128435"/>
              <a:gd name="connsiteY166" fmla="*/ 5870164 h 6858000"/>
              <a:gd name="connsiteX167" fmla="*/ 6119217 w 6128435"/>
              <a:gd name="connsiteY167" fmla="*/ 5888542 h 6858000"/>
              <a:gd name="connsiteX168" fmla="*/ 6115966 w 6128435"/>
              <a:gd name="connsiteY168" fmla="*/ 5898387 h 6858000"/>
              <a:gd name="connsiteX169" fmla="*/ 6111924 w 6128435"/>
              <a:gd name="connsiteY169" fmla="*/ 5900444 h 6858000"/>
              <a:gd name="connsiteX170" fmla="*/ 6108716 w 6128435"/>
              <a:gd name="connsiteY170" fmla="*/ 5915345 h 6858000"/>
              <a:gd name="connsiteX171" fmla="*/ 6109524 w 6128435"/>
              <a:gd name="connsiteY171" fmla="*/ 5917328 h 6858000"/>
              <a:gd name="connsiteX172" fmla="*/ 6102493 w 6128435"/>
              <a:gd name="connsiteY172" fmla="*/ 5928602 h 6858000"/>
              <a:gd name="connsiteX173" fmla="*/ 6056863 w 6128435"/>
              <a:gd name="connsiteY173" fmla="*/ 6000643 h 6858000"/>
              <a:gd name="connsiteX174" fmla="*/ 6045436 w 6128435"/>
              <a:gd name="connsiteY174" fmla="*/ 6124480 h 6858000"/>
              <a:gd name="connsiteX175" fmla="*/ 6030489 w 6128435"/>
              <a:gd name="connsiteY175" fmla="*/ 6317666 h 6858000"/>
              <a:gd name="connsiteX176" fmla="*/ 6007492 w 6128435"/>
              <a:gd name="connsiteY176" fmla="*/ 6440818 h 6858000"/>
              <a:gd name="connsiteX177" fmla="*/ 6009467 w 6128435"/>
              <a:gd name="connsiteY177" fmla="*/ 6487076 h 6858000"/>
              <a:gd name="connsiteX178" fmla="*/ 5995064 w 6128435"/>
              <a:gd name="connsiteY178" fmla="*/ 6540791 h 6858000"/>
              <a:gd name="connsiteX179" fmla="*/ 5996309 w 6128435"/>
              <a:gd name="connsiteY179" fmla="*/ 6543961 h 6858000"/>
              <a:gd name="connsiteX180" fmla="*/ 5996048 w 6128435"/>
              <a:gd name="connsiteY180" fmla="*/ 6555444 h 6858000"/>
              <a:gd name="connsiteX181" fmla="*/ 6002524 w 6128435"/>
              <a:gd name="connsiteY181" fmla="*/ 6560188 h 6858000"/>
              <a:gd name="connsiteX182" fmla="*/ 6006823 w 6128435"/>
              <a:gd name="connsiteY182" fmla="*/ 6578546 h 6858000"/>
              <a:gd name="connsiteX183" fmla="*/ 6004510 w 6128435"/>
              <a:gd name="connsiteY183" fmla="*/ 6599256 h 6858000"/>
              <a:gd name="connsiteX184" fmla="*/ 5986207 w 6128435"/>
              <a:gd name="connsiteY184" fmla="*/ 6695855 h 6858000"/>
              <a:gd name="connsiteX185" fmla="*/ 5979428 w 6128435"/>
              <a:gd name="connsiteY185" fmla="*/ 6754678 h 6858000"/>
              <a:gd name="connsiteX186" fmla="*/ 5983398 w 6128435"/>
              <a:gd name="connsiteY186" fmla="*/ 6778641 h 6858000"/>
              <a:gd name="connsiteX187" fmla="*/ 5984543 w 6128435"/>
              <a:gd name="connsiteY187" fmla="*/ 6811016 h 6858000"/>
              <a:gd name="connsiteX188" fmla="*/ 5981802 w 6128435"/>
              <a:gd name="connsiteY188" fmla="*/ 6838578 h 6858000"/>
              <a:gd name="connsiteX189" fmla="*/ 5979671 w 6128435"/>
              <a:gd name="connsiteY189" fmla="*/ 6858000 h 6858000"/>
              <a:gd name="connsiteX190" fmla="*/ 0 w 6128435"/>
              <a:gd name="connsiteY190" fmla="*/ 685800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4495 w 6128435"/>
              <a:gd name="connsiteY110" fmla="*/ 4170854 h 6858000"/>
              <a:gd name="connsiteX111" fmla="*/ 5903513 w 6128435"/>
              <a:gd name="connsiteY111" fmla="*/ 4187661 h 6858000"/>
              <a:gd name="connsiteX112" fmla="*/ 5909911 w 6128435"/>
              <a:gd name="connsiteY112" fmla="*/ 4189970 h 6858000"/>
              <a:gd name="connsiteX113" fmla="*/ 5917114 w 6128435"/>
              <a:gd name="connsiteY113" fmla="*/ 4213096 h 6858000"/>
              <a:gd name="connsiteX114" fmla="*/ 5921153 w 6128435"/>
              <a:gd name="connsiteY114" fmla="*/ 4236222 h 6858000"/>
              <a:gd name="connsiteX115" fmla="*/ 5924233 w 6128435"/>
              <a:gd name="connsiteY115" fmla="*/ 4242060 h 6858000"/>
              <a:gd name="connsiteX116" fmla="*/ 5923742 w 6128435"/>
              <a:gd name="connsiteY116" fmla="*/ 4265435 h 6858000"/>
              <a:gd name="connsiteX117" fmla="*/ 5928910 w 6128435"/>
              <a:gd name="connsiteY117" fmla="*/ 4300973 h 6858000"/>
              <a:gd name="connsiteX118" fmla="*/ 5939320 w 6128435"/>
              <a:gd name="connsiteY118" fmla="*/ 4340435 h 6858000"/>
              <a:gd name="connsiteX119" fmla="*/ 5936924 w 6128435"/>
              <a:gd name="connsiteY119" fmla="*/ 4353034 h 6858000"/>
              <a:gd name="connsiteX120" fmla="*/ 5946705 w 6128435"/>
              <a:gd name="connsiteY120" fmla="*/ 4428051 h 6858000"/>
              <a:gd name="connsiteX121" fmla="*/ 5949261 w 6128435"/>
              <a:gd name="connsiteY121" fmla="*/ 4449185 h 6858000"/>
              <a:gd name="connsiteX122" fmla="*/ 5957504 w 6128435"/>
              <a:gd name="connsiteY122" fmla="*/ 4465911 h 6858000"/>
              <a:gd name="connsiteX123" fmla="*/ 5964689 w 6128435"/>
              <a:gd name="connsiteY123" fmla="*/ 4468532 h 6858000"/>
              <a:gd name="connsiteX124" fmla="*/ 5967062 w 6128435"/>
              <a:gd name="connsiteY124" fmla="*/ 4479923 h 6858000"/>
              <a:gd name="connsiteX125" fmla="*/ 5968960 w 6128435"/>
              <a:gd name="connsiteY125" fmla="*/ 4482655 h 6858000"/>
              <a:gd name="connsiteX126" fmla="*/ 5978567 w 6128435"/>
              <a:gd name="connsiteY126" fmla="*/ 4498605 h 6858000"/>
              <a:gd name="connsiteX127" fmla="*/ 5967676 w 6128435"/>
              <a:gd name="connsiteY127" fmla="*/ 4540140 h 6858000"/>
              <a:gd name="connsiteX128" fmla="*/ 5980106 w 6128435"/>
              <a:gd name="connsiteY128" fmla="*/ 4585087 h 6858000"/>
              <a:gd name="connsiteX129" fmla="*/ 5986918 w 6128435"/>
              <a:gd name="connsiteY129" fmla="*/ 4764836 h 6858000"/>
              <a:gd name="connsiteX130" fmla="*/ 6013516 w 6128435"/>
              <a:gd name="connsiteY130" fmla="*/ 4786619 h 6858000"/>
              <a:gd name="connsiteX131" fmla="*/ 6025404 w 6128435"/>
              <a:gd name="connsiteY131" fmla="*/ 4858148 h 6858000"/>
              <a:gd name="connsiteX132" fmla="*/ 6007749 w 6128435"/>
              <a:gd name="connsiteY132" fmla="*/ 4964715 h 6858000"/>
              <a:gd name="connsiteX133" fmla="*/ 6005269 w 6128435"/>
              <a:gd name="connsiteY133" fmla="*/ 5150567 h 6858000"/>
              <a:gd name="connsiteX134" fmla="*/ 6001127 w 6128435"/>
              <a:gd name="connsiteY134" fmla="*/ 5164609 h 6858000"/>
              <a:gd name="connsiteX135" fmla="*/ 5996647 w 6128435"/>
              <a:gd name="connsiteY135" fmla="*/ 5185640 h 6858000"/>
              <a:gd name="connsiteX136" fmla="*/ 5998514 w 6128435"/>
              <a:gd name="connsiteY136" fmla="*/ 5189673 h 6858000"/>
              <a:gd name="connsiteX137" fmla="*/ 5995970 w 6128435"/>
              <a:gd name="connsiteY137" fmla="*/ 5221547 h 6858000"/>
              <a:gd name="connsiteX138" fmla="*/ 5997218 w 6128435"/>
              <a:gd name="connsiteY138" fmla="*/ 5222031 h 6858000"/>
              <a:gd name="connsiteX139" fmla="*/ 6002116 w 6128435"/>
              <a:gd name="connsiteY139" fmla="*/ 5231223 h 6858000"/>
              <a:gd name="connsiteX140" fmla="*/ 6008541 w 6128435"/>
              <a:gd name="connsiteY140" fmla="*/ 5248680 h 6858000"/>
              <a:gd name="connsiteX141" fmla="*/ 6039260 w 6128435"/>
              <a:gd name="connsiteY141" fmla="*/ 5289518 h 6858000"/>
              <a:gd name="connsiteX142" fmla="*/ 6036748 w 6128435"/>
              <a:gd name="connsiteY142" fmla="*/ 5322752 h 6858000"/>
              <a:gd name="connsiteX143" fmla="*/ 6036943 w 6128435"/>
              <a:gd name="connsiteY143" fmla="*/ 5329480 h 6858000"/>
              <a:gd name="connsiteX144" fmla="*/ 6037236 w 6128435"/>
              <a:gd name="connsiteY144" fmla="*/ 5329634 h 6858000"/>
              <a:gd name="connsiteX145" fmla="*/ 6038019 w 6128435"/>
              <a:gd name="connsiteY145" fmla="*/ 5336764 h 6858000"/>
              <a:gd name="connsiteX146" fmla="*/ 6037298 w 6128435"/>
              <a:gd name="connsiteY146" fmla="*/ 5341753 h 6858000"/>
              <a:gd name="connsiteX147" fmla="*/ 6037677 w 6128435"/>
              <a:gd name="connsiteY147" fmla="*/ 5354807 h 6858000"/>
              <a:gd name="connsiteX148" fmla="*/ 6039728 w 6128435"/>
              <a:gd name="connsiteY148" fmla="*/ 5359416 h 6858000"/>
              <a:gd name="connsiteX149" fmla="*/ 6043311 w 6128435"/>
              <a:gd name="connsiteY149" fmla="*/ 5361407 h 6858000"/>
              <a:gd name="connsiteX150" fmla="*/ 6042954 w 6128435"/>
              <a:gd name="connsiteY150" fmla="*/ 5362576 h 6858000"/>
              <a:gd name="connsiteX151" fmla="*/ 6053435 w 6128435"/>
              <a:gd name="connsiteY151" fmla="*/ 5387547 h 6858000"/>
              <a:gd name="connsiteX152" fmla="*/ 6065933 w 6128435"/>
              <a:gd name="connsiteY152" fmla="*/ 5443002 h 6858000"/>
              <a:gd name="connsiteX153" fmla="*/ 6068640 w 6128435"/>
              <a:gd name="connsiteY153" fmla="*/ 5474503 h 6858000"/>
              <a:gd name="connsiteX154" fmla="*/ 6080922 w 6128435"/>
              <a:gd name="connsiteY154" fmla="*/ 5561070 h 6858000"/>
              <a:gd name="connsiteX155" fmla="*/ 6096949 w 6128435"/>
              <a:gd name="connsiteY155" fmla="*/ 5648179 h 6858000"/>
              <a:gd name="connsiteX156" fmla="*/ 6125703 w 6128435"/>
              <a:gd name="connsiteY156" fmla="*/ 5692894 h 6858000"/>
              <a:gd name="connsiteX157" fmla="*/ 6126670 w 6128435"/>
              <a:gd name="connsiteY157" fmla="*/ 5697882 h 6858000"/>
              <a:gd name="connsiteX158" fmla="*/ 6124061 w 6128435"/>
              <a:gd name="connsiteY158" fmla="*/ 5710294 h 6858000"/>
              <a:gd name="connsiteX159" fmla="*/ 6122213 w 6128435"/>
              <a:gd name="connsiteY159" fmla="*/ 5714762 h 6858000"/>
              <a:gd name="connsiteX160" fmla="*/ 6121353 w 6128435"/>
              <a:gd name="connsiteY160" fmla="*/ 5721725 h 6858000"/>
              <a:gd name="connsiteX161" fmla="*/ 6121607 w 6128435"/>
              <a:gd name="connsiteY161" fmla="*/ 5721959 h 6858000"/>
              <a:gd name="connsiteX162" fmla="*/ 6120262 w 6128435"/>
              <a:gd name="connsiteY162" fmla="*/ 5728358 h 6858000"/>
              <a:gd name="connsiteX163" fmla="*/ 6110194 w 6128435"/>
              <a:gd name="connsiteY163" fmla="*/ 5758853 h 6858000"/>
              <a:gd name="connsiteX164" fmla="*/ 6127519 w 6128435"/>
              <a:gd name="connsiteY164" fmla="*/ 5865775 h 6858000"/>
              <a:gd name="connsiteX165" fmla="*/ 6128435 w 6128435"/>
              <a:gd name="connsiteY165" fmla="*/ 5870164 h 6858000"/>
              <a:gd name="connsiteX166" fmla="*/ 6119217 w 6128435"/>
              <a:gd name="connsiteY166" fmla="*/ 5888542 h 6858000"/>
              <a:gd name="connsiteX167" fmla="*/ 6115966 w 6128435"/>
              <a:gd name="connsiteY167" fmla="*/ 5898387 h 6858000"/>
              <a:gd name="connsiteX168" fmla="*/ 6111924 w 6128435"/>
              <a:gd name="connsiteY168" fmla="*/ 5900444 h 6858000"/>
              <a:gd name="connsiteX169" fmla="*/ 6108716 w 6128435"/>
              <a:gd name="connsiteY169" fmla="*/ 5915345 h 6858000"/>
              <a:gd name="connsiteX170" fmla="*/ 6109524 w 6128435"/>
              <a:gd name="connsiteY170" fmla="*/ 5917328 h 6858000"/>
              <a:gd name="connsiteX171" fmla="*/ 6102493 w 6128435"/>
              <a:gd name="connsiteY171" fmla="*/ 5928602 h 6858000"/>
              <a:gd name="connsiteX172" fmla="*/ 6056863 w 6128435"/>
              <a:gd name="connsiteY172" fmla="*/ 6000643 h 6858000"/>
              <a:gd name="connsiteX173" fmla="*/ 6045436 w 6128435"/>
              <a:gd name="connsiteY173" fmla="*/ 6124480 h 6858000"/>
              <a:gd name="connsiteX174" fmla="*/ 6030489 w 6128435"/>
              <a:gd name="connsiteY174" fmla="*/ 6317666 h 6858000"/>
              <a:gd name="connsiteX175" fmla="*/ 6007492 w 6128435"/>
              <a:gd name="connsiteY175" fmla="*/ 6440818 h 6858000"/>
              <a:gd name="connsiteX176" fmla="*/ 6009467 w 6128435"/>
              <a:gd name="connsiteY176" fmla="*/ 6487076 h 6858000"/>
              <a:gd name="connsiteX177" fmla="*/ 5995064 w 6128435"/>
              <a:gd name="connsiteY177" fmla="*/ 6540791 h 6858000"/>
              <a:gd name="connsiteX178" fmla="*/ 5996309 w 6128435"/>
              <a:gd name="connsiteY178" fmla="*/ 6543961 h 6858000"/>
              <a:gd name="connsiteX179" fmla="*/ 5996048 w 6128435"/>
              <a:gd name="connsiteY179" fmla="*/ 6555444 h 6858000"/>
              <a:gd name="connsiteX180" fmla="*/ 6002524 w 6128435"/>
              <a:gd name="connsiteY180" fmla="*/ 6560188 h 6858000"/>
              <a:gd name="connsiteX181" fmla="*/ 6006823 w 6128435"/>
              <a:gd name="connsiteY181" fmla="*/ 6578546 h 6858000"/>
              <a:gd name="connsiteX182" fmla="*/ 6004510 w 6128435"/>
              <a:gd name="connsiteY182" fmla="*/ 6599256 h 6858000"/>
              <a:gd name="connsiteX183" fmla="*/ 5986207 w 6128435"/>
              <a:gd name="connsiteY183" fmla="*/ 6695855 h 6858000"/>
              <a:gd name="connsiteX184" fmla="*/ 5979428 w 6128435"/>
              <a:gd name="connsiteY184" fmla="*/ 6754678 h 6858000"/>
              <a:gd name="connsiteX185" fmla="*/ 5983398 w 6128435"/>
              <a:gd name="connsiteY185" fmla="*/ 6778641 h 6858000"/>
              <a:gd name="connsiteX186" fmla="*/ 5984543 w 6128435"/>
              <a:gd name="connsiteY186" fmla="*/ 6811016 h 6858000"/>
              <a:gd name="connsiteX187" fmla="*/ 5981802 w 6128435"/>
              <a:gd name="connsiteY187" fmla="*/ 6838578 h 6858000"/>
              <a:gd name="connsiteX188" fmla="*/ 5979671 w 6128435"/>
              <a:gd name="connsiteY188" fmla="*/ 6858000 h 6858000"/>
              <a:gd name="connsiteX189" fmla="*/ 0 w 6128435"/>
              <a:gd name="connsiteY189" fmla="*/ 6858000 h 6858000"/>
              <a:gd name="connsiteX190" fmla="*/ 0 w 6128435"/>
              <a:gd name="connsiteY190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4495 w 6128435"/>
              <a:gd name="connsiteY110" fmla="*/ 4170854 h 6858000"/>
              <a:gd name="connsiteX111" fmla="*/ 5903513 w 6128435"/>
              <a:gd name="connsiteY111" fmla="*/ 4187661 h 6858000"/>
              <a:gd name="connsiteX112" fmla="*/ 5909911 w 6128435"/>
              <a:gd name="connsiteY112" fmla="*/ 4189970 h 6858000"/>
              <a:gd name="connsiteX113" fmla="*/ 5917114 w 6128435"/>
              <a:gd name="connsiteY113" fmla="*/ 4213096 h 6858000"/>
              <a:gd name="connsiteX114" fmla="*/ 5921153 w 6128435"/>
              <a:gd name="connsiteY114" fmla="*/ 4236222 h 6858000"/>
              <a:gd name="connsiteX115" fmla="*/ 5924233 w 6128435"/>
              <a:gd name="connsiteY115" fmla="*/ 4242060 h 6858000"/>
              <a:gd name="connsiteX116" fmla="*/ 5923742 w 6128435"/>
              <a:gd name="connsiteY116" fmla="*/ 4265435 h 6858000"/>
              <a:gd name="connsiteX117" fmla="*/ 5928910 w 6128435"/>
              <a:gd name="connsiteY117" fmla="*/ 4300973 h 6858000"/>
              <a:gd name="connsiteX118" fmla="*/ 5939320 w 6128435"/>
              <a:gd name="connsiteY118" fmla="*/ 4340435 h 6858000"/>
              <a:gd name="connsiteX119" fmla="*/ 5946705 w 6128435"/>
              <a:gd name="connsiteY119" fmla="*/ 4428051 h 6858000"/>
              <a:gd name="connsiteX120" fmla="*/ 5949261 w 6128435"/>
              <a:gd name="connsiteY120" fmla="*/ 4449185 h 6858000"/>
              <a:gd name="connsiteX121" fmla="*/ 5957504 w 6128435"/>
              <a:gd name="connsiteY121" fmla="*/ 4465911 h 6858000"/>
              <a:gd name="connsiteX122" fmla="*/ 5964689 w 6128435"/>
              <a:gd name="connsiteY122" fmla="*/ 4468532 h 6858000"/>
              <a:gd name="connsiteX123" fmla="*/ 5967062 w 6128435"/>
              <a:gd name="connsiteY123" fmla="*/ 4479923 h 6858000"/>
              <a:gd name="connsiteX124" fmla="*/ 5968960 w 6128435"/>
              <a:gd name="connsiteY124" fmla="*/ 4482655 h 6858000"/>
              <a:gd name="connsiteX125" fmla="*/ 5978567 w 6128435"/>
              <a:gd name="connsiteY125" fmla="*/ 4498605 h 6858000"/>
              <a:gd name="connsiteX126" fmla="*/ 5967676 w 6128435"/>
              <a:gd name="connsiteY126" fmla="*/ 4540140 h 6858000"/>
              <a:gd name="connsiteX127" fmla="*/ 5980106 w 6128435"/>
              <a:gd name="connsiteY127" fmla="*/ 4585087 h 6858000"/>
              <a:gd name="connsiteX128" fmla="*/ 5986918 w 6128435"/>
              <a:gd name="connsiteY128" fmla="*/ 4764836 h 6858000"/>
              <a:gd name="connsiteX129" fmla="*/ 6013516 w 6128435"/>
              <a:gd name="connsiteY129" fmla="*/ 4786619 h 6858000"/>
              <a:gd name="connsiteX130" fmla="*/ 6025404 w 6128435"/>
              <a:gd name="connsiteY130" fmla="*/ 4858148 h 6858000"/>
              <a:gd name="connsiteX131" fmla="*/ 6007749 w 6128435"/>
              <a:gd name="connsiteY131" fmla="*/ 4964715 h 6858000"/>
              <a:gd name="connsiteX132" fmla="*/ 6005269 w 6128435"/>
              <a:gd name="connsiteY132" fmla="*/ 5150567 h 6858000"/>
              <a:gd name="connsiteX133" fmla="*/ 6001127 w 6128435"/>
              <a:gd name="connsiteY133" fmla="*/ 5164609 h 6858000"/>
              <a:gd name="connsiteX134" fmla="*/ 5996647 w 6128435"/>
              <a:gd name="connsiteY134" fmla="*/ 5185640 h 6858000"/>
              <a:gd name="connsiteX135" fmla="*/ 5998514 w 6128435"/>
              <a:gd name="connsiteY135" fmla="*/ 5189673 h 6858000"/>
              <a:gd name="connsiteX136" fmla="*/ 5995970 w 6128435"/>
              <a:gd name="connsiteY136" fmla="*/ 5221547 h 6858000"/>
              <a:gd name="connsiteX137" fmla="*/ 5997218 w 6128435"/>
              <a:gd name="connsiteY137" fmla="*/ 5222031 h 6858000"/>
              <a:gd name="connsiteX138" fmla="*/ 6002116 w 6128435"/>
              <a:gd name="connsiteY138" fmla="*/ 5231223 h 6858000"/>
              <a:gd name="connsiteX139" fmla="*/ 6008541 w 6128435"/>
              <a:gd name="connsiteY139" fmla="*/ 5248680 h 6858000"/>
              <a:gd name="connsiteX140" fmla="*/ 6039260 w 6128435"/>
              <a:gd name="connsiteY140" fmla="*/ 5289518 h 6858000"/>
              <a:gd name="connsiteX141" fmla="*/ 6036748 w 6128435"/>
              <a:gd name="connsiteY141" fmla="*/ 5322752 h 6858000"/>
              <a:gd name="connsiteX142" fmla="*/ 6036943 w 6128435"/>
              <a:gd name="connsiteY142" fmla="*/ 5329480 h 6858000"/>
              <a:gd name="connsiteX143" fmla="*/ 6037236 w 6128435"/>
              <a:gd name="connsiteY143" fmla="*/ 5329634 h 6858000"/>
              <a:gd name="connsiteX144" fmla="*/ 6038019 w 6128435"/>
              <a:gd name="connsiteY144" fmla="*/ 5336764 h 6858000"/>
              <a:gd name="connsiteX145" fmla="*/ 6037298 w 6128435"/>
              <a:gd name="connsiteY145" fmla="*/ 5341753 h 6858000"/>
              <a:gd name="connsiteX146" fmla="*/ 6037677 w 6128435"/>
              <a:gd name="connsiteY146" fmla="*/ 5354807 h 6858000"/>
              <a:gd name="connsiteX147" fmla="*/ 6039728 w 6128435"/>
              <a:gd name="connsiteY147" fmla="*/ 5359416 h 6858000"/>
              <a:gd name="connsiteX148" fmla="*/ 6043311 w 6128435"/>
              <a:gd name="connsiteY148" fmla="*/ 5361407 h 6858000"/>
              <a:gd name="connsiteX149" fmla="*/ 6042954 w 6128435"/>
              <a:gd name="connsiteY149" fmla="*/ 5362576 h 6858000"/>
              <a:gd name="connsiteX150" fmla="*/ 6053435 w 6128435"/>
              <a:gd name="connsiteY150" fmla="*/ 5387547 h 6858000"/>
              <a:gd name="connsiteX151" fmla="*/ 6065933 w 6128435"/>
              <a:gd name="connsiteY151" fmla="*/ 5443002 h 6858000"/>
              <a:gd name="connsiteX152" fmla="*/ 6068640 w 6128435"/>
              <a:gd name="connsiteY152" fmla="*/ 5474503 h 6858000"/>
              <a:gd name="connsiteX153" fmla="*/ 6080922 w 6128435"/>
              <a:gd name="connsiteY153" fmla="*/ 5561070 h 6858000"/>
              <a:gd name="connsiteX154" fmla="*/ 6096949 w 6128435"/>
              <a:gd name="connsiteY154" fmla="*/ 5648179 h 6858000"/>
              <a:gd name="connsiteX155" fmla="*/ 6125703 w 6128435"/>
              <a:gd name="connsiteY155" fmla="*/ 5692894 h 6858000"/>
              <a:gd name="connsiteX156" fmla="*/ 6126670 w 6128435"/>
              <a:gd name="connsiteY156" fmla="*/ 5697882 h 6858000"/>
              <a:gd name="connsiteX157" fmla="*/ 6124061 w 6128435"/>
              <a:gd name="connsiteY157" fmla="*/ 5710294 h 6858000"/>
              <a:gd name="connsiteX158" fmla="*/ 6122213 w 6128435"/>
              <a:gd name="connsiteY158" fmla="*/ 5714762 h 6858000"/>
              <a:gd name="connsiteX159" fmla="*/ 6121353 w 6128435"/>
              <a:gd name="connsiteY159" fmla="*/ 5721725 h 6858000"/>
              <a:gd name="connsiteX160" fmla="*/ 6121607 w 6128435"/>
              <a:gd name="connsiteY160" fmla="*/ 5721959 h 6858000"/>
              <a:gd name="connsiteX161" fmla="*/ 6120262 w 6128435"/>
              <a:gd name="connsiteY161" fmla="*/ 5728358 h 6858000"/>
              <a:gd name="connsiteX162" fmla="*/ 6110194 w 6128435"/>
              <a:gd name="connsiteY162" fmla="*/ 5758853 h 6858000"/>
              <a:gd name="connsiteX163" fmla="*/ 6127519 w 6128435"/>
              <a:gd name="connsiteY163" fmla="*/ 5865775 h 6858000"/>
              <a:gd name="connsiteX164" fmla="*/ 6128435 w 6128435"/>
              <a:gd name="connsiteY164" fmla="*/ 5870164 h 6858000"/>
              <a:gd name="connsiteX165" fmla="*/ 6119217 w 6128435"/>
              <a:gd name="connsiteY165" fmla="*/ 5888542 h 6858000"/>
              <a:gd name="connsiteX166" fmla="*/ 6115966 w 6128435"/>
              <a:gd name="connsiteY166" fmla="*/ 5898387 h 6858000"/>
              <a:gd name="connsiteX167" fmla="*/ 6111924 w 6128435"/>
              <a:gd name="connsiteY167" fmla="*/ 5900444 h 6858000"/>
              <a:gd name="connsiteX168" fmla="*/ 6108716 w 6128435"/>
              <a:gd name="connsiteY168" fmla="*/ 5915345 h 6858000"/>
              <a:gd name="connsiteX169" fmla="*/ 6109524 w 6128435"/>
              <a:gd name="connsiteY169" fmla="*/ 5917328 h 6858000"/>
              <a:gd name="connsiteX170" fmla="*/ 6102493 w 6128435"/>
              <a:gd name="connsiteY170" fmla="*/ 5928602 h 6858000"/>
              <a:gd name="connsiteX171" fmla="*/ 6056863 w 6128435"/>
              <a:gd name="connsiteY171" fmla="*/ 6000643 h 6858000"/>
              <a:gd name="connsiteX172" fmla="*/ 6045436 w 6128435"/>
              <a:gd name="connsiteY172" fmla="*/ 6124480 h 6858000"/>
              <a:gd name="connsiteX173" fmla="*/ 6030489 w 6128435"/>
              <a:gd name="connsiteY173" fmla="*/ 6317666 h 6858000"/>
              <a:gd name="connsiteX174" fmla="*/ 6007492 w 6128435"/>
              <a:gd name="connsiteY174" fmla="*/ 6440818 h 6858000"/>
              <a:gd name="connsiteX175" fmla="*/ 6009467 w 6128435"/>
              <a:gd name="connsiteY175" fmla="*/ 6487076 h 6858000"/>
              <a:gd name="connsiteX176" fmla="*/ 5995064 w 6128435"/>
              <a:gd name="connsiteY176" fmla="*/ 6540791 h 6858000"/>
              <a:gd name="connsiteX177" fmla="*/ 5996309 w 6128435"/>
              <a:gd name="connsiteY177" fmla="*/ 6543961 h 6858000"/>
              <a:gd name="connsiteX178" fmla="*/ 5996048 w 6128435"/>
              <a:gd name="connsiteY178" fmla="*/ 6555444 h 6858000"/>
              <a:gd name="connsiteX179" fmla="*/ 6002524 w 6128435"/>
              <a:gd name="connsiteY179" fmla="*/ 6560188 h 6858000"/>
              <a:gd name="connsiteX180" fmla="*/ 6006823 w 6128435"/>
              <a:gd name="connsiteY180" fmla="*/ 6578546 h 6858000"/>
              <a:gd name="connsiteX181" fmla="*/ 6004510 w 6128435"/>
              <a:gd name="connsiteY181" fmla="*/ 6599256 h 6858000"/>
              <a:gd name="connsiteX182" fmla="*/ 5986207 w 6128435"/>
              <a:gd name="connsiteY182" fmla="*/ 6695855 h 6858000"/>
              <a:gd name="connsiteX183" fmla="*/ 5979428 w 6128435"/>
              <a:gd name="connsiteY183" fmla="*/ 6754678 h 6858000"/>
              <a:gd name="connsiteX184" fmla="*/ 5983398 w 6128435"/>
              <a:gd name="connsiteY184" fmla="*/ 6778641 h 6858000"/>
              <a:gd name="connsiteX185" fmla="*/ 5984543 w 6128435"/>
              <a:gd name="connsiteY185" fmla="*/ 6811016 h 6858000"/>
              <a:gd name="connsiteX186" fmla="*/ 5981802 w 6128435"/>
              <a:gd name="connsiteY186" fmla="*/ 6838578 h 6858000"/>
              <a:gd name="connsiteX187" fmla="*/ 5979671 w 6128435"/>
              <a:gd name="connsiteY187" fmla="*/ 6858000 h 6858000"/>
              <a:gd name="connsiteX188" fmla="*/ 0 w 6128435"/>
              <a:gd name="connsiteY188" fmla="*/ 6858000 h 6858000"/>
              <a:gd name="connsiteX189" fmla="*/ 0 w 6128435"/>
              <a:gd name="connsiteY189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4495 w 6128435"/>
              <a:gd name="connsiteY110" fmla="*/ 4170854 h 6858000"/>
              <a:gd name="connsiteX111" fmla="*/ 5903513 w 6128435"/>
              <a:gd name="connsiteY111" fmla="*/ 4187661 h 6858000"/>
              <a:gd name="connsiteX112" fmla="*/ 5917114 w 6128435"/>
              <a:gd name="connsiteY112" fmla="*/ 4213096 h 6858000"/>
              <a:gd name="connsiteX113" fmla="*/ 5921153 w 6128435"/>
              <a:gd name="connsiteY113" fmla="*/ 4236222 h 6858000"/>
              <a:gd name="connsiteX114" fmla="*/ 5924233 w 6128435"/>
              <a:gd name="connsiteY114" fmla="*/ 4242060 h 6858000"/>
              <a:gd name="connsiteX115" fmla="*/ 5923742 w 6128435"/>
              <a:gd name="connsiteY115" fmla="*/ 4265435 h 6858000"/>
              <a:gd name="connsiteX116" fmla="*/ 5928910 w 6128435"/>
              <a:gd name="connsiteY116" fmla="*/ 4300973 h 6858000"/>
              <a:gd name="connsiteX117" fmla="*/ 5939320 w 6128435"/>
              <a:gd name="connsiteY117" fmla="*/ 4340435 h 6858000"/>
              <a:gd name="connsiteX118" fmla="*/ 5946705 w 6128435"/>
              <a:gd name="connsiteY118" fmla="*/ 4428051 h 6858000"/>
              <a:gd name="connsiteX119" fmla="*/ 5949261 w 6128435"/>
              <a:gd name="connsiteY119" fmla="*/ 4449185 h 6858000"/>
              <a:gd name="connsiteX120" fmla="*/ 5957504 w 6128435"/>
              <a:gd name="connsiteY120" fmla="*/ 4465911 h 6858000"/>
              <a:gd name="connsiteX121" fmla="*/ 5964689 w 6128435"/>
              <a:gd name="connsiteY121" fmla="*/ 4468532 h 6858000"/>
              <a:gd name="connsiteX122" fmla="*/ 5967062 w 6128435"/>
              <a:gd name="connsiteY122" fmla="*/ 4479923 h 6858000"/>
              <a:gd name="connsiteX123" fmla="*/ 5968960 w 6128435"/>
              <a:gd name="connsiteY123" fmla="*/ 4482655 h 6858000"/>
              <a:gd name="connsiteX124" fmla="*/ 5978567 w 6128435"/>
              <a:gd name="connsiteY124" fmla="*/ 4498605 h 6858000"/>
              <a:gd name="connsiteX125" fmla="*/ 5967676 w 6128435"/>
              <a:gd name="connsiteY125" fmla="*/ 4540140 h 6858000"/>
              <a:gd name="connsiteX126" fmla="*/ 5980106 w 6128435"/>
              <a:gd name="connsiteY126" fmla="*/ 4585087 h 6858000"/>
              <a:gd name="connsiteX127" fmla="*/ 5986918 w 6128435"/>
              <a:gd name="connsiteY127" fmla="*/ 4764836 h 6858000"/>
              <a:gd name="connsiteX128" fmla="*/ 6013516 w 6128435"/>
              <a:gd name="connsiteY128" fmla="*/ 4786619 h 6858000"/>
              <a:gd name="connsiteX129" fmla="*/ 6025404 w 6128435"/>
              <a:gd name="connsiteY129" fmla="*/ 4858148 h 6858000"/>
              <a:gd name="connsiteX130" fmla="*/ 6007749 w 6128435"/>
              <a:gd name="connsiteY130" fmla="*/ 4964715 h 6858000"/>
              <a:gd name="connsiteX131" fmla="*/ 6005269 w 6128435"/>
              <a:gd name="connsiteY131" fmla="*/ 5150567 h 6858000"/>
              <a:gd name="connsiteX132" fmla="*/ 6001127 w 6128435"/>
              <a:gd name="connsiteY132" fmla="*/ 5164609 h 6858000"/>
              <a:gd name="connsiteX133" fmla="*/ 5996647 w 6128435"/>
              <a:gd name="connsiteY133" fmla="*/ 5185640 h 6858000"/>
              <a:gd name="connsiteX134" fmla="*/ 5998514 w 6128435"/>
              <a:gd name="connsiteY134" fmla="*/ 5189673 h 6858000"/>
              <a:gd name="connsiteX135" fmla="*/ 5995970 w 6128435"/>
              <a:gd name="connsiteY135" fmla="*/ 5221547 h 6858000"/>
              <a:gd name="connsiteX136" fmla="*/ 5997218 w 6128435"/>
              <a:gd name="connsiteY136" fmla="*/ 5222031 h 6858000"/>
              <a:gd name="connsiteX137" fmla="*/ 6002116 w 6128435"/>
              <a:gd name="connsiteY137" fmla="*/ 5231223 h 6858000"/>
              <a:gd name="connsiteX138" fmla="*/ 6008541 w 6128435"/>
              <a:gd name="connsiteY138" fmla="*/ 5248680 h 6858000"/>
              <a:gd name="connsiteX139" fmla="*/ 6039260 w 6128435"/>
              <a:gd name="connsiteY139" fmla="*/ 5289518 h 6858000"/>
              <a:gd name="connsiteX140" fmla="*/ 6036748 w 6128435"/>
              <a:gd name="connsiteY140" fmla="*/ 5322752 h 6858000"/>
              <a:gd name="connsiteX141" fmla="*/ 6036943 w 6128435"/>
              <a:gd name="connsiteY141" fmla="*/ 5329480 h 6858000"/>
              <a:gd name="connsiteX142" fmla="*/ 6037236 w 6128435"/>
              <a:gd name="connsiteY142" fmla="*/ 5329634 h 6858000"/>
              <a:gd name="connsiteX143" fmla="*/ 6038019 w 6128435"/>
              <a:gd name="connsiteY143" fmla="*/ 5336764 h 6858000"/>
              <a:gd name="connsiteX144" fmla="*/ 6037298 w 6128435"/>
              <a:gd name="connsiteY144" fmla="*/ 5341753 h 6858000"/>
              <a:gd name="connsiteX145" fmla="*/ 6037677 w 6128435"/>
              <a:gd name="connsiteY145" fmla="*/ 5354807 h 6858000"/>
              <a:gd name="connsiteX146" fmla="*/ 6039728 w 6128435"/>
              <a:gd name="connsiteY146" fmla="*/ 5359416 h 6858000"/>
              <a:gd name="connsiteX147" fmla="*/ 6043311 w 6128435"/>
              <a:gd name="connsiteY147" fmla="*/ 5361407 h 6858000"/>
              <a:gd name="connsiteX148" fmla="*/ 6042954 w 6128435"/>
              <a:gd name="connsiteY148" fmla="*/ 5362576 h 6858000"/>
              <a:gd name="connsiteX149" fmla="*/ 6053435 w 6128435"/>
              <a:gd name="connsiteY149" fmla="*/ 5387547 h 6858000"/>
              <a:gd name="connsiteX150" fmla="*/ 6065933 w 6128435"/>
              <a:gd name="connsiteY150" fmla="*/ 5443002 h 6858000"/>
              <a:gd name="connsiteX151" fmla="*/ 6068640 w 6128435"/>
              <a:gd name="connsiteY151" fmla="*/ 5474503 h 6858000"/>
              <a:gd name="connsiteX152" fmla="*/ 6080922 w 6128435"/>
              <a:gd name="connsiteY152" fmla="*/ 5561070 h 6858000"/>
              <a:gd name="connsiteX153" fmla="*/ 6096949 w 6128435"/>
              <a:gd name="connsiteY153" fmla="*/ 5648179 h 6858000"/>
              <a:gd name="connsiteX154" fmla="*/ 6125703 w 6128435"/>
              <a:gd name="connsiteY154" fmla="*/ 5692894 h 6858000"/>
              <a:gd name="connsiteX155" fmla="*/ 6126670 w 6128435"/>
              <a:gd name="connsiteY155" fmla="*/ 5697882 h 6858000"/>
              <a:gd name="connsiteX156" fmla="*/ 6124061 w 6128435"/>
              <a:gd name="connsiteY156" fmla="*/ 5710294 h 6858000"/>
              <a:gd name="connsiteX157" fmla="*/ 6122213 w 6128435"/>
              <a:gd name="connsiteY157" fmla="*/ 5714762 h 6858000"/>
              <a:gd name="connsiteX158" fmla="*/ 6121353 w 6128435"/>
              <a:gd name="connsiteY158" fmla="*/ 5721725 h 6858000"/>
              <a:gd name="connsiteX159" fmla="*/ 6121607 w 6128435"/>
              <a:gd name="connsiteY159" fmla="*/ 5721959 h 6858000"/>
              <a:gd name="connsiteX160" fmla="*/ 6120262 w 6128435"/>
              <a:gd name="connsiteY160" fmla="*/ 5728358 h 6858000"/>
              <a:gd name="connsiteX161" fmla="*/ 6110194 w 6128435"/>
              <a:gd name="connsiteY161" fmla="*/ 5758853 h 6858000"/>
              <a:gd name="connsiteX162" fmla="*/ 6127519 w 6128435"/>
              <a:gd name="connsiteY162" fmla="*/ 5865775 h 6858000"/>
              <a:gd name="connsiteX163" fmla="*/ 6128435 w 6128435"/>
              <a:gd name="connsiteY163" fmla="*/ 5870164 h 6858000"/>
              <a:gd name="connsiteX164" fmla="*/ 6119217 w 6128435"/>
              <a:gd name="connsiteY164" fmla="*/ 5888542 h 6858000"/>
              <a:gd name="connsiteX165" fmla="*/ 6115966 w 6128435"/>
              <a:gd name="connsiteY165" fmla="*/ 5898387 h 6858000"/>
              <a:gd name="connsiteX166" fmla="*/ 6111924 w 6128435"/>
              <a:gd name="connsiteY166" fmla="*/ 5900444 h 6858000"/>
              <a:gd name="connsiteX167" fmla="*/ 6108716 w 6128435"/>
              <a:gd name="connsiteY167" fmla="*/ 5915345 h 6858000"/>
              <a:gd name="connsiteX168" fmla="*/ 6109524 w 6128435"/>
              <a:gd name="connsiteY168" fmla="*/ 5917328 h 6858000"/>
              <a:gd name="connsiteX169" fmla="*/ 6102493 w 6128435"/>
              <a:gd name="connsiteY169" fmla="*/ 5928602 h 6858000"/>
              <a:gd name="connsiteX170" fmla="*/ 6056863 w 6128435"/>
              <a:gd name="connsiteY170" fmla="*/ 6000643 h 6858000"/>
              <a:gd name="connsiteX171" fmla="*/ 6045436 w 6128435"/>
              <a:gd name="connsiteY171" fmla="*/ 6124480 h 6858000"/>
              <a:gd name="connsiteX172" fmla="*/ 6030489 w 6128435"/>
              <a:gd name="connsiteY172" fmla="*/ 6317666 h 6858000"/>
              <a:gd name="connsiteX173" fmla="*/ 6007492 w 6128435"/>
              <a:gd name="connsiteY173" fmla="*/ 6440818 h 6858000"/>
              <a:gd name="connsiteX174" fmla="*/ 6009467 w 6128435"/>
              <a:gd name="connsiteY174" fmla="*/ 6487076 h 6858000"/>
              <a:gd name="connsiteX175" fmla="*/ 5995064 w 6128435"/>
              <a:gd name="connsiteY175" fmla="*/ 6540791 h 6858000"/>
              <a:gd name="connsiteX176" fmla="*/ 5996309 w 6128435"/>
              <a:gd name="connsiteY176" fmla="*/ 6543961 h 6858000"/>
              <a:gd name="connsiteX177" fmla="*/ 5996048 w 6128435"/>
              <a:gd name="connsiteY177" fmla="*/ 6555444 h 6858000"/>
              <a:gd name="connsiteX178" fmla="*/ 6002524 w 6128435"/>
              <a:gd name="connsiteY178" fmla="*/ 6560188 h 6858000"/>
              <a:gd name="connsiteX179" fmla="*/ 6006823 w 6128435"/>
              <a:gd name="connsiteY179" fmla="*/ 6578546 h 6858000"/>
              <a:gd name="connsiteX180" fmla="*/ 6004510 w 6128435"/>
              <a:gd name="connsiteY180" fmla="*/ 6599256 h 6858000"/>
              <a:gd name="connsiteX181" fmla="*/ 5986207 w 6128435"/>
              <a:gd name="connsiteY181" fmla="*/ 6695855 h 6858000"/>
              <a:gd name="connsiteX182" fmla="*/ 5979428 w 6128435"/>
              <a:gd name="connsiteY182" fmla="*/ 6754678 h 6858000"/>
              <a:gd name="connsiteX183" fmla="*/ 5983398 w 6128435"/>
              <a:gd name="connsiteY183" fmla="*/ 6778641 h 6858000"/>
              <a:gd name="connsiteX184" fmla="*/ 5984543 w 6128435"/>
              <a:gd name="connsiteY184" fmla="*/ 6811016 h 6858000"/>
              <a:gd name="connsiteX185" fmla="*/ 5981802 w 6128435"/>
              <a:gd name="connsiteY185" fmla="*/ 6838578 h 6858000"/>
              <a:gd name="connsiteX186" fmla="*/ 5979671 w 6128435"/>
              <a:gd name="connsiteY186" fmla="*/ 6858000 h 6858000"/>
              <a:gd name="connsiteX187" fmla="*/ 0 w 6128435"/>
              <a:gd name="connsiteY187" fmla="*/ 6858000 h 6858000"/>
              <a:gd name="connsiteX188" fmla="*/ 0 w 6128435"/>
              <a:gd name="connsiteY188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3513 w 6128435"/>
              <a:gd name="connsiteY110" fmla="*/ 4187661 h 6858000"/>
              <a:gd name="connsiteX111" fmla="*/ 5917114 w 6128435"/>
              <a:gd name="connsiteY111" fmla="*/ 4213096 h 6858000"/>
              <a:gd name="connsiteX112" fmla="*/ 5921153 w 6128435"/>
              <a:gd name="connsiteY112" fmla="*/ 4236222 h 6858000"/>
              <a:gd name="connsiteX113" fmla="*/ 5924233 w 6128435"/>
              <a:gd name="connsiteY113" fmla="*/ 4242060 h 6858000"/>
              <a:gd name="connsiteX114" fmla="*/ 5923742 w 6128435"/>
              <a:gd name="connsiteY114" fmla="*/ 4265435 h 6858000"/>
              <a:gd name="connsiteX115" fmla="*/ 5928910 w 6128435"/>
              <a:gd name="connsiteY115" fmla="*/ 4300973 h 6858000"/>
              <a:gd name="connsiteX116" fmla="*/ 5939320 w 6128435"/>
              <a:gd name="connsiteY116" fmla="*/ 4340435 h 6858000"/>
              <a:gd name="connsiteX117" fmla="*/ 5946705 w 6128435"/>
              <a:gd name="connsiteY117" fmla="*/ 4428051 h 6858000"/>
              <a:gd name="connsiteX118" fmla="*/ 5949261 w 6128435"/>
              <a:gd name="connsiteY118" fmla="*/ 4449185 h 6858000"/>
              <a:gd name="connsiteX119" fmla="*/ 5957504 w 6128435"/>
              <a:gd name="connsiteY119" fmla="*/ 4465911 h 6858000"/>
              <a:gd name="connsiteX120" fmla="*/ 5964689 w 6128435"/>
              <a:gd name="connsiteY120" fmla="*/ 4468532 h 6858000"/>
              <a:gd name="connsiteX121" fmla="*/ 5967062 w 6128435"/>
              <a:gd name="connsiteY121" fmla="*/ 4479923 h 6858000"/>
              <a:gd name="connsiteX122" fmla="*/ 5968960 w 6128435"/>
              <a:gd name="connsiteY122" fmla="*/ 4482655 h 6858000"/>
              <a:gd name="connsiteX123" fmla="*/ 5978567 w 6128435"/>
              <a:gd name="connsiteY123" fmla="*/ 4498605 h 6858000"/>
              <a:gd name="connsiteX124" fmla="*/ 5967676 w 6128435"/>
              <a:gd name="connsiteY124" fmla="*/ 4540140 h 6858000"/>
              <a:gd name="connsiteX125" fmla="*/ 5980106 w 6128435"/>
              <a:gd name="connsiteY125" fmla="*/ 4585087 h 6858000"/>
              <a:gd name="connsiteX126" fmla="*/ 5986918 w 6128435"/>
              <a:gd name="connsiteY126" fmla="*/ 4764836 h 6858000"/>
              <a:gd name="connsiteX127" fmla="*/ 6013516 w 6128435"/>
              <a:gd name="connsiteY127" fmla="*/ 4786619 h 6858000"/>
              <a:gd name="connsiteX128" fmla="*/ 6025404 w 6128435"/>
              <a:gd name="connsiteY128" fmla="*/ 4858148 h 6858000"/>
              <a:gd name="connsiteX129" fmla="*/ 6007749 w 6128435"/>
              <a:gd name="connsiteY129" fmla="*/ 4964715 h 6858000"/>
              <a:gd name="connsiteX130" fmla="*/ 6005269 w 6128435"/>
              <a:gd name="connsiteY130" fmla="*/ 5150567 h 6858000"/>
              <a:gd name="connsiteX131" fmla="*/ 6001127 w 6128435"/>
              <a:gd name="connsiteY131" fmla="*/ 5164609 h 6858000"/>
              <a:gd name="connsiteX132" fmla="*/ 5996647 w 6128435"/>
              <a:gd name="connsiteY132" fmla="*/ 5185640 h 6858000"/>
              <a:gd name="connsiteX133" fmla="*/ 5998514 w 6128435"/>
              <a:gd name="connsiteY133" fmla="*/ 5189673 h 6858000"/>
              <a:gd name="connsiteX134" fmla="*/ 5995970 w 6128435"/>
              <a:gd name="connsiteY134" fmla="*/ 5221547 h 6858000"/>
              <a:gd name="connsiteX135" fmla="*/ 5997218 w 6128435"/>
              <a:gd name="connsiteY135" fmla="*/ 5222031 h 6858000"/>
              <a:gd name="connsiteX136" fmla="*/ 6002116 w 6128435"/>
              <a:gd name="connsiteY136" fmla="*/ 5231223 h 6858000"/>
              <a:gd name="connsiteX137" fmla="*/ 6008541 w 6128435"/>
              <a:gd name="connsiteY137" fmla="*/ 5248680 h 6858000"/>
              <a:gd name="connsiteX138" fmla="*/ 6039260 w 6128435"/>
              <a:gd name="connsiteY138" fmla="*/ 5289518 h 6858000"/>
              <a:gd name="connsiteX139" fmla="*/ 6036748 w 6128435"/>
              <a:gd name="connsiteY139" fmla="*/ 5322752 h 6858000"/>
              <a:gd name="connsiteX140" fmla="*/ 6036943 w 6128435"/>
              <a:gd name="connsiteY140" fmla="*/ 5329480 h 6858000"/>
              <a:gd name="connsiteX141" fmla="*/ 6037236 w 6128435"/>
              <a:gd name="connsiteY141" fmla="*/ 5329634 h 6858000"/>
              <a:gd name="connsiteX142" fmla="*/ 6038019 w 6128435"/>
              <a:gd name="connsiteY142" fmla="*/ 5336764 h 6858000"/>
              <a:gd name="connsiteX143" fmla="*/ 6037298 w 6128435"/>
              <a:gd name="connsiteY143" fmla="*/ 5341753 h 6858000"/>
              <a:gd name="connsiteX144" fmla="*/ 6037677 w 6128435"/>
              <a:gd name="connsiteY144" fmla="*/ 5354807 h 6858000"/>
              <a:gd name="connsiteX145" fmla="*/ 6039728 w 6128435"/>
              <a:gd name="connsiteY145" fmla="*/ 5359416 h 6858000"/>
              <a:gd name="connsiteX146" fmla="*/ 6043311 w 6128435"/>
              <a:gd name="connsiteY146" fmla="*/ 5361407 h 6858000"/>
              <a:gd name="connsiteX147" fmla="*/ 6042954 w 6128435"/>
              <a:gd name="connsiteY147" fmla="*/ 5362576 h 6858000"/>
              <a:gd name="connsiteX148" fmla="*/ 6053435 w 6128435"/>
              <a:gd name="connsiteY148" fmla="*/ 5387547 h 6858000"/>
              <a:gd name="connsiteX149" fmla="*/ 6065933 w 6128435"/>
              <a:gd name="connsiteY149" fmla="*/ 5443002 h 6858000"/>
              <a:gd name="connsiteX150" fmla="*/ 6068640 w 6128435"/>
              <a:gd name="connsiteY150" fmla="*/ 5474503 h 6858000"/>
              <a:gd name="connsiteX151" fmla="*/ 6080922 w 6128435"/>
              <a:gd name="connsiteY151" fmla="*/ 5561070 h 6858000"/>
              <a:gd name="connsiteX152" fmla="*/ 6096949 w 6128435"/>
              <a:gd name="connsiteY152" fmla="*/ 5648179 h 6858000"/>
              <a:gd name="connsiteX153" fmla="*/ 6125703 w 6128435"/>
              <a:gd name="connsiteY153" fmla="*/ 5692894 h 6858000"/>
              <a:gd name="connsiteX154" fmla="*/ 6126670 w 6128435"/>
              <a:gd name="connsiteY154" fmla="*/ 5697882 h 6858000"/>
              <a:gd name="connsiteX155" fmla="*/ 6124061 w 6128435"/>
              <a:gd name="connsiteY155" fmla="*/ 5710294 h 6858000"/>
              <a:gd name="connsiteX156" fmla="*/ 6122213 w 6128435"/>
              <a:gd name="connsiteY156" fmla="*/ 5714762 h 6858000"/>
              <a:gd name="connsiteX157" fmla="*/ 6121353 w 6128435"/>
              <a:gd name="connsiteY157" fmla="*/ 5721725 h 6858000"/>
              <a:gd name="connsiteX158" fmla="*/ 6121607 w 6128435"/>
              <a:gd name="connsiteY158" fmla="*/ 5721959 h 6858000"/>
              <a:gd name="connsiteX159" fmla="*/ 6120262 w 6128435"/>
              <a:gd name="connsiteY159" fmla="*/ 5728358 h 6858000"/>
              <a:gd name="connsiteX160" fmla="*/ 6110194 w 6128435"/>
              <a:gd name="connsiteY160" fmla="*/ 5758853 h 6858000"/>
              <a:gd name="connsiteX161" fmla="*/ 6127519 w 6128435"/>
              <a:gd name="connsiteY161" fmla="*/ 5865775 h 6858000"/>
              <a:gd name="connsiteX162" fmla="*/ 6128435 w 6128435"/>
              <a:gd name="connsiteY162" fmla="*/ 5870164 h 6858000"/>
              <a:gd name="connsiteX163" fmla="*/ 6119217 w 6128435"/>
              <a:gd name="connsiteY163" fmla="*/ 5888542 h 6858000"/>
              <a:gd name="connsiteX164" fmla="*/ 6115966 w 6128435"/>
              <a:gd name="connsiteY164" fmla="*/ 5898387 h 6858000"/>
              <a:gd name="connsiteX165" fmla="*/ 6111924 w 6128435"/>
              <a:gd name="connsiteY165" fmla="*/ 5900444 h 6858000"/>
              <a:gd name="connsiteX166" fmla="*/ 6108716 w 6128435"/>
              <a:gd name="connsiteY166" fmla="*/ 5915345 h 6858000"/>
              <a:gd name="connsiteX167" fmla="*/ 6109524 w 6128435"/>
              <a:gd name="connsiteY167" fmla="*/ 5917328 h 6858000"/>
              <a:gd name="connsiteX168" fmla="*/ 6102493 w 6128435"/>
              <a:gd name="connsiteY168" fmla="*/ 5928602 h 6858000"/>
              <a:gd name="connsiteX169" fmla="*/ 6056863 w 6128435"/>
              <a:gd name="connsiteY169" fmla="*/ 6000643 h 6858000"/>
              <a:gd name="connsiteX170" fmla="*/ 6045436 w 6128435"/>
              <a:gd name="connsiteY170" fmla="*/ 6124480 h 6858000"/>
              <a:gd name="connsiteX171" fmla="*/ 6030489 w 6128435"/>
              <a:gd name="connsiteY171" fmla="*/ 6317666 h 6858000"/>
              <a:gd name="connsiteX172" fmla="*/ 6007492 w 6128435"/>
              <a:gd name="connsiteY172" fmla="*/ 6440818 h 6858000"/>
              <a:gd name="connsiteX173" fmla="*/ 6009467 w 6128435"/>
              <a:gd name="connsiteY173" fmla="*/ 6487076 h 6858000"/>
              <a:gd name="connsiteX174" fmla="*/ 5995064 w 6128435"/>
              <a:gd name="connsiteY174" fmla="*/ 6540791 h 6858000"/>
              <a:gd name="connsiteX175" fmla="*/ 5996309 w 6128435"/>
              <a:gd name="connsiteY175" fmla="*/ 6543961 h 6858000"/>
              <a:gd name="connsiteX176" fmla="*/ 5996048 w 6128435"/>
              <a:gd name="connsiteY176" fmla="*/ 6555444 h 6858000"/>
              <a:gd name="connsiteX177" fmla="*/ 6002524 w 6128435"/>
              <a:gd name="connsiteY177" fmla="*/ 6560188 h 6858000"/>
              <a:gd name="connsiteX178" fmla="*/ 6006823 w 6128435"/>
              <a:gd name="connsiteY178" fmla="*/ 6578546 h 6858000"/>
              <a:gd name="connsiteX179" fmla="*/ 6004510 w 6128435"/>
              <a:gd name="connsiteY179" fmla="*/ 6599256 h 6858000"/>
              <a:gd name="connsiteX180" fmla="*/ 5986207 w 6128435"/>
              <a:gd name="connsiteY180" fmla="*/ 6695855 h 6858000"/>
              <a:gd name="connsiteX181" fmla="*/ 5979428 w 6128435"/>
              <a:gd name="connsiteY181" fmla="*/ 6754678 h 6858000"/>
              <a:gd name="connsiteX182" fmla="*/ 5983398 w 6128435"/>
              <a:gd name="connsiteY182" fmla="*/ 6778641 h 6858000"/>
              <a:gd name="connsiteX183" fmla="*/ 5984543 w 6128435"/>
              <a:gd name="connsiteY183" fmla="*/ 6811016 h 6858000"/>
              <a:gd name="connsiteX184" fmla="*/ 5981802 w 6128435"/>
              <a:gd name="connsiteY184" fmla="*/ 6838578 h 6858000"/>
              <a:gd name="connsiteX185" fmla="*/ 5979671 w 6128435"/>
              <a:gd name="connsiteY185" fmla="*/ 6858000 h 6858000"/>
              <a:gd name="connsiteX186" fmla="*/ 0 w 6128435"/>
              <a:gd name="connsiteY186" fmla="*/ 6858000 h 6858000"/>
              <a:gd name="connsiteX187" fmla="*/ 0 w 6128435"/>
              <a:gd name="connsiteY18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3513 w 6128435"/>
              <a:gd name="connsiteY110" fmla="*/ 4187661 h 6858000"/>
              <a:gd name="connsiteX111" fmla="*/ 5917114 w 6128435"/>
              <a:gd name="connsiteY111" fmla="*/ 4213096 h 6858000"/>
              <a:gd name="connsiteX112" fmla="*/ 5921153 w 6128435"/>
              <a:gd name="connsiteY112" fmla="*/ 4236222 h 6858000"/>
              <a:gd name="connsiteX113" fmla="*/ 5924233 w 6128435"/>
              <a:gd name="connsiteY113" fmla="*/ 4242060 h 6858000"/>
              <a:gd name="connsiteX114" fmla="*/ 5928910 w 6128435"/>
              <a:gd name="connsiteY114" fmla="*/ 4300973 h 6858000"/>
              <a:gd name="connsiteX115" fmla="*/ 5939320 w 6128435"/>
              <a:gd name="connsiteY115" fmla="*/ 4340435 h 6858000"/>
              <a:gd name="connsiteX116" fmla="*/ 5946705 w 6128435"/>
              <a:gd name="connsiteY116" fmla="*/ 4428051 h 6858000"/>
              <a:gd name="connsiteX117" fmla="*/ 5949261 w 6128435"/>
              <a:gd name="connsiteY117" fmla="*/ 4449185 h 6858000"/>
              <a:gd name="connsiteX118" fmla="*/ 5957504 w 6128435"/>
              <a:gd name="connsiteY118" fmla="*/ 4465911 h 6858000"/>
              <a:gd name="connsiteX119" fmla="*/ 5964689 w 6128435"/>
              <a:gd name="connsiteY119" fmla="*/ 4468532 h 6858000"/>
              <a:gd name="connsiteX120" fmla="*/ 5967062 w 6128435"/>
              <a:gd name="connsiteY120" fmla="*/ 4479923 h 6858000"/>
              <a:gd name="connsiteX121" fmla="*/ 5968960 w 6128435"/>
              <a:gd name="connsiteY121" fmla="*/ 4482655 h 6858000"/>
              <a:gd name="connsiteX122" fmla="*/ 5978567 w 6128435"/>
              <a:gd name="connsiteY122" fmla="*/ 4498605 h 6858000"/>
              <a:gd name="connsiteX123" fmla="*/ 5967676 w 6128435"/>
              <a:gd name="connsiteY123" fmla="*/ 4540140 h 6858000"/>
              <a:gd name="connsiteX124" fmla="*/ 5980106 w 6128435"/>
              <a:gd name="connsiteY124" fmla="*/ 4585087 h 6858000"/>
              <a:gd name="connsiteX125" fmla="*/ 5986918 w 6128435"/>
              <a:gd name="connsiteY125" fmla="*/ 4764836 h 6858000"/>
              <a:gd name="connsiteX126" fmla="*/ 6013516 w 6128435"/>
              <a:gd name="connsiteY126" fmla="*/ 4786619 h 6858000"/>
              <a:gd name="connsiteX127" fmla="*/ 6025404 w 6128435"/>
              <a:gd name="connsiteY127" fmla="*/ 4858148 h 6858000"/>
              <a:gd name="connsiteX128" fmla="*/ 6007749 w 6128435"/>
              <a:gd name="connsiteY128" fmla="*/ 4964715 h 6858000"/>
              <a:gd name="connsiteX129" fmla="*/ 6005269 w 6128435"/>
              <a:gd name="connsiteY129" fmla="*/ 5150567 h 6858000"/>
              <a:gd name="connsiteX130" fmla="*/ 6001127 w 6128435"/>
              <a:gd name="connsiteY130" fmla="*/ 5164609 h 6858000"/>
              <a:gd name="connsiteX131" fmla="*/ 5996647 w 6128435"/>
              <a:gd name="connsiteY131" fmla="*/ 5185640 h 6858000"/>
              <a:gd name="connsiteX132" fmla="*/ 5998514 w 6128435"/>
              <a:gd name="connsiteY132" fmla="*/ 5189673 h 6858000"/>
              <a:gd name="connsiteX133" fmla="*/ 5995970 w 6128435"/>
              <a:gd name="connsiteY133" fmla="*/ 5221547 h 6858000"/>
              <a:gd name="connsiteX134" fmla="*/ 5997218 w 6128435"/>
              <a:gd name="connsiteY134" fmla="*/ 5222031 h 6858000"/>
              <a:gd name="connsiteX135" fmla="*/ 6002116 w 6128435"/>
              <a:gd name="connsiteY135" fmla="*/ 5231223 h 6858000"/>
              <a:gd name="connsiteX136" fmla="*/ 6008541 w 6128435"/>
              <a:gd name="connsiteY136" fmla="*/ 5248680 h 6858000"/>
              <a:gd name="connsiteX137" fmla="*/ 6039260 w 6128435"/>
              <a:gd name="connsiteY137" fmla="*/ 5289518 h 6858000"/>
              <a:gd name="connsiteX138" fmla="*/ 6036748 w 6128435"/>
              <a:gd name="connsiteY138" fmla="*/ 5322752 h 6858000"/>
              <a:gd name="connsiteX139" fmla="*/ 6036943 w 6128435"/>
              <a:gd name="connsiteY139" fmla="*/ 5329480 h 6858000"/>
              <a:gd name="connsiteX140" fmla="*/ 6037236 w 6128435"/>
              <a:gd name="connsiteY140" fmla="*/ 5329634 h 6858000"/>
              <a:gd name="connsiteX141" fmla="*/ 6038019 w 6128435"/>
              <a:gd name="connsiteY141" fmla="*/ 5336764 h 6858000"/>
              <a:gd name="connsiteX142" fmla="*/ 6037298 w 6128435"/>
              <a:gd name="connsiteY142" fmla="*/ 5341753 h 6858000"/>
              <a:gd name="connsiteX143" fmla="*/ 6037677 w 6128435"/>
              <a:gd name="connsiteY143" fmla="*/ 5354807 h 6858000"/>
              <a:gd name="connsiteX144" fmla="*/ 6039728 w 6128435"/>
              <a:gd name="connsiteY144" fmla="*/ 5359416 h 6858000"/>
              <a:gd name="connsiteX145" fmla="*/ 6043311 w 6128435"/>
              <a:gd name="connsiteY145" fmla="*/ 5361407 h 6858000"/>
              <a:gd name="connsiteX146" fmla="*/ 6042954 w 6128435"/>
              <a:gd name="connsiteY146" fmla="*/ 5362576 h 6858000"/>
              <a:gd name="connsiteX147" fmla="*/ 6053435 w 6128435"/>
              <a:gd name="connsiteY147" fmla="*/ 5387547 h 6858000"/>
              <a:gd name="connsiteX148" fmla="*/ 6065933 w 6128435"/>
              <a:gd name="connsiteY148" fmla="*/ 5443002 h 6858000"/>
              <a:gd name="connsiteX149" fmla="*/ 6068640 w 6128435"/>
              <a:gd name="connsiteY149" fmla="*/ 5474503 h 6858000"/>
              <a:gd name="connsiteX150" fmla="*/ 6080922 w 6128435"/>
              <a:gd name="connsiteY150" fmla="*/ 5561070 h 6858000"/>
              <a:gd name="connsiteX151" fmla="*/ 6096949 w 6128435"/>
              <a:gd name="connsiteY151" fmla="*/ 5648179 h 6858000"/>
              <a:gd name="connsiteX152" fmla="*/ 6125703 w 6128435"/>
              <a:gd name="connsiteY152" fmla="*/ 5692894 h 6858000"/>
              <a:gd name="connsiteX153" fmla="*/ 6126670 w 6128435"/>
              <a:gd name="connsiteY153" fmla="*/ 5697882 h 6858000"/>
              <a:gd name="connsiteX154" fmla="*/ 6124061 w 6128435"/>
              <a:gd name="connsiteY154" fmla="*/ 5710294 h 6858000"/>
              <a:gd name="connsiteX155" fmla="*/ 6122213 w 6128435"/>
              <a:gd name="connsiteY155" fmla="*/ 5714762 h 6858000"/>
              <a:gd name="connsiteX156" fmla="*/ 6121353 w 6128435"/>
              <a:gd name="connsiteY156" fmla="*/ 5721725 h 6858000"/>
              <a:gd name="connsiteX157" fmla="*/ 6121607 w 6128435"/>
              <a:gd name="connsiteY157" fmla="*/ 5721959 h 6858000"/>
              <a:gd name="connsiteX158" fmla="*/ 6120262 w 6128435"/>
              <a:gd name="connsiteY158" fmla="*/ 5728358 h 6858000"/>
              <a:gd name="connsiteX159" fmla="*/ 6110194 w 6128435"/>
              <a:gd name="connsiteY159" fmla="*/ 5758853 h 6858000"/>
              <a:gd name="connsiteX160" fmla="*/ 6127519 w 6128435"/>
              <a:gd name="connsiteY160" fmla="*/ 5865775 h 6858000"/>
              <a:gd name="connsiteX161" fmla="*/ 6128435 w 6128435"/>
              <a:gd name="connsiteY161" fmla="*/ 5870164 h 6858000"/>
              <a:gd name="connsiteX162" fmla="*/ 6119217 w 6128435"/>
              <a:gd name="connsiteY162" fmla="*/ 5888542 h 6858000"/>
              <a:gd name="connsiteX163" fmla="*/ 6115966 w 6128435"/>
              <a:gd name="connsiteY163" fmla="*/ 5898387 h 6858000"/>
              <a:gd name="connsiteX164" fmla="*/ 6111924 w 6128435"/>
              <a:gd name="connsiteY164" fmla="*/ 5900444 h 6858000"/>
              <a:gd name="connsiteX165" fmla="*/ 6108716 w 6128435"/>
              <a:gd name="connsiteY165" fmla="*/ 5915345 h 6858000"/>
              <a:gd name="connsiteX166" fmla="*/ 6109524 w 6128435"/>
              <a:gd name="connsiteY166" fmla="*/ 5917328 h 6858000"/>
              <a:gd name="connsiteX167" fmla="*/ 6102493 w 6128435"/>
              <a:gd name="connsiteY167" fmla="*/ 5928602 h 6858000"/>
              <a:gd name="connsiteX168" fmla="*/ 6056863 w 6128435"/>
              <a:gd name="connsiteY168" fmla="*/ 6000643 h 6858000"/>
              <a:gd name="connsiteX169" fmla="*/ 6045436 w 6128435"/>
              <a:gd name="connsiteY169" fmla="*/ 6124480 h 6858000"/>
              <a:gd name="connsiteX170" fmla="*/ 6030489 w 6128435"/>
              <a:gd name="connsiteY170" fmla="*/ 6317666 h 6858000"/>
              <a:gd name="connsiteX171" fmla="*/ 6007492 w 6128435"/>
              <a:gd name="connsiteY171" fmla="*/ 6440818 h 6858000"/>
              <a:gd name="connsiteX172" fmla="*/ 6009467 w 6128435"/>
              <a:gd name="connsiteY172" fmla="*/ 6487076 h 6858000"/>
              <a:gd name="connsiteX173" fmla="*/ 5995064 w 6128435"/>
              <a:gd name="connsiteY173" fmla="*/ 6540791 h 6858000"/>
              <a:gd name="connsiteX174" fmla="*/ 5996309 w 6128435"/>
              <a:gd name="connsiteY174" fmla="*/ 6543961 h 6858000"/>
              <a:gd name="connsiteX175" fmla="*/ 5996048 w 6128435"/>
              <a:gd name="connsiteY175" fmla="*/ 6555444 h 6858000"/>
              <a:gd name="connsiteX176" fmla="*/ 6002524 w 6128435"/>
              <a:gd name="connsiteY176" fmla="*/ 6560188 h 6858000"/>
              <a:gd name="connsiteX177" fmla="*/ 6006823 w 6128435"/>
              <a:gd name="connsiteY177" fmla="*/ 6578546 h 6858000"/>
              <a:gd name="connsiteX178" fmla="*/ 6004510 w 6128435"/>
              <a:gd name="connsiteY178" fmla="*/ 6599256 h 6858000"/>
              <a:gd name="connsiteX179" fmla="*/ 5986207 w 6128435"/>
              <a:gd name="connsiteY179" fmla="*/ 6695855 h 6858000"/>
              <a:gd name="connsiteX180" fmla="*/ 5979428 w 6128435"/>
              <a:gd name="connsiteY180" fmla="*/ 6754678 h 6858000"/>
              <a:gd name="connsiteX181" fmla="*/ 5983398 w 6128435"/>
              <a:gd name="connsiteY181" fmla="*/ 6778641 h 6858000"/>
              <a:gd name="connsiteX182" fmla="*/ 5984543 w 6128435"/>
              <a:gd name="connsiteY182" fmla="*/ 6811016 h 6858000"/>
              <a:gd name="connsiteX183" fmla="*/ 5981802 w 6128435"/>
              <a:gd name="connsiteY183" fmla="*/ 6838578 h 6858000"/>
              <a:gd name="connsiteX184" fmla="*/ 5979671 w 6128435"/>
              <a:gd name="connsiteY184" fmla="*/ 6858000 h 6858000"/>
              <a:gd name="connsiteX185" fmla="*/ 0 w 6128435"/>
              <a:gd name="connsiteY185" fmla="*/ 6858000 h 6858000"/>
              <a:gd name="connsiteX186" fmla="*/ 0 w 6128435"/>
              <a:gd name="connsiteY186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3513 w 6128435"/>
              <a:gd name="connsiteY110" fmla="*/ 4187661 h 6858000"/>
              <a:gd name="connsiteX111" fmla="*/ 5917114 w 6128435"/>
              <a:gd name="connsiteY111" fmla="*/ 4213096 h 6858000"/>
              <a:gd name="connsiteX112" fmla="*/ 5921153 w 6128435"/>
              <a:gd name="connsiteY112" fmla="*/ 4236222 h 6858000"/>
              <a:gd name="connsiteX113" fmla="*/ 5924233 w 6128435"/>
              <a:gd name="connsiteY113" fmla="*/ 4242060 h 6858000"/>
              <a:gd name="connsiteX114" fmla="*/ 5928910 w 6128435"/>
              <a:gd name="connsiteY114" fmla="*/ 4300973 h 6858000"/>
              <a:gd name="connsiteX115" fmla="*/ 5939320 w 6128435"/>
              <a:gd name="connsiteY115" fmla="*/ 4340435 h 6858000"/>
              <a:gd name="connsiteX116" fmla="*/ 5946705 w 6128435"/>
              <a:gd name="connsiteY116" fmla="*/ 4428051 h 6858000"/>
              <a:gd name="connsiteX117" fmla="*/ 5949261 w 6128435"/>
              <a:gd name="connsiteY117" fmla="*/ 4449185 h 6858000"/>
              <a:gd name="connsiteX118" fmla="*/ 5957504 w 6128435"/>
              <a:gd name="connsiteY118" fmla="*/ 4465911 h 6858000"/>
              <a:gd name="connsiteX119" fmla="*/ 5964689 w 6128435"/>
              <a:gd name="connsiteY119" fmla="*/ 4468532 h 6858000"/>
              <a:gd name="connsiteX120" fmla="*/ 5967062 w 6128435"/>
              <a:gd name="connsiteY120" fmla="*/ 4479923 h 6858000"/>
              <a:gd name="connsiteX121" fmla="*/ 5968960 w 6128435"/>
              <a:gd name="connsiteY121" fmla="*/ 4482655 h 6858000"/>
              <a:gd name="connsiteX122" fmla="*/ 5978567 w 6128435"/>
              <a:gd name="connsiteY122" fmla="*/ 4498605 h 6858000"/>
              <a:gd name="connsiteX123" fmla="*/ 5967676 w 6128435"/>
              <a:gd name="connsiteY123" fmla="*/ 4540140 h 6858000"/>
              <a:gd name="connsiteX124" fmla="*/ 5980106 w 6128435"/>
              <a:gd name="connsiteY124" fmla="*/ 4585087 h 6858000"/>
              <a:gd name="connsiteX125" fmla="*/ 5998138 w 6128435"/>
              <a:gd name="connsiteY125" fmla="*/ 4697518 h 6858000"/>
              <a:gd name="connsiteX126" fmla="*/ 6013516 w 6128435"/>
              <a:gd name="connsiteY126" fmla="*/ 4786619 h 6858000"/>
              <a:gd name="connsiteX127" fmla="*/ 6025404 w 6128435"/>
              <a:gd name="connsiteY127" fmla="*/ 4858148 h 6858000"/>
              <a:gd name="connsiteX128" fmla="*/ 6007749 w 6128435"/>
              <a:gd name="connsiteY128" fmla="*/ 4964715 h 6858000"/>
              <a:gd name="connsiteX129" fmla="*/ 6005269 w 6128435"/>
              <a:gd name="connsiteY129" fmla="*/ 5150567 h 6858000"/>
              <a:gd name="connsiteX130" fmla="*/ 6001127 w 6128435"/>
              <a:gd name="connsiteY130" fmla="*/ 5164609 h 6858000"/>
              <a:gd name="connsiteX131" fmla="*/ 5996647 w 6128435"/>
              <a:gd name="connsiteY131" fmla="*/ 5185640 h 6858000"/>
              <a:gd name="connsiteX132" fmla="*/ 5998514 w 6128435"/>
              <a:gd name="connsiteY132" fmla="*/ 5189673 h 6858000"/>
              <a:gd name="connsiteX133" fmla="*/ 5995970 w 6128435"/>
              <a:gd name="connsiteY133" fmla="*/ 5221547 h 6858000"/>
              <a:gd name="connsiteX134" fmla="*/ 5997218 w 6128435"/>
              <a:gd name="connsiteY134" fmla="*/ 5222031 h 6858000"/>
              <a:gd name="connsiteX135" fmla="*/ 6002116 w 6128435"/>
              <a:gd name="connsiteY135" fmla="*/ 5231223 h 6858000"/>
              <a:gd name="connsiteX136" fmla="*/ 6008541 w 6128435"/>
              <a:gd name="connsiteY136" fmla="*/ 5248680 h 6858000"/>
              <a:gd name="connsiteX137" fmla="*/ 6039260 w 6128435"/>
              <a:gd name="connsiteY137" fmla="*/ 5289518 h 6858000"/>
              <a:gd name="connsiteX138" fmla="*/ 6036748 w 6128435"/>
              <a:gd name="connsiteY138" fmla="*/ 5322752 h 6858000"/>
              <a:gd name="connsiteX139" fmla="*/ 6036943 w 6128435"/>
              <a:gd name="connsiteY139" fmla="*/ 5329480 h 6858000"/>
              <a:gd name="connsiteX140" fmla="*/ 6037236 w 6128435"/>
              <a:gd name="connsiteY140" fmla="*/ 5329634 h 6858000"/>
              <a:gd name="connsiteX141" fmla="*/ 6038019 w 6128435"/>
              <a:gd name="connsiteY141" fmla="*/ 5336764 h 6858000"/>
              <a:gd name="connsiteX142" fmla="*/ 6037298 w 6128435"/>
              <a:gd name="connsiteY142" fmla="*/ 5341753 h 6858000"/>
              <a:gd name="connsiteX143" fmla="*/ 6037677 w 6128435"/>
              <a:gd name="connsiteY143" fmla="*/ 5354807 h 6858000"/>
              <a:gd name="connsiteX144" fmla="*/ 6039728 w 6128435"/>
              <a:gd name="connsiteY144" fmla="*/ 5359416 h 6858000"/>
              <a:gd name="connsiteX145" fmla="*/ 6043311 w 6128435"/>
              <a:gd name="connsiteY145" fmla="*/ 5361407 h 6858000"/>
              <a:gd name="connsiteX146" fmla="*/ 6042954 w 6128435"/>
              <a:gd name="connsiteY146" fmla="*/ 5362576 h 6858000"/>
              <a:gd name="connsiteX147" fmla="*/ 6053435 w 6128435"/>
              <a:gd name="connsiteY147" fmla="*/ 5387547 h 6858000"/>
              <a:gd name="connsiteX148" fmla="*/ 6065933 w 6128435"/>
              <a:gd name="connsiteY148" fmla="*/ 5443002 h 6858000"/>
              <a:gd name="connsiteX149" fmla="*/ 6068640 w 6128435"/>
              <a:gd name="connsiteY149" fmla="*/ 5474503 h 6858000"/>
              <a:gd name="connsiteX150" fmla="*/ 6080922 w 6128435"/>
              <a:gd name="connsiteY150" fmla="*/ 5561070 h 6858000"/>
              <a:gd name="connsiteX151" fmla="*/ 6096949 w 6128435"/>
              <a:gd name="connsiteY151" fmla="*/ 5648179 h 6858000"/>
              <a:gd name="connsiteX152" fmla="*/ 6125703 w 6128435"/>
              <a:gd name="connsiteY152" fmla="*/ 5692894 h 6858000"/>
              <a:gd name="connsiteX153" fmla="*/ 6126670 w 6128435"/>
              <a:gd name="connsiteY153" fmla="*/ 5697882 h 6858000"/>
              <a:gd name="connsiteX154" fmla="*/ 6124061 w 6128435"/>
              <a:gd name="connsiteY154" fmla="*/ 5710294 h 6858000"/>
              <a:gd name="connsiteX155" fmla="*/ 6122213 w 6128435"/>
              <a:gd name="connsiteY155" fmla="*/ 5714762 h 6858000"/>
              <a:gd name="connsiteX156" fmla="*/ 6121353 w 6128435"/>
              <a:gd name="connsiteY156" fmla="*/ 5721725 h 6858000"/>
              <a:gd name="connsiteX157" fmla="*/ 6121607 w 6128435"/>
              <a:gd name="connsiteY157" fmla="*/ 5721959 h 6858000"/>
              <a:gd name="connsiteX158" fmla="*/ 6120262 w 6128435"/>
              <a:gd name="connsiteY158" fmla="*/ 5728358 h 6858000"/>
              <a:gd name="connsiteX159" fmla="*/ 6110194 w 6128435"/>
              <a:gd name="connsiteY159" fmla="*/ 5758853 h 6858000"/>
              <a:gd name="connsiteX160" fmla="*/ 6127519 w 6128435"/>
              <a:gd name="connsiteY160" fmla="*/ 5865775 h 6858000"/>
              <a:gd name="connsiteX161" fmla="*/ 6128435 w 6128435"/>
              <a:gd name="connsiteY161" fmla="*/ 5870164 h 6858000"/>
              <a:gd name="connsiteX162" fmla="*/ 6119217 w 6128435"/>
              <a:gd name="connsiteY162" fmla="*/ 5888542 h 6858000"/>
              <a:gd name="connsiteX163" fmla="*/ 6115966 w 6128435"/>
              <a:gd name="connsiteY163" fmla="*/ 5898387 h 6858000"/>
              <a:gd name="connsiteX164" fmla="*/ 6111924 w 6128435"/>
              <a:gd name="connsiteY164" fmla="*/ 5900444 h 6858000"/>
              <a:gd name="connsiteX165" fmla="*/ 6108716 w 6128435"/>
              <a:gd name="connsiteY165" fmla="*/ 5915345 h 6858000"/>
              <a:gd name="connsiteX166" fmla="*/ 6109524 w 6128435"/>
              <a:gd name="connsiteY166" fmla="*/ 5917328 h 6858000"/>
              <a:gd name="connsiteX167" fmla="*/ 6102493 w 6128435"/>
              <a:gd name="connsiteY167" fmla="*/ 5928602 h 6858000"/>
              <a:gd name="connsiteX168" fmla="*/ 6056863 w 6128435"/>
              <a:gd name="connsiteY168" fmla="*/ 6000643 h 6858000"/>
              <a:gd name="connsiteX169" fmla="*/ 6045436 w 6128435"/>
              <a:gd name="connsiteY169" fmla="*/ 6124480 h 6858000"/>
              <a:gd name="connsiteX170" fmla="*/ 6030489 w 6128435"/>
              <a:gd name="connsiteY170" fmla="*/ 6317666 h 6858000"/>
              <a:gd name="connsiteX171" fmla="*/ 6007492 w 6128435"/>
              <a:gd name="connsiteY171" fmla="*/ 6440818 h 6858000"/>
              <a:gd name="connsiteX172" fmla="*/ 6009467 w 6128435"/>
              <a:gd name="connsiteY172" fmla="*/ 6487076 h 6858000"/>
              <a:gd name="connsiteX173" fmla="*/ 5995064 w 6128435"/>
              <a:gd name="connsiteY173" fmla="*/ 6540791 h 6858000"/>
              <a:gd name="connsiteX174" fmla="*/ 5996309 w 6128435"/>
              <a:gd name="connsiteY174" fmla="*/ 6543961 h 6858000"/>
              <a:gd name="connsiteX175" fmla="*/ 5996048 w 6128435"/>
              <a:gd name="connsiteY175" fmla="*/ 6555444 h 6858000"/>
              <a:gd name="connsiteX176" fmla="*/ 6002524 w 6128435"/>
              <a:gd name="connsiteY176" fmla="*/ 6560188 h 6858000"/>
              <a:gd name="connsiteX177" fmla="*/ 6006823 w 6128435"/>
              <a:gd name="connsiteY177" fmla="*/ 6578546 h 6858000"/>
              <a:gd name="connsiteX178" fmla="*/ 6004510 w 6128435"/>
              <a:gd name="connsiteY178" fmla="*/ 6599256 h 6858000"/>
              <a:gd name="connsiteX179" fmla="*/ 5986207 w 6128435"/>
              <a:gd name="connsiteY179" fmla="*/ 6695855 h 6858000"/>
              <a:gd name="connsiteX180" fmla="*/ 5979428 w 6128435"/>
              <a:gd name="connsiteY180" fmla="*/ 6754678 h 6858000"/>
              <a:gd name="connsiteX181" fmla="*/ 5983398 w 6128435"/>
              <a:gd name="connsiteY181" fmla="*/ 6778641 h 6858000"/>
              <a:gd name="connsiteX182" fmla="*/ 5984543 w 6128435"/>
              <a:gd name="connsiteY182" fmla="*/ 6811016 h 6858000"/>
              <a:gd name="connsiteX183" fmla="*/ 5981802 w 6128435"/>
              <a:gd name="connsiteY183" fmla="*/ 6838578 h 6858000"/>
              <a:gd name="connsiteX184" fmla="*/ 5979671 w 6128435"/>
              <a:gd name="connsiteY184" fmla="*/ 6858000 h 6858000"/>
              <a:gd name="connsiteX185" fmla="*/ 0 w 6128435"/>
              <a:gd name="connsiteY185" fmla="*/ 6858000 h 6858000"/>
              <a:gd name="connsiteX186" fmla="*/ 0 w 6128435"/>
              <a:gd name="connsiteY186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88486 w 6128435"/>
              <a:gd name="connsiteY36" fmla="*/ 1976575 h 6858000"/>
              <a:gd name="connsiteX37" fmla="*/ 5252592 w 6128435"/>
              <a:gd name="connsiteY37" fmla="*/ 2092210 h 6858000"/>
              <a:gd name="connsiteX38" fmla="*/ 5264303 w 6128435"/>
              <a:gd name="connsiteY38" fmla="*/ 2225157 h 6858000"/>
              <a:gd name="connsiteX39" fmla="*/ 5254949 w 6128435"/>
              <a:gd name="connsiteY39" fmla="*/ 2236160 h 6858000"/>
              <a:gd name="connsiteX40" fmla="*/ 5250104 w 6128435"/>
              <a:gd name="connsiteY40" fmla="*/ 2249166 h 6858000"/>
              <a:gd name="connsiteX41" fmla="*/ 5251214 w 6128435"/>
              <a:gd name="connsiteY41" fmla="*/ 2250944 h 6858000"/>
              <a:gd name="connsiteX42" fmla="*/ 5250644 w 6128435"/>
              <a:gd name="connsiteY42" fmla="*/ 2266619 h 6858000"/>
              <a:gd name="connsiteX43" fmla="*/ 5247111 w 6128435"/>
              <a:gd name="connsiteY43" fmla="*/ 2269679 h 6858000"/>
              <a:gd name="connsiteX44" fmla="*/ 5245653 w 6128435"/>
              <a:gd name="connsiteY44" fmla="*/ 2280317 h 6858000"/>
              <a:gd name="connsiteX45" fmla="*/ 5239901 w 6128435"/>
              <a:gd name="connsiteY45" fmla="*/ 2300961 h 6858000"/>
              <a:gd name="connsiteX46" fmla="*/ 5241522 w 6128435"/>
              <a:gd name="connsiteY46" fmla="*/ 2305114 h 6858000"/>
              <a:gd name="connsiteX47" fmla="*/ 5237050 w 6128435"/>
              <a:gd name="connsiteY47" fmla="*/ 2336703 h 6858000"/>
              <a:gd name="connsiteX48" fmla="*/ 5238267 w 6128435"/>
              <a:gd name="connsiteY48" fmla="*/ 2337277 h 6858000"/>
              <a:gd name="connsiteX49" fmla="*/ 5242602 w 6128435"/>
              <a:gd name="connsiteY49" fmla="*/ 2346782 h 6858000"/>
              <a:gd name="connsiteX50" fmla="*/ 5247963 w 6128435"/>
              <a:gd name="connsiteY50" fmla="*/ 2364638 h 6858000"/>
              <a:gd name="connsiteX51" fmla="*/ 5276175 w 6128435"/>
              <a:gd name="connsiteY51" fmla="*/ 2407515 h 6858000"/>
              <a:gd name="connsiteX52" fmla="*/ 5271650 w 6128435"/>
              <a:gd name="connsiteY52" fmla="*/ 2440467 h 6858000"/>
              <a:gd name="connsiteX53" fmla="*/ 5271438 w 6128435"/>
              <a:gd name="connsiteY53" fmla="*/ 2447186 h 6858000"/>
              <a:gd name="connsiteX54" fmla="*/ 5271722 w 6128435"/>
              <a:gd name="connsiteY54" fmla="*/ 2447359 h 6858000"/>
              <a:gd name="connsiteX55" fmla="*/ 5272069 w 6128435"/>
              <a:gd name="connsiteY55" fmla="*/ 2454523 h 6858000"/>
              <a:gd name="connsiteX56" fmla="*/ 5271049 w 6128435"/>
              <a:gd name="connsiteY56" fmla="*/ 2459442 h 6858000"/>
              <a:gd name="connsiteX57" fmla="*/ 5270636 w 6128435"/>
              <a:gd name="connsiteY57" fmla="*/ 2472481 h 6858000"/>
              <a:gd name="connsiteX58" fmla="*/ 5272406 w 6128435"/>
              <a:gd name="connsiteY58" fmla="*/ 2477221 h 6858000"/>
              <a:gd name="connsiteX59" fmla="*/ 5307538 w 6128435"/>
              <a:gd name="connsiteY59" fmla="*/ 2514685 h 6858000"/>
              <a:gd name="connsiteX60" fmla="*/ 5337604 w 6128435"/>
              <a:gd name="connsiteY60" fmla="*/ 2597632 h 6858000"/>
              <a:gd name="connsiteX61" fmla="*/ 5407503 w 6128435"/>
              <a:gd name="connsiteY61" fmla="*/ 2786290 h 6858000"/>
              <a:gd name="connsiteX62" fmla="*/ 5407356 w 6128435"/>
              <a:gd name="connsiteY62" fmla="*/ 2787545 h 6858000"/>
              <a:gd name="connsiteX63" fmla="*/ 5411130 w 6128435"/>
              <a:gd name="connsiteY63" fmla="*/ 2788640 h 6858000"/>
              <a:gd name="connsiteX64" fmla="*/ 5416439 w 6128435"/>
              <a:gd name="connsiteY64" fmla="*/ 2805666 h 6858000"/>
              <a:gd name="connsiteX65" fmla="*/ 5416589 w 6128435"/>
              <a:gd name="connsiteY65" fmla="*/ 2810822 h 6858000"/>
              <a:gd name="connsiteX66" fmla="*/ 5418542 w 6128435"/>
              <a:gd name="connsiteY66" fmla="*/ 2817745 h 6858000"/>
              <a:gd name="connsiteX67" fmla="*/ 5418847 w 6128435"/>
              <a:gd name="connsiteY67" fmla="*/ 2817825 h 6858000"/>
              <a:gd name="connsiteX68" fmla="*/ 5423364 w 6128435"/>
              <a:gd name="connsiteY68" fmla="*/ 2858292 h 6858000"/>
              <a:gd name="connsiteX69" fmla="*/ 5479298 w 6128435"/>
              <a:gd name="connsiteY69" fmla="*/ 2947791 h 6858000"/>
              <a:gd name="connsiteX70" fmla="*/ 5481770 w 6128435"/>
              <a:gd name="connsiteY70" fmla="*/ 2951352 h 6858000"/>
              <a:gd name="connsiteX71" fmla="*/ 5481013 w 6128435"/>
              <a:gd name="connsiteY71" fmla="*/ 2973461 h 6858000"/>
              <a:gd name="connsiteX72" fmla="*/ 5482045 w 6128435"/>
              <a:gd name="connsiteY72" fmla="*/ 2984371 h 6858000"/>
              <a:gd name="connsiteX73" fmla="*/ 5479405 w 6128435"/>
              <a:gd name="connsiteY73" fmla="*/ 2988507 h 6858000"/>
              <a:gd name="connsiteX74" fmla="*/ 5482415 w 6128435"/>
              <a:gd name="connsiteY74" fmla="*/ 3004079 h 6858000"/>
              <a:gd name="connsiteX75" fmla="*/ 5483865 w 6128435"/>
              <a:gd name="connsiteY75" fmla="*/ 3005467 h 6858000"/>
              <a:gd name="connsiteX76" fmla="*/ 5482236 w 6128435"/>
              <a:gd name="connsiteY76" fmla="*/ 3019791 h 6858000"/>
              <a:gd name="connsiteX77" fmla="*/ 5475895 w 6128435"/>
              <a:gd name="connsiteY77" fmla="*/ 3033578 h 6858000"/>
              <a:gd name="connsiteX78" fmla="*/ 5477595 w 6128435"/>
              <a:gd name="connsiteY78" fmla="*/ 3250534 h 6858000"/>
              <a:gd name="connsiteX79" fmla="*/ 5532836 w 6128435"/>
              <a:gd name="connsiteY79" fmla="*/ 3353840 h 6858000"/>
              <a:gd name="connsiteX80" fmla="*/ 5561229 w 6128435"/>
              <a:gd name="connsiteY80" fmla="*/ 3395784 h 6858000"/>
              <a:gd name="connsiteX81" fmla="*/ 5589758 w 6128435"/>
              <a:gd name="connsiteY81" fmla="*/ 3506453 h 6858000"/>
              <a:gd name="connsiteX82" fmla="*/ 5596144 w 6128435"/>
              <a:gd name="connsiteY82" fmla="*/ 3534624 h 6858000"/>
              <a:gd name="connsiteX83" fmla="*/ 5597750 w 6128435"/>
              <a:gd name="connsiteY83" fmla="*/ 3534129 h 6858000"/>
              <a:gd name="connsiteX84" fmla="*/ 5599700 w 6128435"/>
              <a:gd name="connsiteY84" fmla="*/ 3547221 h 6858000"/>
              <a:gd name="connsiteX85" fmla="*/ 5615031 w 6128435"/>
              <a:gd name="connsiteY85" fmla="*/ 3557482 h 6858000"/>
              <a:gd name="connsiteX86" fmla="*/ 5618377 w 6128435"/>
              <a:gd name="connsiteY86" fmla="*/ 3588431 h 6858000"/>
              <a:gd name="connsiteX87" fmla="*/ 5612155 w 6128435"/>
              <a:gd name="connsiteY87" fmla="*/ 3589869 h 6858000"/>
              <a:gd name="connsiteX88" fmla="*/ 5620843 w 6128435"/>
              <a:gd name="connsiteY88" fmla="*/ 3606745 h 6858000"/>
              <a:gd name="connsiteX89" fmla="*/ 5655472 w 6128435"/>
              <a:gd name="connsiteY89" fmla="*/ 3678877 h 6858000"/>
              <a:gd name="connsiteX90" fmla="*/ 5680448 w 6128435"/>
              <a:gd name="connsiteY90" fmla="*/ 3717760 h 6858000"/>
              <a:gd name="connsiteX91" fmla="*/ 5683015 w 6128435"/>
              <a:gd name="connsiteY91" fmla="*/ 3762025 h 6858000"/>
              <a:gd name="connsiteX92" fmla="*/ 5696643 w 6128435"/>
              <a:gd name="connsiteY92" fmla="*/ 3773888 h 6858000"/>
              <a:gd name="connsiteX93" fmla="*/ 5699203 w 6128435"/>
              <a:gd name="connsiteY93" fmla="*/ 3775823 h 6858000"/>
              <a:gd name="connsiteX94" fmla="*/ 5704824 w 6128435"/>
              <a:gd name="connsiteY94" fmla="*/ 3785966 h 6858000"/>
              <a:gd name="connsiteX95" fmla="*/ 5712204 w 6128435"/>
              <a:gd name="connsiteY95" fmla="*/ 3785830 h 6858000"/>
              <a:gd name="connsiteX96" fmla="*/ 5724816 w 6128435"/>
              <a:gd name="connsiteY96" fmla="*/ 3798949 h 6858000"/>
              <a:gd name="connsiteX97" fmla="*/ 5733539 w 6128435"/>
              <a:gd name="connsiteY97" fmla="*/ 3818457 h 6858000"/>
              <a:gd name="connsiteX98" fmla="*/ 5768491 w 6128435"/>
              <a:gd name="connsiteY98" fmla="*/ 3914399 h 6858000"/>
              <a:gd name="connsiteX99" fmla="*/ 5793123 w 6128435"/>
              <a:gd name="connsiteY99" fmla="*/ 3969952 h 6858000"/>
              <a:gd name="connsiteX100" fmla="*/ 5808321 w 6128435"/>
              <a:gd name="connsiteY100" fmla="*/ 3988153 h 6858000"/>
              <a:gd name="connsiteX101" fmla="*/ 5825621 w 6128435"/>
              <a:gd name="connsiteY101" fmla="*/ 4015525 h 6858000"/>
              <a:gd name="connsiteX102" fmla="*/ 5860672 w 6128435"/>
              <a:gd name="connsiteY102" fmla="*/ 4061579 h 6858000"/>
              <a:gd name="connsiteX103" fmla="*/ 5872173 w 6128435"/>
              <a:gd name="connsiteY103" fmla="*/ 4088497 h 6858000"/>
              <a:gd name="connsiteX104" fmla="*/ 5883705 w 6128435"/>
              <a:gd name="connsiteY104" fmla="*/ 4101899 h 6858000"/>
              <a:gd name="connsiteX105" fmla="*/ 5885314 w 6128435"/>
              <a:gd name="connsiteY105" fmla="*/ 4108387 h 6858000"/>
              <a:gd name="connsiteX106" fmla="*/ 5894095 w 6128435"/>
              <a:gd name="connsiteY106" fmla="*/ 4128857 h 6858000"/>
              <a:gd name="connsiteX107" fmla="*/ 5898339 w 6128435"/>
              <a:gd name="connsiteY107" fmla="*/ 4140800 h 6858000"/>
              <a:gd name="connsiteX108" fmla="*/ 5899734 w 6128435"/>
              <a:gd name="connsiteY108" fmla="*/ 4145632 h 6858000"/>
              <a:gd name="connsiteX109" fmla="*/ 5897098 w 6128435"/>
              <a:gd name="connsiteY109" fmla="*/ 4157819 h 6858000"/>
              <a:gd name="connsiteX110" fmla="*/ 5903513 w 6128435"/>
              <a:gd name="connsiteY110" fmla="*/ 4187661 h 6858000"/>
              <a:gd name="connsiteX111" fmla="*/ 5917114 w 6128435"/>
              <a:gd name="connsiteY111" fmla="*/ 4213096 h 6858000"/>
              <a:gd name="connsiteX112" fmla="*/ 5921153 w 6128435"/>
              <a:gd name="connsiteY112" fmla="*/ 4236222 h 6858000"/>
              <a:gd name="connsiteX113" fmla="*/ 5924233 w 6128435"/>
              <a:gd name="connsiteY113" fmla="*/ 4242060 h 6858000"/>
              <a:gd name="connsiteX114" fmla="*/ 5928910 w 6128435"/>
              <a:gd name="connsiteY114" fmla="*/ 4300973 h 6858000"/>
              <a:gd name="connsiteX115" fmla="*/ 5939320 w 6128435"/>
              <a:gd name="connsiteY115" fmla="*/ 4340435 h 6858000"/>
              <a:gd name="connsiteX116" fmla="*/ 5946705 w 6128435"/>
              <a:gd name="connsiteY116" fmla="*/ 4428051 h 6858000"/>
              <a:gd name="connsiteX117" fmla="*/ 5949261 w 6128435"/>
              <a:gd name="connsiteY117" fmla="*/ 4449185 h 6858000"/>
              <a:gd name="connsiteX118" fmla="*/ 5957504 w 6128435"/>
              <a:gd name="connsiteY118" fmla="*/ 4465911 h 6858000"/>
              <a:gd name="connsiteX119" fmla="*/ 5964689 w 6128435"/>
              <a:gd name="connsiteY119" fmla="*/ 4468532 h 6858000"/>
              <a:gd name="connsiteX120" fmla="*/ 5967062 w 6128435"/>
              <a:gd name="connsiteY120" fmla="*/ 4479923 h 6858000"/>
              <a:gd name="connsiteX121" fmla="*/ 5968960 w 6128435"/>
              <a:gd name="connsiteY121" fmla="*/ 4482655 h 6858000"/>
              <a:gd name="connsiteX122" fmla="*/ 5978567 w 6128435"/>
              <a:gd name="connsiteY122" fmla="*/ 4498605 h 6858000"/>
              <a:gd name="connsiteX123" fmla="*/ 5980106 w 6128435"/>
              <a:gd name="connsiteY123" fmla="*/ 4585087 h 6858000"/>
              <a:gd name="connsiteX124" fmla="*/ 5998138 w 6128435"/>
              <a:gd name="connsiteY124" fmla="*/ 4697518 h 6858000"/>
              <a:gd name="connsiteX125" fmla="*/ 6013516 w 6128435"/>
              <a:gd name="connsiteY125" fmla="*/ 4786619 h 6858000"/>
              <a:gd name="connsiteX126" fmla="*/ 6025404 w 6128435"/>
              <a:gd name="connsiteY126" fmla="*/ 4858148 h 6858000"/>
              <a:gd name="connsiteX127" fmla="*/ 6007749 w 6128435"/>
              <a:gd name="connsiteY127" fmla="*/ 4964715 h 6858000"/>
              <a:gd name="connsiteX128" fmla="*/ 6005269 w 6128435"/>
              <a:gd name="connsiteY128" fmla="*/ 5150567 h 6858000"/>
              <a:gd name="connsiteX129" fmla="*/ 6001127 w 6128435"/>
              <a:gd name="connsiteY129" fmla="*/ 5164609 h 6858000"/>
              <a:gd name="connsiteX130" fmla="*/ 5996647 w 6128435"/>
              <a:gd name="connsiteY130" fmla="*/ 5185640 h 6858000"/>
              <a:gd name="connsiteX131" fmla="*/ 5998514 w 6128435"/>
              <a:gd name="connsiteY131" fmla="*/ 5189673 h 6858000"/>
              <a:gd name="connsiteX132" fmla="*/ 5995970 w 6128435"/>
              <a:gd name="connsiteY132" fmla="*/ 5221547 h 6858000"/>
              <a:gd name="connsiteX133" fmla="*/ 5997218 w 6128435"/>
              <a:gd name="connsiteY133" fmla="*/ 5222031 h 6858000"/>
              <a:gd name="connsiteX134" fmla="*/ 6002116 w 6128435"/>
              <a:gd name="connsiteY134" fmla="*/ 5231223 h 6858000"/>
              <a:gd name="connsiteX135" fmla="*/ 6008541 w 6128435"/>
              <a:gd name="connsiteY135" fmla="*/ 5248680 h 6858000"/>
              <a:gd name="connsiteX136" fmla="*/ 6039260 w 6128435"/>
              <a:gd name="connsiteY136" fmla="*/ 5289518 h 6858000"/>
              <a:gd name="connsiteX137" fmla="*/ 6036748 w 6128435"/>
              <a:gd name="connsiteY137" fmla="*/ 5322752 h 6858000"/>
              <a:gd name="connsiteX138" fmla="*/ 6036943 w 6128435"/>
              <a:gd name="connsiteY138" fmla="*/ 5329480 h 6858000"/>
              <a:gd name="connsiteX139" fmla="*/ 6037236 w 6128435"/>
              <a:gd name="connsiteY139" fmla="*/ 5329634 h 6858000"/>
              <a:gd name="connsiteX140" fmla="*/ 6038019 w 6128435"/>
              <a:gd name="connsiteY140" fmla="*/ 5336764 h 6858000"/>
              <a:gd name="connsiteX141" fmla="*/ 6037298 w 6128435"/>
              <a:gd name="connsiteY141" fmla="*/ 5341753 h 6858000"/>
              <a:gd name="connsiteX142" fmla="*/ 6037677 w 6128435"/>
              <a:gd name="connsiteY142" fmla="*/ 5354807 h 6858000"/>
              <a:gd name="connsiteX143" fmla="*/ 6039728 w 6128435"/>
              <a:gd name="connsiteY143" fmla="*/ 5359416 h 6858000"/>
              <a:gd name="connsiteX144" fmla="*/ 6043311 w 6128435"/>
              <a:gd name="connsiteY144" fmla="*/ 5361407 h 6858000"/>
              <a:gd name="connsiteX145" fmla="*/ 6042954 w 6128435"/>
              <a:gd name="connsiteY145" fmla="*/ 5362576 h 6858000"/>
              <a:gd name="connsiteX146" fmla="*/ 6053435 w 6128435"/>
              <a:gd name="connsiteY146" fmla="*/ 5387547 h 6858000"/>
              <a:gd name="connsiteX147" fmla="*/ 6065933 w 6128435"/>
              <a:gd name="connsiteY147" fmla="*/ 5443002 h 6858000"/>
              <a:gd name="connsiteX148" fmla="*/ 6068640 w 6128435"/>
              <a:gd name="connsiteY148" fmla="*/ 5474503 h 6858000"/>
              <a:gd name="connsiteX149" fmla="*/ 6080922 w 6128435"/>
              <a:gd name="connsiteY149" fmla="*/ 5561070 h 6858000"/>
              <a:gd name="connsiteX150" fmla="*/ 6096949 w 6128435"/>
              <a:gd name="connsiteY150" fmla="*/ 5648179 h 6858000"/>
              <a:gd name="connsiteX151" fmla="*/ 6125703 w 6128435"/>
              <a:gd name="connsiteY151" fmla="*/ 5692894 h 6858000"/>
              <a:gd name="connsiteX152" fmla="*/ 6126670 w 6128435"/>
              <a:gd name="connsiteY152" fmla="*/ 5697882 h 6858000"/>
              <a:gd name="connsiteX153" fmla="*/ 6124061 w 6128435"/>
              <a:gd name="connsiteY153" fmla="*/ 5710294 h 6858000"/>
              <a:gd name="connsiteX154" fmla="*/ 6122213 w 6128435"/>
              <a:gd name="connsiteY154" fmla="*/ 5714762 h 6858000"/>
              <a:gd name="connsiteX155" fmla="*/ 6121353 w 6128435"/>
              <a:gd name="connsiteY155" fmla="*/ 5721725 h 6858000"/>
              <a:gd name="connsiteX156" fmla="*/ 6121607 w 6128435"/>
              <a:gd name="connsiteY156" fmla="*/ 5721959 h 6858000"/>
              <a:gd name="connsiteX157" fmla="*/ 6120262 w 6128435"/>
              <a:gd name="connsiteY157" fmla="*/ 5728358 h 6858000"/>
              <a:gd name="connsiteX158" fmla="*/ 6110194 w 6128435"/>
              <a:gd name="connsiteY158" fmla="*/ 5758853 h 6858000"/>
              <a:gd name="connsiteX159" fmla="*/ 6127519 w 6128435"/>
              <a:gd name="connsiteY159" fmla="*/ 5865775 h 6858000"/>
              <a:gd name="connsiteX160" fmla="*/ 6128435 w 6128435"/>
              <a:gd name="connsiteY160" fmla="*/ 5870164 h 6858000"/>
              <a:gd name="connsiteX161" fmla="*/ 6119217 w 6128435"/>
              <a:gd name="connsiteY161" fmla="*/ 5888542 h 6858000"/>
              <a:gd name="connsiteX162" fmla="*/ 6115966 w 6128435"/>
              <a:gd name="connsiteY162" fmla="*/ 5898387 h 6858000"/>
              <a:gd name="connsiteX163" fmla="*/ 6111924 w 6128435"/>
              <a:gd name="connsiteY163" fmla="*/ 5900444 h 6858000"/>
              <a:gd name="connsiteX164" fmla="*/ 6108716 w 6128435"/>
              <a:gd name="connsiteY164" fmla="*/ 5915345 h 6858000"/>
              <a:gd name="connsiteX165" fmla="*/ 6109524 w 6128435"/>
              <a:gd name="connsiteY165" fmla="*/ 5917328 h 6858000"/>
              <a:gd name="connsiteX166" fmla="*/ 6102493 w 6128435"/>
              <a:gd name="connsiteY166" fmla="*/ 5928602 h 6858000"/>
              <a:gd name="connsiteX167" fmla="*/ 6056863 w 6128435"/>
              <a:gd name="connsiteY167" fmla="*/ 6000643 h 6858000"/>
              <a:gd name="connsiteX168" fmla="*/ 6045436 w 6128435"/>
              <a:gd name="connsiteY168" fmla="*/ 6124480 h 6858000"/>
              <a:gd name="connsiteX169" fmla="*/ 6030489 w 6128435"/>
              <a:gd name="connsiteY169" fmla="*/ 6317666 h 6858000"/>
              <a:gd name="connsiteX170" fmla="*/ 6007492 w 6128435"/>
              <a:gd name="connsiteY170" fmla="*/ 6440818 h 6858000"/>
              <a:gd name="connsiteX171" fmla="*/ 6009467 w 6128435"/>
              <a:gd name="connsiteY171" fmla="*/ 6487076 h 6858000"/>
              <a:gd name="connsiteX172" fmla="*/ 5995064 w 6128435"/>
              <a:gd name="connsiteY172" fmla="*/ 6540791 h 6858000"/>
              <a:gd name="connsiteX173" fmla="*/ 5996309 w 6128435"/>
              <a:gd name="connsiteY173" fmla="*/ 6543961 h 6858000"/>
              <a:gd name="connsiteX174" fmla="*/ 5996048 w 6128435"/>
              <a:gd name="connsiteY174" fmla="*/ 6555444 h 6858000"/>
              <a:gd name="connsiteX175" fmla="*/ 6002524 w 6128435"/>
              <a:gd name="connsiteY175" fmla="*/ 6560188 h 6858000"/>
              <a:gd name="connsiteX176" fmla="*/ 6006823 w 6128435"/>
              <a:gd name="connsiteY176" fmla="*/ 6578546 h 6858000"/>
              <a:gd name="connsiteX177" fmla="*/ 6004510 w 6128435"/>
              <a:gd name="connsiteY177" fmla="*/ 6599256 h 6858000"/>
              <a:gd name="connsiteX178" fmla="*/ 5986207 w 6128435"/>
              <a:gd name="connsiteY178" fmla="*/ 6695855 h 6858000"/>
              <a:gd name="connsiteX179" fmla="*/ 5979428 w 6128435"/>
              <a:gd name="connsiteY179" fmla="*/ 6754678 h 6858000"/>
              <a:gd name="connsiteX180" fmla="*/ 5983398 w 6128435"/>
              <a:gd name="connsiteY180" fmla="*/ 6778641 h 6858000"/>
              <a:gd name="connsiteX181" fmla="*/ 5984543 w 6128435"/>
              <a:gd name="connsiteY181" fmla="*/ 6811016 h 6858000"/>
              <a:gd name="connsiteX182" fmla="*/ 5981802 w 6128435"/>
              <a:gd name="connsiteY182" fmla="*/ 6838578 h 6858000"/>
              <a:gd name="connsiteX183" fmla="*/ 5979671 w 6128435"/>
              <a:gd name="connsiteY183" fmla="*/ 6858000 h 6858000"/>
              <a:gd name="connsiteX184" fmla="*/ 0 w 6128435"/>
              <a:gd name="connsiteY184" fmla="*/ 6858000 h 6858000"/>
              <a:gd name="connsiteX185" fmla="*/ 0 w 6128435"/>
              <a:gd name="connsiteY18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80947 w 6128435"/>
              <a:gd name="connsiteY35" fmla="*/ 1904438 h 6858000"/>
              <a:gd name="connsiteX36" fmla="*/ 5252592 w 6128435"/>
              <a:gd name="connsiteY36" fmla="*/ 2092210 h 6858000"/>
              <a:gd name="connsiteX37" fmla="*/ 5264303 w 6128435"/>
              <a:gd name="connsiteY37" fmla="*/ 2225157 h 6858000"/>
              <a:gd name="connsiteX38" fmla="*/ 5254949 w 6128435"/>
              <a:gd name="connsiteY38" fmla="*/ 2236160 h 6858000"/>
              <a:gd name="connsiteX39" fmla="*/ 5250104 w 6128435"/>
              <a:gd name="connsiteY39" fmla="*/ 2249166 h 6858000"/>
              <a:gd name="connsiteX40" fmla="*/ 5251214 w 6128435"/>
              <a:gd name="connsiteY40" fmla="*/ 2250944 h 6858000"/>
              <a:gd name="connsiteX41" fmla="*/ 5250644 w 6128435"/>
              <a:gd name="connsiteY41" fmla="*/ 2266619 h 6858000"/>
              <a:gd name="connsiteX42" fmla="*/ 5247111 w 6128435"/>
              <a:gd name="connsiteY42" fmla="*/ 2269679 h 6858000"/>
              <a:gd name="connsiteX43" fmla="*/ 5245653 w 6128435"/>
              <a:gd name="connsiteY43" fmla="*/ 2280317 h 6858000"/>
              <a:gd name="connsiteX44" fmla="*/ 5239901 w 6128435"/>
              <a:gd name="connsiteY44" fmla="*/ 2300961 h 6858000"/>
              <a:gd name="connsiteX45" fmla="*/ 5241522 w 6128435"/>
              <a:gd name="connsiteY45" fmla="*/ 2305114 h 6858000"/>
              <a:gd name="connsiteX46" fmla="*/ 5237050 w 6128435"/>
              <a:gd name="connsiteY46" fmla="*/ 2336703 h 6858000"/>
              <a:gd name="connsiteX47" fmla="*/ 5238267 w 6128435"/>
              <a:gd name="connsiteY47" fmla="*/ 2337277 h 6858000"/>
              <a:gd name="connsiteX48" fmla="*/ 5242602 w 6128435"/>
              <a:gd name="connsiteY48" fmla="*/ 2346782 h 6858000"/>
              <a:gd name="connsiteX49" fmla="*/ 5247963 w 6128435"/>
              <a:gd name="connsiteY49" fmla="*/ 2364638 h 6858000"/>
              <a:gd name="connsiteX50" fmla="*/ 5276175 w 6128435"/>
              <a:gd name="connsiteY50" fmla="*/ 2407515 h 6858000"/>
              <a:gd name="connsiteX51" fmla="*/ 5271650 w 6128435"/>
              <a:gd name="connsiteY51" fmla="*/ 2440467 h 6858000"/>
              <a:gd name="connsiteX52" fmla="*/ 5271438 w 6128435"/>
              <a:gd name="connsiteY52" fmla="*/ 2447186 h 6858000"/>
              <a:gd name="connsiteX53" fmla="*/ 5271722 w 6128435"/>
              <a:gd name="connsiteY53" fmla="*/ 2447359 h 6858000"/>
              <a:gd name="connsiteX54" fmla="*/ 5272069 w 6128435"/>
              <a:gd name="connsiteY54" fmla="*/ 2454523 h 6858000"/>
              <a:gd name="connsiteX55" fmla="*/ 5271049 w 6128435"/>
              <a:gd name="connsiteY55" fmla="*/ 2459442 h 6858000"/>
              <a:gd name="connsiteX56" fmla="*/ 5270636 w 6128435"/>
              <a:gd name="connsiteY56" fmla="*/ 2472481 h 6858000"/>
              <a:gd name="connsiteX57" fmla="*/ 5272406 w 6128435"/>
              <a:gd name="connsiteY57" fmla="*/ 2477221 h 6858000"/>
              <a:gd name="connsiteX58" fmla="*/ 5307538 w 6128435"/>
              <a:gd name="connsiteY58" fmla="*/ 2514685 h 6858000"/>
              <a:gd name="connsiteX59" fmla="*/ 5337604 w 6128435"/>
              <a:gd name="connsiteY59" fmla="*/ 2597632 h 6858000"/>
              <a:gd name="connsiteX60" fmla="*/ 5407503 w 6128435"/>
              <a:gd name="connsiteY60" fmla="*/ 2786290 h 6858000"/>
              <a:gd name="connsiteX61" fmla="*/ 5407356 w 6128435"/>
              <a:gd name="connsiteY61" fmla="*/ 2787545 h 6858000"/>
              <a:gd name="connsiteX62" fmla="*/ 5411130 w 6128435"/>
              <a:gd name="connsiteY62" fmla="*/ 2788640 h 6858000"/>
              <a:gd name="connsiteX63" fmla="*/ 5416439 w 6128435"/>
              <a:gd name="connsiteY63" fmla="*/ 2805666 h 6858000"/>
              <a:gd name="connsiteX64" fmla="*/ 5416589 w 6128435"/>
              <a:gd name="connsiteY64" fmla="*/ 2810822 h 6858000"/>
              <a:gd name="connsiteX65" fmla="*/ 5418542 w 6128435"/>
              <a:gd name="connsiteY65" fmla="*/ 2817745 h 6858000"/>
              <a:gd name="connsiteX66" fmla="*/ 5418847 w 6128435"/>
              <a:gd name="connsiteY66" fmla="*/ 2817825 h 6858000"/>
              <a:gd name="connsiteX67" fmla="*/ 5423364 w 6128435"/>
              <a:gd name="connsiteY67" fmla="*/ 2858292 h 6858000"/>
              <a:gd name="connsiteX68" fmla="*/ 5479298 w 6128435"/>
              <a:gd name="connsiteY68" fmla="*/ 2947791 h 6858000"/>
              <a:gd name="connsiteX69" fmla="*/ 5481770 w 6128435"/>
              <a:gd name="connsiteY69" fmla="*/ 2951352 h 6858000"/>
              <a:gd name="connsiteX70" fmla="*/ 5481013 w 6128435"/>
              <a:gd name="connsiteY70" fmla="*/ 2973461 h 6858000"/>
              <a:gd name="connsiteX71" fmla="*/ 5482045 w 6128435"/>
              <a:gd name="connsiteY71" fmla="*/ 2984371 h 6858000"/>
              <a:gd name="connsiteX72" fmla="*/ 5479405 w 6128435"/>
              <a:gd name="connsiteY72" fmla="*/ 2988507 h 6858000"/>
              <a:gd name="connsiteX73" fmla="*/ 5482415 w 6128435"/>
              <a:gd name="connsiteY73" fmla="*/ 3004079 h 6858000"/>
              <a:gd name="connsiteX74" fmla="*/ 5483865 w 6128435"/>
              <a:gd name="connsiteY74" fmla="*/ 3005467 h 6858000"/>
              <a:gd name="connsiteX75" fmla="*/ 5482236 w 6128435"/>
              <a:gd name="connsiteY75" fmla="*/ 3019791 h 6858000"/>
              <a:gd name="connsiteX76" fmla="*/ 5475895 w 6128435"/>
              <a:gd name="connsiteY76" fmla="*/ 3033578 h 6858000"/>
              <a:gd name="connsiteX77" fmla="*/ 5477595 w 6128435"/>
              <a:gd name="connsiteY77" fmla="*/ 3250534 h 6858000"/>
              <a:gd name="connsiteX78" fmla="*/ 5532836 w 6128435"/>
              <a:gd name="connsiteY78" fmla="*/ 3353840 h 6858000"/>
              <a:gd name="connsiteX79" fmla="*/ 5561229 w 6128435"/>
              <a:gd name="connsiteY79" fmla="*/ 3395784 h 6858000"/>
              <a:gd name="connsiteX80" fmla="*/ 5589758 w 6128435"/>
              <a:gd name="connsiteY80" fmla="*/ 3506453 h 6858000"/>
              <a:gd name="connsiteX81" fmla="*/ 5596144 w 6128435"/>
              <a:gd name="connsiteY81" fmla="*/ 3534624 h 6858000"/>
              <a:gd name="connsiteX82" fmla="*/ 5597750 w 6128435"/>
              <a:gd name="connsiteY82" fmla="*/ 3534129 h 6858000"/>
              <a:gd name="connsiteX83" fmla="*/ 5599700 w 6128435"/>
              <a:gd name="connsiteY83" fmla="*/ 3547221 h 6858000"/>
              <a:gd name="connsiteX84" fmla="*/ 5615031 w 6128435"/>
              <a:gd name="connsiteY84" fmla="*/ 3557482 h 6858000"/>
              <a:gd name="connsiteX85" fmla="*/ 5618377 w 6128435"/>
              <a:gd name="connsiteY85" fmla="*/ 3588431 h 6858000"/>
              <a:gd name="connsiteX86" fmla="*/ 5612155 w 6128435"/>
              <a:gd name="connsiteY86" fmla="*/ 3589869 h 6858000"/>
              <a:gd name="connsiteX87" fmla="*/ 5620843 w 6128435"/>
              <a:gd name="connsiteY87" fmla="*/ 3606745 h 6858000"/>
              <a:gd name="connsiteX88" fmla="*/ 5655472 w 6128435"/>
              <a:gd name="connsiteY88" fmla="*/ 3678877 h 6858000"/>
              <a:gd name="connsiteX89" fmla="*/ 5680448 w 6128435"/>
              <a:gd name="connsiteY89" fmla="*/ 3717760 h 6858000"/>
              <a:gd name="connsiteX90" fmla="*/ 5683015 w 6128435"/>
              <a:gd name="connsiteY90" fmla="*/ 3762025 h 6858000"/>
              <a:gd name="connsiteX91" fmla="*/ 5696643 w 6128435"/>
              <a:gd name="connsiteY91" fmla="*/ 3773888 h 6858000"/>
              <a:gd name="connsiteX92" fmla="*/ 5699203 w 6128435"/>
              <a:gd name="connsiteY92" fmla="*/ 3775823 h 6858000"/>
              <a:gd name="connsiteX93" fmla="*/ 5704824 w 6128435"/>
              <a:gd name="connsiteY93" fmla="*/ 3785966 h 6858000"/>
              <a:gd name="connsiteX94" fmla="*/ 5712204 w 6128435"/>
              <a:gd name="connsiteY94" fmla="*/ 3785830 h 6858000"/>
              <a:gd name="connsiteX95" fmla="*/ 5724816 w 6128435"/>
              <a:gd name="connsiteY95" fmla="*/ 3798949 h 6858000"/>
              <a:gd name="connsiteX96" fmla="*/ 5733539 w 6128435"/>
              <a:gd name="connsiteY96" fmla="*/ 3818457 h 6858000"/>
              <a:gd name="connsiteX97" fmla="*/ 5768491 w 6128435"/>
              <a:gd name="connsiteY97" fmla="*/ 3914399 h 6858000"/>
              <a:gd name="connsiteX98" fmla="*/ 5793123 w 6128435"/>
              <a:gd name="connsiteY98" fmla="*/ 3969952 h 6858000"/>
              <a:gd name="connsiteX99" fmla="*/ 5808321 w 6128435"/>
              <a:gd name="connsiteY99" fmla="*/ 3988153 h 6858000"/>
              <a:gd name="connsiteX100" fmla="*/ 5825621 w 6128435"/>
              <a:gd name="connsiteY100" fmla="*/ 4015525 h 6858000"/>
              <a:gd name="connsiteX101" fmla="*/ 5860672 w 6128435"/>
              <a:gd name="connsiteY101" fmla="*/ 4061579 h 6858000"/>
              <a:gd name="connsiteX102" fmla="*/ 5872173 w 6128435"/>
              <a:gd name="connsiteY102" fmla="*/ 4088497 h 6858000"/>
              <a:gd name="connsiteX103" fmla="*/ 5883705 w 6128435"/>
              <a:gd name="connsiteY103" fmla="*/ 4101899 h 6858000"/>
              <a:gd name="connsiteX104" fmla="*/ 5885314 w 6128435"/>
              <a:gd name="connsiteY104" fmla="*/ 4108387 h 6858000"/>
              <a:gd name="connsiteX105" fmla="*/ 5894095 w 6128435"/>
              <a:gd name="connsiteY105" fmla="*/ 4128857 h 6858000"/>
              <a:gd name="connsiteX106" fmla="*/ 5898339 w 6128435"/>
              <a:gd name="connsiteY106" fmla="*/ 4140800 h 6858000"/>
              <a:gd name="connsiteX107" fmla="*/ 5899734 w 6128435"/>
              <a:gd name="connsiteY107" fmla="*/ 4145632 h 6858000"/>
              <a:gd name="connsiteX108" fmla="*/ 5897098 w 6128435"/>
              <a:gd name="connsiteY108" fmla="*/ 4157819 h 6858000"/>
              <a:gd name="connsiteX109" fmla="*/ 5903513 w 6128435"/>
              <a:gd name="connsiteY109" fmla="*/ 4187661 h 6858000"/>
              <a:gd name="connsiteX110" fmla="*/ 5917114 w 6128435"/>
              <a:gd name="connsiteY110" fmla="*/ 4213096 h 6858000"/>
              <a:gd name="connsiteX111" fmla="*/ 5921153 w 6128435"/>
              <a:gd name="connsiteY111" fmla="*/ 4236222 h 6858000"/>
              <a:gd name="connsiteX112" fmla="*/ 5924233 w 6128435"/>
              <a:gd name="connsiteY112" fmla="*/ 4242060 h 6858000"/>
              <a:gd name="connsiteX113" fmla="*/ 5928910 w 6128435"/>
              <a:gd name="connsiteY113" fmla="*/ 4300973 h 6858000"/>
              <a:gd name="connsiteX114" fmla="*/ 5939320 w 6128435"/>
              <a:gd name="connsiteY114" fmla="*/ 4340435 h 6858000"/>
              <a:gd name="connsiteX115" fmla="*/ 5946705 w 6128435"/>
              <a:gd name="connsiteY115" fmla="*/ 4428051 h 6858000"/>
              <a:gd name="connsiteX116" fmla="*/ 5949261 w 6128435"/>
              <a:gd name="connsiteY116" fmla="*/ 4449185 h 6858000"/>
              <a:gd name="connsiteX117" fmla="*/ 5957504 w 6128435"/>
              <a:gd name="connsiteY117" fmla="*/ 4465911 h 6858000"/>
              <a:gd name="connsiteX118" fmla="*/ 5964689 w 6128435"/>
              <a:gd name="connsiteY118" fmla="*/ 4468532 h 6858000"/>
              <a:gd name="connsiteX119" fmla="*/ 5967062 w 6128435"/>
              <a:gd name="connsiteY119" fmla="*/ 4479923 h 6858000"/>
              <a:gd name="connsiteX120" fmla="*/ 5968960 w 6128435"/>
              <a:gd name="connsiteY120" fmla="*/ 4482655 h 6858000"/>
              <a:gd name="connsiteX121" fmla="*/ 5978567 w 6128435"/>
              <a:gd name="connsiteY121" fmla="*/ 4498605 h 6858000"/>
              <a:gd name="connsiteX122" fmla="*/ 5980106 w 6128435"/>
              <a:gd name="connsiteY122" fmla="*/ 4585087 h 6858000"/>
              <a:gd name="connsiteX123" fmla="*/ 5998138 w 6128435"/>
              <a:gd name="connsiteY123" fmla="*/ 4697518 h 6858000"/>
              <a:gd name="connsiteX124" fmla="*/ 6013516 w 6128435"/>
              <a:gd name="connsiteY124" fmla="*/ 4786619 h 6858000"/>
              <a:gd name="connsiteX125" fmla="*/ 6025404 w 6128435"/>
              <a:gd name="connsiteY125" fmla="*/ 4858148 h 6858000"/>
              <a:gd name="connsiteX126" fmla="*/ 6007749 w 6128435"/>
              <a:gd name="connsiteY126" fmla="*/ 4964715 h 6858000"/>
              <a:gd name="connsiteX127" fmla="*/ 6005269 w 6128435"/>
              <a:gd name="connsiteY127" fmla="*/ 5150567 h 6858000"/>
              <a:gd name="connsiteX128" fmla="*/ 6001127 w 6128435"/>
              <a:gd name="connsiteY128" fmla="*/ 5164609 h 6858000"/>
              <a:gd name="connsiteX129" fmla="*/ 5996647 w 6128435"/>
              <a:gd name="connsiteY129" fmla="*/ 5185640 h 6858000"/>
              <a:gd name="connsiteX130" fmla="*/ 5998514 w 6128435"/>
              <a:gd name="connsiteY130" fmla="*/ 5189673 h 6858000"/>
              <a:gd name="connsiteX131" fmla="*/ 5995970 w 6128435"/>
              <a:gd name="connsiteY131" fmla="*/ 5221547 h 6858000"/>
              <a:gd name="connsiteX132" fmla="*/ 5997218 w 6128435"/>
              <a:gd name="connsiteY132" fmla="*/ 5222031 h 6858000"/>
              <a:gd name="connsiteX133" fmla="*/ 6002116 w 6128435"/>
              <a:gd name="connsiteY133" fmla="*/ 5231223 h 6858000"/>
              <a:gd name="connsiteX134" fmla="*/ 6008541 w 6128435"/>
              <a:gd name="connsiteY134" fmla="*/ 5248680 h 6858000"/>
              <a:gd name="connsiteX135" fmla="*/ 6039260 w 6128435"/>
              <a:gd name="connsiteY135" fmla="*/ 5289518 h 6858000"/>
              <a:gd name="connsiteX136" fmla="*/ 6036748 w 6128435"/>
              <a:gd name="connsiteY136" fmla="*/ 5322752 h 6858000"/>
              <a:gd name="connsiteX137" fmla="*/ 6036943 w 6128435"/>
              <a:gd name="connsiteY137" fmla="*/ 5329480 h 6858000"/>
              <a:gd name="connsiteX138" fmla="*/ 6037236 w 6128435"/>
              <a:gd name="connsiteY138" fmla="*/ 5329634 h 6858000"/>
              <a:gd name="connsiteX139" fmla="*/ 6038019 w 6128435"/>
              <a:gd name="connsiteY139" fmla="*/ 5336764 h 6858000"/>
              <a:gd name="connsiteX140" fmla="*/ 6037298 w 6128435"/>
              <a:gd name="connsiteY140" fmla="*/ 5341753 h 6858000"/>
              <a:gd name="connsiteX141" fmla="*/ 6037677 w 6128435"/>
              <a:gd name="connsiteY141" fmla="*/ 5354807 h 6858000"/>
              <a:gd name="connsiteX142" fmla="*/ 6039728 w 6128435"/>
              <a:gd name="connsiteY142" fmla="*/ 5359416 h 6858000"/>
              <a:gd name="connsiteX143" fmla="*/ 6043311 w 6128435"/>
              <a:gd name="connsiteY143" fmla="*/ 5361407 h 6858000"/>
              <a:gd name="connsiteX144" fmla="*/ 6042954 w 6128435"/>
              <a:gd name="connsiteY144" fmla="*/ 5362576 h 6858000"/>
              <a:gd name="connsiteX145" fmla="*/ 6053435 w 6128435"/>
              <a:gd name="connsiteY145" fmla="*/ 5387547 h 6858000"/>
              <a:gd name="connsiteX146" fmla="*/ 6065933 w 6128435"/>
              <a:gd name="connsiteY146" fmla="*/ 5443002 h 6858000"/>
              <a:gd name="connsiteX147" fmla="*/ 6068640 w 6128435"/>
              <a:gd name="connsiteY147" fmla="*/ 5474503 h 6858000"/>
              <a:gd name="connsiteX148" fmla="*/ 6080922 w 6128435"/>
              <a:gd name="connsiteY148" fmla="*/ 5561070 h 6858000"/>
              <a:gd name="connsiteX149" fmla="*/ 6096949 w 6128435"/>
              <a:gd name="connsiteY149" fmla="*/ 5648179 h 6858000"/>
              <a:gd name="connsiteX150" fmla="*/ 6125703 w 6128435"/>
              <a:gd name="connsiteY150" fmla="*/ 5692894 h 6858000"/>
              <a:gd name="connsiteX151" fmla="*/ 6126670 w 6128435"/>
              <a:gd name="connsiteY151" fmla="*/ 5697882 h 6858000"/>
              <a:gd name="connsiteX152" fmla="*/ 6124061 w 6128435"/>
              <a:gd name="connsiteY152" fmla="*/ 5710294 h 6858000"/>
              <a:gd name="connsiteX153" fmla="*/ 6122213 w 6128435"/>
              <a:gd name="connsiteY153" fmla="*/ 5714762 h 6858000"/>
              <a:gd name="connsiteX154" fmla="*/ 6121353 w 6128435"/>
              <a:gd name="connsiteY154" fmla="*/ 5721725 h 6858000"/>
              <a:gd name="connsiteX155" fmla="*/ 6121607 w 6128435"/>
              <a:gd name="connsiteY155" fmla="*/ 5721959 h 6858000"/>
              <a:gd name="connsiteX156" fmla="*/ 6120262 w 6128435"/>
              <a:gd name="connsiteY156" fmla="*/ 5728358 h 6858000"/>
              <a:gd name="connsiteX157" fmla="*/ 6110194 w 6128435"/>
              <a:gd name="connsiteY157" fmla="*/ 5758853 h 6858000"/>
              <a:gd name="connsiteX158" fmla="*/ 6127519 w 6128435"/>
              <a:gd name="connsiteY158" fmla="*/ 5865775 h 6858000"/>
              <a:gd name="connsiteX159" fmla="*/ 6128435 w 6128435"/>
              <a:gd name="connsiteY159" fmla="*/ 5870164 h 6858000"/>
              <a:gd name="connsiteX160" fmla="*/ 6119217 w 6128435"/>
              <a:gd name="connsiteY160" fmla="*/ 5888542 h 6858000"/>
              <a:gd name="connsiteX161" fmla="*/ 6115966 w 6128435"/>
              <a:gd name="connsiteY161" fmla="*/ 5898387 h 6858000"/>
              <a:gd name="connsiteX162" fmla="*/ 6111924 w 6128435"/>
              <a:gd name="connsiteY162" fmla="*/ 5900444 h 6858000"/>
              <a:gd name="connsiteX163" fmla="*/ 6108716 w 6128435"/>
              <a:gd name="connsiteY163" fmla="*/ 5915345 h 6858000"/>
              <a:gd name="connsiteX164" fmla="*/ 6109524 w 6128435"/>
              <a:gd name="connsiteY164" fmla="*/ 5917328 h 6858000"/>
              <a:gd name="connsiteX165" fmla="*/ 6102493 w 6128435"/>
              <a:gd name="connsiteY165" fmla="*/ 5928602 h 6858000"/>
              <a:gd name="connsiteX166" fmla="*/ 6056863 w 6128435"/>
              <a:gd name="connsiteY166" fmla="*/ 6000643 h 6858000"/>
              <a:gd name="connsiteX167" fmla="*/ 6045436 w 6128435"/>
              <a:gd name="connsiteY167" fmla="*/ 6124480 h 6858000"/>
              <a:gd name="connsiteX168" fmla="*/ 6030489 w 6128435"/>
              <a:gd name="connsiteY168" fmla="*/ 6317666 h 6858000"/>
              <a:gd name="connsiteX169" fmla="*/ 6007492 w 6128435"/>
              <a:gd name="connsiteY169" fmla="*/ 6440818 h 6858000"/>
              <a:gd name="connsiteX170" fmla="*/ 6009467 w 6128435"/>
              <a:gd name="connsiteY170" fmla="*/ 6487076 h 6858000"/>
              <a:gd name="connsiteX171" fmla="*/ 5995064 w 6128435"/>
              <a:gd name="connsiteY171" fmla="*/ 6540791 h 6858000"/>
              <a:gd name="connsiteX172" fmla="*/ 5996309 w 6128435"/>
              <a:gd name="connsiteY172" fmla="*/ 6543961 h 6858000"/>
              <a:gd name="connsiteX173" fmla="*/ 5996048 w 6128435"/>
              <a:gd name="connsiteY173" fmla="*/ 6555444 h 6858000"/>
              <a:gd name="connsiteX174" fmla="*/ 6002524 w 6128435"/>
              <a:gd name="connsiteY174" fmla="*/ 6560188 h 6858000"/>
              <a:gd name="connsiteX175" fmla="*/ 6006823 w 6128435"/>
              <a:gd name="connsiteY175" fmla="*/ 6578546 h 6858000"/>
              <a:gd name="connsiteX176" fmla="*/ 6004510 w 6128435"/>
              <a:gd name="connsiteY176" fmla="*/ 6599256 h 6858000"/>
              <a:gd name="connsiteX177" fmla="*/ 5986207 w 6128435"/>
              <a:gd name="connsiteY177" fmla="*/ 6695855 h 6858000"/>
              <a:gd name="connsiteX178" fmla="*/ 5979428 w 6128435"/>
              <a:gd name="connsiteY178" fmla="*/ 6754678 h 6858000"/>
              <a:gd name="connsiteX179" fmla="*/ 5983398 w 6128435"/>
              <a:gd name="connsiteY179" fmla="*/ 6778641 h 6858000"/>
              <a:gd name="connsiteX180" fmla="*/ 5984543 w 6128435"/>
              <a:gd name="connsiteY180" fmla="*/ 6811016 h 6858000"/>
              <a:gd name="connsiteX181" fmla="*/ 5981802 w 6128435"/>
              <a:gd name="connsiteY181" fmla="*/ 6838578 h 6858000"/>
              <a:gd name="connsiteX182" fmla="*/ 5979671 w 6128435"/>
              <a:gd name="connsiteY182" fmla="*/ 6858000 h 6858000"/>
              <a:gd name="connsiteX183" fmla="*/ 0 w 6128435"/>
              <a:gd name="connsiteY183" fmla="*/ 6858000 h 6858000"/>
              <a:gd name="connsiteX184" fmla="*/ 0 w 6128435"/>
              <a:gd name="connsiteY184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55696 w 6128435"/>
              <a:gd name="connsiteY34" fmla="*/ 1880842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6175 w 6128435"/>
              <a:gd name="connsiteY49" fmla="*/ 2407515 h 6858000"/>
              <a:gd name="connsiteX50" fmla="*/ 5271650 w 6128435"/>
              <a:gd name="connsiteY50" fmla="*/ 2440467 h 6858000"/>
              <a:gd name="connsiteX51" fmla="*/ 5271438 w 6128435"/>
              <a:gd name="connsiteY51" fmla="*/ 2447186 h 6858000"/>
              <a:gd name="connsiteX52" fmla="*/ 5271722 w 6128435"/>
              <a:gd name="connsiteY52" fmla="*/ 2447359 h 6858000"/>
              <a:gd name="connsiteX53" fmla="*/ 5272069 w 6128435"/>
              <a:gd name="connsiteY53" fmla="*/ 2454523 h 6858000"/>
              <a:gd name="connsiteX54" fmla="*/ 5271049 w 6128435"/>
              <a:gd name="connsiteY54" fmla="*/ 2459442 h 6858000"/>
              <a:gd name="connsiteX55" fmla="*/ 5270636 w 6128435"/>
              <a:gd name="connsiteY55" fmla="*/ 2472481 h 6858000"/>
              <a:gd name="connsiteX56" fmla="*/ 5272406 w 6128435"/>
              <a:gd name="connsiteY56" fmla="*/ 2477221 h 6858000"/>
              <a:gd name="connsiteX57" fmla="*/ 5307538 w 6128435"/>
              <a:gd name="connsiteY57" fmla="*/ 2514685 h 6858000"/>
              <a:gd name="connsiteX58" fmla="*/ 5337604 w 6128435"/>
              <a:gd name="connsiteY58" fmla="*/ 2597632 h 6858000"/>
              <a:gd name="connsiteX59" fmla="*/ 5407503 w 6128435"/>
              <a:gd name="connsiteY59" fmla="*/ 2786290 h 6858000"/>
              <a:gd name="connsiteX60" fmla="*/ 5407356 w 6128435"/>
              <a:gd name="connsiteY60" fmla="*/ 2787545 h 6858000"/>
              <a:gd name="connsiteX61" fmla="*/ 5411130 w 6128435"/>
              <a:gd name="connsiteY61" fmla="*/ 2788640 h 6858000"/>
              <a:gd name="connsiteX62" fmla="*/ 5416439 w 6128435"/>
              <a:gd name="connsiteY62" fmla="*/ 2805666 h 6858000"/>
              <a:gd name="connsiteX63" fmla="*/ 5416589 w 6128435"/>
              <a:gd name="connsiteY63" fmla="*/ 2810822 h 6858000"/>
              <a:gd name="connsiteX64" fmla="*/ 5418542 w 6128435"/>
              <a:gd name="connsiteY64" fmla="*/ 2817745 h 6858000"/>
              <a:gd name="connsiteX65" fmla="*/ 5418847 w 6128435"/>
              <a:gd name="connsiteY65" fmla="*/ 2817825 h 6858000"/>
              <a:gd name="connsiteX66" fmla="*/ 5423364 w 6128435"/>
              <a:gd name="connsiteY66" fmla="*/ 2858292 h 6858000"/>
              <a:gd name="connsiteX67" fmla="*/ 5479298 w 6128435"/>
              <a:gd name="connsiteY67" fmla="*/ 2947791 h 6858000"/>
              <a:gd name="connsiteX68" fmla="*/ 5481770 w 6128435"/>
              <a:gd name="connsiteY68" fmla="*/ 2951352 h 6858000"/>
              <a:gd name="connsiteX69" fmla="*/ 5481013 w 6128435"/>
              <a:gd name="connsiteY69" fmla="*/ 2973461 h 6858000"/>
              <a:gd name="connsiteX70" fmla="*/ 5482045 w 6128435"/>
              <a:gd name="connsiteY70" fmla="*/ 2984371 h 6858000"/>
              <a:gd name="connsiteX71" fmla="*/ 5479405 w 6128435"/>
              <a:gd name="connsiteY71" fmla="*/ 2988507 h 6858000"/>
              <a:gd name="connsiteX72" fmla="*/ 5482415 w 6128435"/>
              <a:gd name="connsiteY72" fmla="*/ 3004079 h 6858000"/>
              <a:gd name="connsiteX73" fmla="*/ 5483865 w 6128435"/>
              <a:gd name="connsiteY73" fmla="*/ 3005467 h 6858000"/>
              <a:gd name="connsiteX74" fmla="*/ 5482236 w 6128435"/>
              <a:gd name="connsiteY74" fmla="*/ 3019791 h 6858000"/>
              <a:gd name="connsiteX75" fmla="*/ 5475895 w 6128435"/>
              <a:gd name="connsiteY75" fmla="*/ 3033578 h 6858000"/>
              <a:gd name="connsiteX76" fmla="*/ 5477595 w 6128435"/>
              <a:gd name="connsiteY76" fmla="*/ 3250534 h 6858000"/>
              <a:gd name="connsiteX77" fmla="*/ 5532836 w 6128435"/>
              <a:gd name="connsiteY77" fmla="*/ 3353840 h 6858000"/>
              <a:gd name="connsiteX78" fmla="*/ 5561229 w 6128435"/>
              <a:gd name="connsiteY78" fmla="*/ 3395784 h 6858000"/>
              <a:gd name="connsiteX79" fmla="*/ 5589758 w 6128435"/>
              <a:gd name="connsiteY79" fmla="*/ 3506453 h 6858000"/>
              <a:gd name="connsiteX80" fmla="*/ 5596144 w 6128435"/>
              <a:gd name="connsiteY80" fmla="*/ 3534624 h 6858000"/>
              <a:gd name="connsiteX81" fmla="*/ 5597750 w 6128435"/>
              <a:gd name="connsiteY81" fmla="*/ 3534129 h 6858000"/>
              <a:gd name="connsiteX82" fmla="*/ 5599700 w 6128435"/>
              <a:gd name="connsiteY82" fmla="*/ 3547221 h 6858000"/>
              <a:gd name="connsiteX83" fmla="*/ 5615031 w 6128435"/>
              <a:gd name="connsiteY83" fmla="*/ 3557482 h 6858000"/>
              <a:gd name="connsiteX84" fmla="*/ 5618377 w 6128435"/>
              <a:gd name="connsiteY84" fmla="*/ 3588431 h 6858000"/>
              <a:gd name="connsiteX85" fmla="*/ 5612155 w 6128435"/>
              <a:gd name="connsiteY85" fmla="*/ 3589869 h 6858000"/>
              <a:gd name="connsiteX86" fmla="*/ 5620843 w 6128435"/>
              <a:gd name="connsiteY86" fmla="*/ 3606745 h 6858000"/>
              <a:gd name="connsiteX87" fmla="*/ 5655472 w 6128435"/>
              <a:gd name="connsiteY87" fmla="*/ 3678877 h 6858000"/>
              <a:gd name="connsiteX88" fmla="*/ 5680448 w 6128435"/>
              <a:gd name="connsiteY88" fmla="*/ 3717760 h 6858000"/>
              <a:gd name="connsiteX89" fmla="*/ 5683015 w 6128435"/>
              <a:gd name="connsiteY89" fmla="*/ 3762025 h 6858000"/>
              <a:gd name="connsiteX90" fmla="*/ 5696643 w 6128435"/>
              <a:gd name="connsiteY90" fmla="*/ 3773888 h 6858000"/>
              <a:gd name="connsiteX91" fmla="*/ 5699203 w 6128435"/>
              <a:gd name="connsiteY91" fmla="*/ 3775823 h 6858000"/>
              <a:gd name="connsiteX92" fmla="*/ 5704824 w 6128435"/>
              <a:gd name="connsiteY92" fmla="*/ 3785966 h 6858000"/>
              <a:gd name="connsiteX93" fmla="*/ 5712204 w 6128435"/>
              <a:gd name="connsiteY93" fmla="*/ 3785830 h 6858000"/>
              <a:gd name="connsiteX94" fmla="*/ 5724816 w 6128435"/>
              <a:gd name="connsiteY94" fmla="*/ 3798949 h 6858000"/>
              <a:gd name="connsiteX95" fmla="*/ 5733539 w 6128435"/>
              <a:gd name="connsiteY95" fmla="*/ 3818457 h 6858000"/>
              <a:gd name="connsiteX96" fmla="*/ 5768491 w 6128435"/>
              <a:gd name="connsiteY96" fmla="*/ 3914399 h 6858000"/>
              <a:gd name="connsiteX97" fmla="*/ 5793123 w 6128435"/>
              <a:gd name="connsiteY97" fmla="*/ 3969952 h 6858000"/>
              <a:gd name="connsiteX98" fmla="*/ 5808321 w 6128435"/>
              <a:gd name="connsiteY98" fmla="*/ 3988153 h 6858000"/>
              <a:gd name="connsiteX99" fmla="*/ 5825621 w 6128435"/>
              <a:gd name="connsiteY99" fmla="*/ 4015525 h 6858000"/>
              <a:gd name="connsiteX100" fmla="*/ 5860672 w 6128435"/>
              <a:gd name="connsiteY100" fmla="*/ 4061579 h 6858000"/>
              <a:gd name="connsiteX101" fmla="*/ 5872173 w 6128435"/>
              <a:gd name="connsiteY101" fmla="*/ 4088497 h 6858000"/>
              <a:gd name="connsiteX102" fmla="*/ 5883705 w 6128435"/>
              <a:gd name="connsiteY102" fmla="*/ 4101899 h 6858000"/>
              <a:gd name="connsiteX103" fmla="*/ 5885314 w 6128435"/>
              <a:gd name="connsiteY103" fmla="*/ 4108387 h 6858000"/>
              <a:gd name="connsiteX104" fmla="*/ 5894095 w 6128435"/>
              <a:gd name="connsiteY104" fmla="*/ 4128857 h 6858000"/>
              <a:gd name="connsiteX105" fmla="*/ 5898339 w 6128435"/>
              <a:gd name="connsiteY105" fmla="*/ 4140800 h 6858000"/>
              <a:gd name="connsiteX106" fmla="*/ 5899734 w 6128435"/>
              <a:gd name="connsiteY106" fmla="*/ 4145632 h 6858000"/>
              <a:gd name="connsiteX107" fmla="*/ 5897098 w 6128435"/>
              <a:gd name="connsiteY107" fmla="*/ 4157819 h 6858000"/>
              <a:gd name="connsiteX108" fmla="*/ 5903513 w 6128435"/>
              <a:gd name="connsiteY108" fmla="*/ 4187661 h 6858000"/>
              <a:gd name="connsiteX109" fmla="*/ 5917114 w 6128435"/>
              <a:gd name="connsiteY109" fmla="*/ 4213096 h 6858000"/>
              <a:gd name="connsiteX110" fmla="*/ 5921153 w 6128435"/>
              <a:gd name="connsiteY110" fmla="*/ 4236222 h 6858000"/>
              <a:gd name="connsiteX111" fmla="*/ 5924233 w 6128435"/>
              <a:gd name="connsiteY111" fmla="*/ 4242060 h 6858000"/>
              <a:gd name="connsiteX112" fmla="*/ 5928910 w 6128435"/>
              <a:gd name="connsiteY112" fmla="*/ 4300973 h 6858000"/>
              <a:gd name="connsiteX113" fmla="*/ 5939320 w 6128435"/>
              <a:gd name="connsiteY113" fmla="*/ 4340435 h 6858000"/>
              <a:gd name="connsiteX114" fmla="*/ 5946705 w 6128435"/>
              <a:gd name="connsiteY114" fmla="*/ 4428051 h 6858000"/>
              <a:gd name="connsiteX115" fmla="*/ 5949261 w 6128435"/>
              <a:gd name="connsiteY115" fmla="*/ 4449185 h 6858000"/>
              <a:gd name="connsiteX116" fmla="*/ 5957504 w 6128435"/>
              <a:gd name="connsiteY116" fmla="*/ 4465911 h 6858000"/>
              <a:gd name="connsiteX117" fmla="*/ 5964689 w 6128435"/>
              <a:gd name="connsiteY117" fmla="*/ 4468532 h 6858000"/>
              <a:gd name="connsiteX118" fmla="*/ 5967062 w 6128435"/>
              <a:gd name="connsiteY118" fmla="*/ 4479923 h 6858000"/>
              <a:gd name="connsiteX119" fmla="*/ 5968960 w 6128435"/>
              <a:gd name="connsiteY119" fmla="*/ 4482655 h 6858000"/>
              <a:gd name="connsiteX120" fmla="*/ 5978567 w 6128435"/>
              <a:gd name="connsiteY120" fmla="*/ 4498605 h 6858000"/>
              <a:gd name="connsiteX121" fmla="*/ 5980106 w 6128435"/>
              <a:gd name="connsiteY121" fmla="*/ 4585087 h 6858000"/>
              <a:gd name="connsiteX122" fmla="*/ 5998138 w 6128435"/>
              <a:gd name="connsiteY122" fmla="*/ 4697518 h 6858000"/>
              <a:gd name="connsiteX123" fmla="*/ 6013516 w 6128435"/>
              <a:gd name="connsiteY123" fmla="*/ 4786619 h 6858000"/>
              <a:gd name="connsiteX124" fmla="*/ 6025404 w 6128435"/>
              <a:gd name="connsiteY124" fmla="*/ 4858148 h 6858000"/>
              <a:gd name="connsiteX125" fmla="*/ 6007749 w 6128435"/>
              <a:gd name="connsiteY125" fmla="*/ 4964715 h 6858000"/>
              <a:gd name="connsiteX126" fmla="*/ 6005269 w 6128435"/>
              <a:gd name="connsiteY126" fmla="*/ 5150567 h 6858000"/>
              <a:gd name="connsiteX127" fmla="*/ 6001127 w 6128435"/>
              <a:gd name="connsiteY127" fmla="*/ 5164609 h 6858000"/>
              <a:gd name="connsiteX128" fmla="*/ 5996647 w 6128435"/>
              <a:gd name="connsiteY128" fmla="*/ 5185640 h 6858000"/>
              <a:gd name="connsiteX129" fmla="*/ 5998514 w 6128435"/>
              <a:gd name="connsiteY129" fmla="*/ 5189673 h 6858000"/>
              <a:gd name="connsiteX130" fmla="*/ 5995970 w 6128435"/>
              <a:gd name="connsiteY130" fmla="*/ 5221547 h 6858000"/>
              <a:gd name="connsiteX131" fmla="*/ 5997218 w 6128435"/>
              <a:gd name="connsiteY131" fmla="*/ 5222031 h 6858000"/>
              <a:gd name="connsiteX132" fmla="*/ 6002116 w 6128435"/>
              <a:gd name="connsiteY132" fmla="*/ 5231223 h 6858000"/>
              <a:gd name="connsiteX133" fmla="*/ 6008541 w 6128435"/>
              <a:gd name="connsiteY133" fmla="*/ 5248680 h 6858000"/>
              <a:gd name="connsiteX134" fmla="*/ 6039260 w 6128435"/>
              <a:gd name="connsiteY134" fmla="*/ 5289518 h 6858000"/>
              <a:gd name="connsiteX135" fmla="*/ 6036748 w 6128435"/>
              <a:gd name="connsiteY135" fmla="*/ 5322752 h 6858000"/>
              <a:gd name="connsiteX136" fmla="*/ 6036943 w 6128435"/>
              <a:gd name="connsiteY136" fmla="*/ 5329480 h 6858000"/>
              <a:gd name="connsiteX137" fmla="*/ 6037236 w 6128435"/>
              <a:gd name="connsiteY137" fmla="*/ 5329634 h 6858000"/>
              <a:gd name="connsiteX138" fmla="*/ 6038019 w 6128435"/>
              <a:gd name="connsiteY138" fmla="*/ 5336764 h 6858000"/>
              <a:gd name="connsiteX139" fmla="*/ 6037298 w 6128435"/>
              <a:gd name="connsiteY139" fmla="*/ 5341753 h 6858000"/>
              <a:gd name="connsiteX140" fmla="*/ 6037677 w 6128435"/>
              <a:gd name="connsiteY140" fmla="*/ 5354807 h 6858000"/>
              <a:gd name="connsiteX141" fmla="*/ 6039728 w 6128435"/>
              <a:gd name="connsiteY141" fmla="*/ 5359416 h 6858000"/>
              <a:gd name="connsiteX142" fmla="*/ 6043311 w 6128435"/>
              <a:gd name="connsiteY142" fmla="*/ 5361407 h 6858000"/>
              <a:gd name="connsiteX143" fmla="*/ 6042954 w 6128435"/>
              <a:gd name="connsiteY143" fmla="*/ 5362576 h 6858000"/>
              <a:gd name="connsiteX144" fmla="*/ 6053435 w 6128435"/>
              <a:gd name="connsiteY144" fmla="*/ 5387547 h 6858000"/>
              <a:gd name="connsiteX145" fmla="*/ 6065933 w 6128435"/>
              <a:gd name="connsiteY145" fmla="*/ 5443002 h 6858000"/>
              <a:gd name="connsiteX146" fmla="*/ 6068640 w 6128435"/>
              <a:gd name="connsiteY146" fmla="*/ 5474503 h 6858000"/>
              <a:gd name="connsiteX147" fmla="*/ 6080922 w 6128435"/>
              <a:gd name="connsiteY147" fmla="*/ 5561070 h 6858000"/>
              <a:gd name="connsiteX148" fmla="*/ 6096949 w 6128435"/>
              <a:gd name="connsiteY148" fmla="*/ 5648179 h 6858000"/>
              <a:gd name="connsiteX149" fmla="*/ 6125703 w 6128435"/>
              <a:gd name="connsiteY149" fmla="*/ 5692894 h 6858000"/>
              <a:gd name="connsiteX150" fmla="*/ 6126670 w 6128435"/>
              <a:gd name="connsiteY150" fmla="*/ 5697882 h 6858000"/>
              <a:gd name="connsiteX151" fmla="*/ 6124061 w 6128435"/>
              <a:gd name="connsiteY151" fmla="*/ 5710294 h 6858000"/>
              <a:gd name="connsiteX152" fmla="*/ 6122213 w 6128435"/>
              <a:gd name="connsiteY152" fmla="*/ 5714762 h 6858000"/>
              <a:gd name="connsiteX153" fmla="*/ 6121353 w 6128435"/>
              <a:gd name="connsiteY153" fmla="*/ 5721725 h 6858000"/>
              <a:gd name="connsiteX154" fmla="*/ 6121607 w 6128435"/>
              <a:gd name="connsiteY154" fmla="*/ 5721959 h 6858000"/>
              <a:gd name="connsiteX155" fmla="*/ 6120262 w 6128435"/>
              <a:gd name="connsiteY155" fmla="*/ 5728358 h 6858000"/>
              <a:gd name="connsiteX156" fmla="*/ 6110194 w 6128435"/>
              <a:gd name="connsiteY156" fmla="*/ 5758853 h 6858000"/>
              <a:gd name="connsiteX157" fmla="*/ 6127519 w 6128435"/>
              <a:gd name="connsiteY157" fmla="*/ 5865775 h 6858000"/>
              <a:gd name="connsiteX158" fmla="*/ 6128435 w 6128435"/>
              <a:gd name="connsiteY158" fmla="*/ 5870164 h 6858000"/>
              <a:gd name="connsiteX159" fmla="*/ 6119217 w 6128435"/>
              <a:gd name="connsiteY159" fmla="*/ 5888542 h 6858000"/>
              <a:gd name="connsiteX160" fmla="*/ 6115966 w 6128435"/>
              <a:gd name="connsiteY160" fmla="*/ 5898387 h 6858000"/>
              <a:gd name="connsiteX161" fmla="*/ 6111924 w 6128435"/>
              <a:gd name="connsiteY161" fmla="*/ 5900444 h 6858000"/>
              <a:gd name="connsiteX162" fmla="*/ 6108716 w 6128435"/>
              <a:gd name="connsiteY162" fmla="*/ 5915345 h 6858000"/>
              <a:gd name="connsiteX163" fmla="*/ 6109524 w 6128435"/>
              <a:gd name="connsiteY163" fmla="*/ 5917328 h 6858000"/>
              <a:gd name="connsiteX164" fmla="*/ 6102493 w 6128435"/>
              <a:gd name="connsiteY164" fmla="*/ 5928602 h 6858000"/>
              <a:gd name="connsiteX165" fmla="*/ 6056863 w 6128435"/>
              <a:gd name="connsiteY165" fmla="*/ 6000643 h 6858000"/>
              <a:gd name="connsiteX166" fmla="*/ 6045436 w 6128435"/>
              <a:gd name="connsiteY166" fmla="*/ 6124480 h 6858000"/>
              <a:gd name="connsiteX167" fmla="*/ 6030489 w 6128435"/>
              <a:gd name="connsiteY167" fmla="*/ 6317666 h 6858000"/>
              <a:gd name="connsiteX168" fmla="*/ 6007492 w 6128435"/>
              <a:gd name="connsiteY168" fmla="*/ 6440818 h 6858000"/>
              <a:gd name="connsiteX169" fmla="*/ 6009467 w 6128435"/>
              <a:gd name="connsiteY169" fmla="*/ 6487076 h 6858000"/>
              <a:gd name="connsiteX170" fmla="*/ 5995064 w 6128435"/>
              <a:gd name="connsiteY170" fmla="*/ 6540791 h 6858000"/>
              <a:gd name="connsiteX171" fmla="*/ 5996309 w 6128435"/>
              <a:gd name="connsiteY171" fmla="*/ 6543961 h 6858000"/>
              <a:gd name="connsiteX172" fmla="*/ 5996048 w 6128435"/>
              <a:gd name="connsiteY172" fmla="*/ 6555444 h 6858000"/>
              <a:gd name="connsiteX173" fmla="*/ 6002524 w 6128435"/>
              <a:gd name="connsiteY173" fmla="*/ 6560188 h 6858000"/>
              <a:gd name="connsiteX174" fmla="*/ 6006823 w 6128435"/>
              <a:gd name="connsiteY174" fmla="*/ 6578546 h 6858000"/>
              <a:gd name="connsiteX175" fmla="*/ 6004510 w 6128435"/>
              <a:gd name="connsiteY175" fmla="*/ 6599256 h 6858000"/>
              <a:gd name="connsiteX176" fmla="*/ 5986207 w 6128435"/>
              <a:gd name="connsiteY176" fmla="*/ 6695855 h 6858000"/>
              <a:gd name="connsiteX177" fmla="*/ 5979428 w 6128435"/>
              <a:gd name="connsiteY177" fmla="*/ 6754678 h 6858000"/>
              <a:gd name="connsiteX178" fmla="*/ 5983398 w 6128435"/>
              <a:gd name="connsiteY178" fmla="*/ 6778641 h 6858000"/>
              <a:gd name="connsiteX179" fmla="*/ 5984543 w 6128435"/>
              <a:gd name="connsiteY179" fmla="*/ 6811016 h 6858000"/>
              <a:gd name="connsiteX180" fmla="*/ 5981802 w 6128435"/>
              <a:gd name="connsiteY180" fmla="*/ 6838578 h 6858000"/>
              <a:gd name="connsiteX181" fmla="*/ 5979671 w 6128435"/>
              <a:gd name="connsiteY181" fmla="*/ 6858000 h 6858000"/>
              <a:gd name="connsiteX182" fmla="*/ 0 w 6128435"/>
              <a:gd name="connsiteY182" fmla="*/ 6858000 h 6858000"/>
              <a:gd name="connsiteX183" fmla="*/ 0 w 6128435"/>
              <a:gd name="connsiteY18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01198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6175 w 6128435"/>
              <a:gd name="connsiteY49" fmla="*/ 2407515 h 6858000"/>
              <a:gd name="connsiteX50" fmla="*/ 5271650 w 6128435"/>
              <a:gd name="connsiteY50" fmla="*/ 2440467 h 6858000"/>
              <a:gd name="connsiteX51" fmla="*/ 5271438 w 6128435"/>
              <a:gd name="connsiteY51" fmla="*/ 2447186 h 6858000"/>
              <a:gd name="connsiteX52" fmla="*/ 5271722 w 6128435"/>
              <a:gd name="connsiteY52" fmla="*/ 2447359 h 6858000"/>
              <a:gd name="connsiteX53" fmla="*/ 5272069 w 6128435"/>
              <a:gd name="connsiteY53" fmla="*/ 2454523 h 6858000"/>
              <a:gd name="connsiteX54" fmla="*/ 5271049 w 6128435"/>
              <a:gd name="connsiteY54" fmla="*/ 2459442 h 6858000"/>
              <a:gd name="connsiteX55" fmla="*/ 5270636 w 6128435"/>
              <a:gd name="connsiteY55" fmla="*/ 2472481 h 6858000"/>
              <a:gd name="connsiteX56" fmla="*/ 5272406 w 6128435"/>
              <a:gd name="connsiteY56" fmla="*/ 2477221 h 6858000"/>
              <a:gd name="connsiteX57" fmla="*/ 5307538 w 6128435"/>
              <a:gd name="connsiteY57" fmla="*/ 2514685 h 6858000"/>
              <a:gd name="connsiteX58" fmla="*/ 5337604 w 6128435"/>
              <a:gd name="connsiteY58" fmla="*/ 2597632 h 6858000"/>
              <a:gd name="connsiteX59" fmla="*/ 5407503 w 6128435"/>
              <a:gd name="connsiteY59" fmla="*/ 2786290 h 6858000"/>
              <a:gd name="connsiteX60" fmla="*/ 5407356 w 6128435"/>
              <a:gd name="connsiteY60" fmla="*/ 2787545 h 6858000"/>
              <a:gd name="connsiteX61" fmla="*/ 5411130 w 6128435"/>
              <a:gd name="connsiteY61" fmla="*/ 2788640 h 6858000"/>
              <a:gd name="connsiteX62" fmla="*/ 5416439 w 6128435"/>
              <a:gd name="connsiteY62" fmla="*/ 2805666 h 6858000"/>
              <a:gd name="connsiteX63" fmla="*/ 5416589 w 6128435"/>
              <a:gd name="connsiteY63" fmla="*/ 2810822 h 6858000"/>
              <a:gd name="connsiteX64" fmla="*/ 5418542 w 6128435"/>
              <a:gd name="connsiteY64" fmla="*/ 2817745 h 6858000"/>
              <a:gd name="connsiteX65" fmla="*/ 5418847 w 6128435"/>
              <a:gd name="connsiteY65" fmla="*/ 2817825 h 6858000"/>
              <a:gd name="connsiteX66" fmla="*/ 5423364 w 6128435"/>
              <a:gd name="connsiteY66" fmla="*/ 2858292 h 6858000"/>
              <a:gd name="connsiteX67" fmla="*/ 5479298 w 6128435"/>
              <a:gd name="connsiteY67" fmla="*/ 2947791 h 6858000"/>
              <a:gd name="connsiteX68" fmla="*/ 5481770 w 6128435"/>
              <a:gd name="connsiteY68" fmla="*/ 2951352 h 6858000"/>
              <a:gd name="connsiteX69" fmla="*/ 5481013 w 6128435"/>
              <a:gd name="connsiteY69" fmla="*/ 2973461 h 6858000"/>
              <a:gd name="connsiteX70" fmla="*/ 5482045 w 6128435"/>
              <a:gd name="connsiteY70" fmla="*/ 2984371 h 6858000"/>
              <a:gd name="connsiteX71" fmla="*/ 5479405 w 6128435"/>
              <a:gd name="connsiteY71" fmla="*/ 2988507 h 6858000"/>
              <a:gd name="connsiteX72" fmla="*/ 5482415 w 6128435"/>
              <a:gd name="connsiteY72" fmla="*/ 3004079 h 6858000"/>
              <a:gd name="connsiteX73" fmla="*/ 5483865 w 6128435"/>
              <a:gd name="connsiteY73" fmla="*/ 3005467 h 6858000"/>
              <a:gd name="connsiteX74" fmla="*/ 5482236 w 6128435"/>
              <a:gd name="connsiteY74" fmla="*/ 3019791 h 6858000"/>
              <a:gd name="connsiteX75" fmla="*/ 5475895 w 6128435"/>
              <a:gd name="connsiteY75" fmla="*/ 3033578 h 6858000"/>
              <a:gd name="connsiteX76" fmla="*/ 5477595 w 6128435"/>
              <a:gd name="connsiteY76" fmla="*/ 3250534 h 6858000"/>
              <a:gd name="connsiteX77" fmla="*/ 5532836 w 6128435"/>
              <a:gd name="connsiteY77" fmla="*/ 3353840 h 6858000"/>
              <a:gd name="connsiteX78" fmla="*/ 5561229 w 6128435"/>
              <a:gd name="connsiteY78" fmla="*/ 3395784 h 6858000"/>
              <a:gd name="connsiteX79" fmla="*/ 5589758 w 6128435"/>
              <a:gd name="connsiteY79" fmla="*/ 3506453 h 6858000"/>
              <a:gd name="connsiteX80" fmla="*/ 5596144 w 6128435"/>
              <a:gd name="connsiteY80" fmla="*/ 3534624 h 6858000"/>
              <a:gd name="connsiteX81" fmla="*/ 5597750 w 6128435"/>
              <a:gd name="connsiteY81" fmla="*/ 3534129 h 6858000"/>
              <a:gd name="connsiteX82" fmla="*/ 5599700 w 6128435"/>
              <a:gd name="connsiteY82" fmla="*/ 3547221 h 6858000"/>
              <a:gd name="connsiteX83" fmla="*/ 5615031 w 6128435"/>
              <a:gd name="connsiteY83" fmla="*/ 3557482 h 6858000"/>
              <a:gd name="connsiteX84" fmla="*/ 5618377 w 6128435"/>
              <a:gd name="connsiteY84" fmla="*/ 3588431 h 6858000"/>
              <a:gd name="connsiteX85" fmla="*/ 5612155 w 6128435"/>
              <a:gd name="connsiteY85" fmla="*/ 3589869 h 6858000"/>
              <a:gd name="connsiteX86" fmla="*/ 5620843 w 6128435"/>
              <a:gd name="connsiteY86" fmla="*/ 3606745 h 6858000"/>
              <a:gd name="connsiteX87" fmla="*/ 5655472 w 6128435"/>
              <a:gd name="connsiteY87" fmla="*/ 3678877 h 6858000"/>
              <a:gd name="connsiteX88" fmla="*/ 5680448 w 6128435"/>
              <a:gd name="connsiteY88" fmla="*/ 3717760 h 6858000"/>
              <a:gd name="connsiteX89" fmla="*/ 5683015 w 6128435"/>
              <a:gd name="connsiteY89" fmla="*/ 3762025 h 6858000"/>
              <a:gd name="connsiteX90" fmla="*/ 5696643 w 6128435"/>
              <a:gd name="connsiteY90" fmla="*/ 3773888 h 6858000"/>
              <a:gd name="connsiteX91" fmla="*/ 5699203 w 6128435"/>
              <a:gd name="connsiteY91" fmla="*/ 3775823 h 6858000"/>
              <a:gd name="connsiteX92" fmla="*/ 5704824 w 6128435"/>
              <a:gd name="connsiteY92" fmla="*/ 3785966 h 6858000"/>
              <a:gd name="connsiteX93" fmla="*/ 5712204 w 6128435"/>
              <a:gd name="connsiteY93" fmla="*/ 3785830 h 6858000"/>
              <a:gd name="connsiteX94" fmla="*/ 5724816 w 6128435"/>
              <a:gd name="connsiteY94" fmla="*/ 3798949 h 6858000"/>
              <a:gd name="connsiteX95" fmla="*/ 5733539 w 6128435"/>
              <a:gd name="connsiteY95" fmla="*/ 3818457 h 6858000"/>
              <a:gd name="connsiteX96" fmla="*/ 5768491 w 6128435"/>
              <a:gd name="connsiteY96" fmla="*/ 3914399 h 6858000"/>
              <a:gd name="connsiteX97" fmla="*/ 5793123 w 6128435"/>
              <a:gd name="connsiteY97" fmla="*/ 3969952 h 6858000"/>
              <a:gd name="connsiteX98" fmla="*/ 5808321 w 6128435"/>
              <a:gd name="connsiteY98" fmla="*/ 3988153 h 6858000"/>
              <a:gd name="connsiteX99" fmla="*/ 5825621 w 6128435"/>
              <a:gd name="connsiteY99" fmla="*/ 4015525 h 6858000"/>
              <a:gd name="connsiteX100" fmla="*/ 5860672 w 6128435"/>
              <a:gd name="connsiteY100" fmla="*/ 4061579 h 6858000"/>
              <a:gd name="connsiteX101" fmla="*/ 5872173 w 6128435"/>
              <a:gd name="connsiteY101" fmla="*/ 4088497 h 6858000"/>
              <a:gd name="connsiteX102" fmla="*/ 5883705 w 6128435"/>
              <a:gd name="connsiteY102" fmla="*/ 4101899 h 6858000"/>
              <a:gd name="connsiteX103" fmla="*/ 5885314 w 6128435"/>
              <a:gd name="connsiteY103" fmla="*/ 4108387 h 6858000"/>
              <a:gd name="connsiteX104" fmla="*/ 5894095 w 6128435"/>
              <a:gd name="connsiteY104" fmla="*/ 4128857 h 6858000"/>
              <a:gd name="connsiteX105" fmla="*/ 5898339 w 6128435"/>
              <a:gd name="connsiteY105" fmla="*/ 4140800 h 6858000"/>
              <a:gd name="connsiteX106" fmla="*/ 5899734 w 6128435"/>
              <a:gd name="connsiteY106" fmla="*/ 4145632 h 6858000"/>
              <a:gd name="connsiteX107" fmla="*/ 5897098 w 6128435"/>
              <a:gd name="connsiteY107" fmla="*/ 4157819 h 6858000"/>
              <a:gd name="connsiteX108" fmla="*/ 5903513 w 6128435"/>
              <a:gd name="connsiteY108" fmla="*/ 4187661 h 6858000"/>
              <a:gd name="connsiteX109" fmla="*/ 5917114 w 6128435"/>
              <a:gd name="connsiteY109" fmla="*/ 4213096 h 6858000"/>
              <a:gd name="connsiteX110" fmla="*/ 5921153 w 6128435"/>
              <a:gd name="connsiteY110" fmla="*/ 4236222 h 6858000"/>
              <a:gd name="connsiteX111" fmla="*/ 5924233 w 6128435"/>
              <a:gd name="connsiteY111" fmla="*/ 4242060 h 6858000"/>
              <a:gd name="connsiteX112" fmla="*/ 5928910 w 6128435"/>
              <a:gd name="connsiteY112" fmla="*/ 4300973 h 6858000"/>
              <a:gd name="connsiteX113" fmla="*/ 5939320 w 6128435"/>
              <a:gd name="connsiteY113" fmla="*/ 4340435 h 6858000"/>
              <a:gd name="connsiteX114" fmla="*/ 5946705 w 6128435"/>
              <a:gd name="connsiteY114" fmla="*/ 4428051 h 6858000"/>
              <a:gd name="connsiteX115" fmla="*/ 5949261 w 6128435"/>
              <a:gd name="connsiteY115" fmla="*/ 4449185 h 6858000"/>
              <a:gd name="connsiteX116" fmla="*/ 5957504 w 6128435"/>
              <a:gd name="connsiteY116" fmla="*/ 4465911 h 6858000"/>
              <a:gd name="connsiteX117" fmla="*/ 5964689 w 6128435"/>
              <a:gd name="connsiteY117" fmla="*/ 4468532 h 6858000"/>
              <a:gd name="connsiteX118" fmla="*/ 5967062 w 6128435"/>
              <a:gd name="connsiteY118" fmla="*/ 4479923 h 6858000"/>
              <a:gd name="connsiteX119" fmla="*/ 5968960 w 6128435"/>
              <a:gd name="connsiteY119" fmla="*/ 4482655 h 6858000"/>
              <a:gd name="connsiteX120" fmla="*/ 5978567 w 6128435"/>
              <a:gd name="connsiteY120" fmla="*/ 4498605 h 6858000"/>
              <a:gd name="connsiteX121" fmla="*/ 5980106 w 6128435"/>
              <a:gd name="connsiteY121" fmla="*/ 4585087 h 6858000"/>
              <a:gd name="connsiteX122" fmla="*/ 5998138 w 6128435"/>
              <a:gd name="connsiteY122" fmla="*/ 4697518 h 6858000"/>
              <a:gd name="connsiteX123" fmla="*/ 6013516 w 6128435"/>
              <a:gd name="connsiteY123" fmla="*/ 4786619 h 6858000"/>
              <a:gd name="connsiteX124" fmla="*/ 6025404 w 6128435"/>
              <a:gd name="connsiteY124" fmla="*/ 4858148 h 6858000"/>
              <a:gd name="connsiteX125" fmla="*/ 6007749 w 6128435"/>
              <a:gd name="connsiteY125" fmla="*/ 4964715 h 6858000"/>
              <a:gd name="connsiteX126" fmla="*/ 6005269 w 6128435"/>
              <a:gd name="connsiteY126" fmla="*/ 5150567 h 6858000"/>
              <a:gd name="connsiteX127" fmla="*/ 6001127 w 6128435"/>
              <a:gd name="connsiteY127" fmla="*/ 5164609 h 6858000"/>
              <a:gd name="connsiteX128" fmla="*/ 5996647 w 6128435"/>
              <a:gd name="connsiteY128" fmla="*/ 5185640 h 6858000"/>
              <a:gd name="connsiteX129" fmla="*/ 5998514 w 6128435"/>
              <a:gd name="connsiteY129" fmla="*/ 5189673 h 6858000"/>
              <a:gd name="connsiteX130" fmla="*/ 5995970 w 6128435"/>
              <a:gd name="connsiteY130" fmla="*/ 5221547 h 6858000"/>
              <a:gd name="connsiteX131" fmla="*/ 5997218 w 6128435"/>
              <a:gd name="connsiteY131" fmla="*/ 5222031 h 6858000"/>
              <a:gd name="connsiteX132" fmla="*/ 6002116 w 6128435"/>
              <a:gd name="connsiteY132" fmla="*/ 5231223 h 6858000"/>
              <a:gd name="connsiteX133" fmla="*/ 6008541 w 6128435"/>
              <a:gd name="connsiteY133" fmla="*/ 5248680 h 6858000"/>
              <a:gd name="connsiteX134" fmla="*/ 6039260 w 6128435"/>
              <a:gd name="connsiteY134" fmla="*/ 5289518 h 6858000"/>
              <a:gd name="connsiteX135" fmla="*/ 6036748 w 6128435"/>
              <a:gd name="connsiteY135" fmla="*/ 5322752 h 6858000"/>
              <a:gd name="connsiteX136" fmla="*/ 6036943 w 6128435"/>
              <a:gd name="connsiteY136" fmla="*/ 5329480 h 6858000"/>
              <a:gd name="connsiteX137" fmla="*/ 6037236 w 6128435"/>
              <a:gd name="connsiteY137" fmla="*/ 5329634 h 6858000"/>
              <a:gd name="connsiteX138" fmla="*/ 6038019 w 6128435"/>
              <a:gd name="connsiteY138" fmla="*/ 5336764 h 6858000"/>
              <a:gd name="connsiteX139" fmla="*/ 6037298 w 6128435"/>
              <a:gd name="connsiteY139" fmla="*/ 5341753 h 6858000"/>
              <a:gd name="connsiteX140" fmla="*/ 6037677 w 6128435"/>
              <a:gd name="connsiteY140" fmla="*/ 5354807 h 6858000"/>
              <a:gd name="connsiteX141" fmla="*/ 6039728 w 6128435"/>
              <a:gd name="connsiteY141" fmla="*/ 5359416 h 6858000"/>
              <a:gd name="connsiteX142" fmla="*/ 6043311 w 6128435"/>
              <a:gd name="connsiteY142" fmla="*/ 5361407 h 6858000"/>
              <a:gd name="connsiteX143" fmla="*/ 6042954 w 6128435"/>
              <a:gd name="connsiteY143" fmla="*/ 5362576 h 6858000"/>
              <a:gd name="connsiteX144" fmla="*/ 6053435 w 6128435"/>
              <a:gd name="connsiteY144" fmla="*/ 5387547 h 6858000"/>
              <a:gd name="connsiteX145" fmla="*/ 6065933 w 6128435"/>
              <a:gd name="connsiteY145" fmla="*/ 5443002 h 6858000"/>
              <a:gd name="connsiteX146" fmla="*/ 6068640 w 6128435"/>
              <a:gd name="connsiteY146" fmla="*/ 5474503 h 6858000"/>
              <a:gd name="connsiteX147" fmla="*/ 6080922 w 6128435"/>
              <a:gd name="connsiteY147" fmla="*/ 5561070 h 6858000"/>
              <a:gd name="connsiteX148" fmla="*/ 6096949 w 6128435"/>
              <a:gd name="connsiteY148" fmla="*/ 5648179 h 6858000"/>
              <a:gd name="connsiteX149" fmla="*/ 6125703 w 6128435"/>
              <a:gd name="connsiteY149" fmla="*/ 5692894 h 6858000"/>
              <a:gd name="connsiteX150" fmla="*/ 6126670 w 6128435"/>
              <a:gd name="connsiteY150" fmla="*/ 5697882 h 6858000"/>
              <a:gd name="connsiteX151" fmla="*/ 6124061 w 6128435"/>
              <a:gd name="connsiteY151" fmla="*/ 5710294 h 6858000"/>
              <a:gd name="connsiteX152" fmla="*/ 6122213 w 6128435"/>
              <a:gd name="connsiteY152" fmla="*/ 5714762 h 6858000"/>
              <a:gd name="connsiteX153" fmla="*/ 6121353 w 6128435"/>
              <a:gd name="connsiteY153" fmla="*/ 5721725 h 6858000"/>
              <a:gd name="connsiteX154" fmla="*/ 6121607 w 6128435"/>
              <a:gd name="connsiteY154" fmla="*/ 5721959 h 6858000"/>
              <a:gd name="connsiteX155" fmla="*/ 6120262 w 6128435"/>
              <a:gd name="connsiteY155" fmla="*/ 5728358 h 6858000"/>
              <a:gd name="connsiteX156" fmla="*/ 6110194 w 6128435"/>
              <a:gd name="connsiteY156" fmla="*/ 5758853 h 6858000"/>
              <a:gd name="connsiteX157" fmla="*/ 6127519 w 6128435"/>
              <a:gd name="connsiteY157" fmla="*/ 5865775 h 6858000"/>
              <a:gd name="connsiteX158" fmla="*/ 6128435 w 6128435"/>
              <a:gd name="connsiteY158" fmla="*/ 5870164 h 6858000"/>
              <a:gd name="connsiteX159" fmla="*/ 6119217 w 6128435"/>
              <a:gd name="connsiteY159" fmla="*/ 5888542 h 6858000"/>
              <a:gd name="connsiteX160" fmla="*/ 6115966 w 6128435"/>
              <a:gd name="connsiteY160" fmla="*/ 5898387 h 6858000"/>
              <a:gd name="connsiteX161" fmla="*/ 6111924 w 6128435"/>
              <a:gd name="connsiteY161" fmla="*/ 5900444 h 6858000"/>
              <a:gd name="connsiteX162" fmla="*/ 6108716 w 6128435"/>
              <a:gd name="connsiteY162" fmla="*/ 5915345 h 6858000"/>
              <a:gd name="connsiteX163" fmla="*/ 6109524 w 6128435"/>
              <a:gd name="connsiteY163" fmla="*/ 5917328 h 6858000"/>
              <a:gd name="connsiteX164" fmla="*/ 6102493 w 6128435"/>
              <a:gd name="connsiteY164" fmla="*/ 5928602 h 6858000"/>
              <a:gd name="connsiteX165" fmla="*/ 6056863 w 6128435"/>
              <a:gd name="connsiteY165" fmla="*/ 6000643 h 6858000"/>
              <a:gd name="connsiteX166" fmla="*/ 6045436 w 6128435"/>
              <a:gd name="connsiteY166" fmla="*/ 6124480 h 6858000"/>
              <a:gd name="connsiteX167" fmla="*/ 6030489 w 6128435"/>
              <a:gd name="connsiteY167" fmla="*/ 6317666 h 6858000"/>
              <a:gd name="connsiteX168" fmla="*/ 6007492 w 6128435"/>
              <a:gd name="connsiteY168" fmla="*/ 6440818 h 6858000"/>
              <a:gd name="connsiteX169" fmla="*/ 6009467 w 6128435"/>
              <a:gd name="connsiteY169" fmla="*/ 6487076 h 6858000"/>
              <a:gd name="connsiteX170" fmla="*/ 5995064 w 6128435"/>
              <a:gd name="connsiteY170" fmla="*/ 6540791 h 6858000"/>
              <a:gd name="connsiteX171" fmla="*/ 5996309 w 6128435"/>
              <a:gd name="connsiteY171" fmla="*/ 6543961 h 6858000"/>
              <a:gd name="connsiteX172" fmla="*/ 5996048 w 6128435"/>
              <a:gd name="connsiteY172" fmla="*/ 6555444 h 6858000"/>
              <a:gd name="connsiteX173" fmla="*/ 6002524 w 6128435"/>
              <a:gd name="connsiteY173" fmla="*/ 6560188 h 6858000"/>
              <a:gd name="connsiteX174" fmla="*/ 6006823 w 6128435"/>
              <a:gd name="connsiteY174" fmla="*/ 6578546 h 6858000"/>
              <a:gd name="connsiteX175" fmla="*/ 6004510 w 6128435"/>
              <a:gd name="connsiteY175" fmla="*/ 6599256 h 6858000"/>
              <a:gd name="connsiteX176" fmla="*/ 5986207 w 6128435"/>
              <a:gd name="connsiteY176" fmla="*/ 6695855 h 6858000"/>
              <a:gd name="connsiteX177" fmla="*/ 5979428 w 6128435"/>
              <a:gd name="connsiteY177" fmla="*/ 6754678 h 6858000"/>
              <a:gd name="connsiteX178" fmla="*/ 5983398 w 6128435"/>
              <a:gd name="connsiteY178" fmla="*/ 6778641 h 6858000"/>
              <a:gd name="connsiteX179" fmla="*/ 5984543 w 6128435"/>
              <a:gd name="connsiteY179" fmla="*/ 6811016 h 6858000"/>
              <a:gd name="connsiteX180" fmla="*/ 5981802 w 6128435"/>
              <a:gd name="connsiteY180" fmla="*/ 6838578 h 6858000"/>
              <a:gd name="connsiteX181" fmla="*/ 5979671 w 6128435"/>
              <a:gd name="connsiteY181" fmla="*/ 6858000 h 6858000"/>
              <a:gd name="connsiteX182" fmla="*/ 0 w 6128435"/>
              <a:gd name="connsiteY182" fmla="*/ 6858000 h 6858000"/>
              <a:gd name="connsiteX183" fmla="*/ 0 w 6128435"/>
              <a:gd name="connsiteY18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50095 w 6128435"/>
              <a:gd name="connsiteY32" fmla="*/ 1655519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6175 w 6128435"/>
              <a:gd name="connsiteY49" fmla="*/ 2407515 h 6858000"/>
              <a:gd name="connsiteX50" fmla="*/ 5271650 w 6128435"/>
              <a:gd name="connsiteY50" fmla="*/ 2440467 h 6858000"/>
              <a:gd name="connsiteX51" fmla="*/ 5271438 w 6128435"/>
              <a:gd name="connsiteY51" fmla="*/ 2447186 h 6858000"/>
              <a:gd name="connsiteX52" fmla="*/ 5271722 w 6128435"/>
              <a:gd name="connsiteY52" fmla="*/ 2447359 h 6858000"/>
              <a:gd name="connsiteX53" fmla="*/ 5272069 w 6128435"/>
              <a:gd name="connsiteY53" fmla="*/ 2454523 h 6858000"/>
              <a:gd name="connsiteX54" fmla="*/ 5271049 w 6128435"/>
              <a:gd name="connsiteY54" fmla="*/ 2459442 h 6858000"/>
              <a:gd name="connsiteX55" fmla="*/ 5270636 w 6128435"/>
              <a:gd name="connsiteY55" fmla="*/ 2472481 h 6858000"/>
              <a:gd name="connsiteX56" fmla="*/ 5272406 w 6128435"/>
              <a:gd name="connsiteY56" fmla="*/ 2477221 h 6858000"/>
              <a:gd name="connsiteX57" fmla="*/ 5307538 w 6128435"/>
              <a:gd name="connsiteY57" fmla="*/ 2514685 h 6858000"/>
              <a:gd name="connsiteX58" fmla="*/ 5337604 w 6128435"/>
              <a:gd name="connsiteY58" fmla="*/ 2597632 h 6858000"/>
              <a:gd name="connsiteX59" fmla="*/ 5407503 w 6128435"/>
              <a:gd name="connsiteY59" fmla="*/ 2786290 h 6858000"/>
              <a:gd name="connsiteX60" fmla="*/ 5407356 w 6128435"/>
              <a:gd name="connsiteY60" fmla="*/ 2787545 h 6858000"/>
              <a:gd name="connsiteX61" fmla="*/ 5411130 w 6128435"/>
              <a:gd name="connsiteY61" fmla="*/ 2788640 h 6858000"/>
              <a:gd name="connsiteX62" fmla="*/ 5416439 w 6128435"/>
              <a:gd name="connsiteY62" fmla="*/ 2805666 h 6858000"/>
              <a:gd name="connsiteX63" fmla="*/ 5416589 w 6128435"/>
              <a:gd name="connsiteY63" fmla="*/ 2810822 h 6858000"/>
              <a:gd name="connsiteX64" fmla="*/ 5418542 w 6128435"/>
              <a:gd name="connsiteY64" fmla="*/ 2817745 h 6858000"/>
              <a:gd name="connsiteX65" fmla="*/ 5418847 w 6128435"/>
              <a:gd name="connsiteY65" fmla="*/ 2817825 h 6858000"/>
              <a:gd name="connsiteX66" fmla="*/ 5423364 w 6128435"/>
              <a:gd name="connsiteY66" fmla="*/ 2858292 h 6858000"/>
              <a:gd name="connsiteX67" fmla="*/ 5479298 w 6128435"/>
              <a:gd name="connsiteY67" fmla="*/ 2947791 h 6858000"/>
              <a:gd name="connsiteX68" fmla="*/ 5481770 w 6128435"/>
              <a:gd name="connsiteY68" fmla="*/ 2951352 h 6858000"/>
              <a:gd name="connsiteX69" fmla="*/ 5481013 w 6128435"/>
              <a:gd name="connsiteY69" fmla="*/ 2973461 h 6858000"/>
              <a:gd name="connsiteX70" fmla="*/ 5482045 w 6128435"/>
              <a:gd name="connsiteY70" fmla="*/ 2984371 h 6858000"/>
              <a:gd name="connsiteX71" fmla="*/ 5479405 w 6128435"/>
              <a:gd name="connsiteY71" fmla="*/ 2988507 h 6858000"/>
              <a:gd name="connsiteX72" fmla="*/ 5482415 w 6128435"/>
              <a:gd name="connsiteY72" fmla="*/ 3004079 h 6858000"/>
              <a:gd name="connsiteX73" fmla="*/ 5483865 w 6128435"/>
              <a:gd name="connsiteY73" fmla="*/ 3005467 h 6858000"/>
              <a:gd name="connsiteX74" fmla="*/ 5482236 w 6128435"/>
              <a:gd name="connsiteY74" fmla="*/ 3019791 h 6858000"/>
              <a:gd name="connsiteX75" fmla="*/ 5475895 w 6128435"/>
              <a:gd name="connsiteY75" fmla="*/ 3033578 h 6858000"/>
              <a:gd name="connsiteX76" fmla="*/ 5477595 w 6128435"/>
              <a:gd name="connsiteY76" fmla="*/ 3250534 h 6858000"/>
              <a:gd name="connsiteX77" fmla="*/ 5532836 w 6128435"/>
              <a:gd name="connsiteY77" fmla="*/ 3353840 h 6858000"/>
              <a:gd name="connsiteX78" fmla="*/ 5561229 w 6128435"/>
              <a:gd name="connsiteY78" fmla="*/ 3395784 h 6858000"/>
              <a:gd name="connsiteX79" fmla="*/ 5589758 w 6128435"/>
              <a:gd name="connsiteY79" fmla="*/ 3506453 h 6858000"/>
              <a:gd name="connsiteX80" fmla="*/ 5596144 w 6128435"/>
              <a:gd name="connsiteY80" fmla="*/ 3534624 h 6858000"/>
              <a:gd name="connsiteX81" fmla="*/ 5597750 w 6128435"/>
              <a:gd name="connsiteY81" fmla="*/ 3534129 h 6858000"/>
              <a:gd name="connsiteX82" fmla="*/ 5599700 w 6128435"/>
              <a:gd name="connsiteY82" fmla="*/ 3547221 h 6858000"/>
              <a:gd name="connsiteX83" fmla="*/ 5615031 w 6128435"/>
              <a:gd name="connsiteY83" fmla="*/ 3557482 h 6858000"/>
              <a:gd name="connsiteX84" fmla="*/ 5618377 w 6128435"/>
              <a:gd name="connsiteY84" fmla="*/ 3588431 h 6858000"/>
              <a:gd name="connsiteX85" fmla="*/ 5612155 w 6128435"/>
              <a:gd name="connsiteY85" fmla="*/ 3589869 h 6858000"/>
              <a:gd name="connsiteX86" fmla="*/ 5620843 w 6128435"/>
              <a:gd name="connsiteY86" fmla="*/ 3606745 h 6858000"/>
              <a:gd name="connsiteX87" fmla="*/ 5655472 w 6128435"/>
              <a:gd name="connsiteY87" fmla="*/ 3678877 h 6858000"/>
              <a:gd name="connsiteX88" fmla="*/ 5680448 w 6128435"/>
              <a:gd name="connsiteY88" fmla="*/ 3717760 h 6858000"/>
              <a:gd name="connsiteX89" fmla="*/ 5683015 w 6128435"/>
              <a:gd name="connsiteY89" fmla="*/ 3762025 h 6858000"/>
              <a:gd name="connsiteX90" fmla="*/ 5696643 w 6128435"/>
              <a:gd name="connsiteY90" fmla="*/ 3773888 h 6858000"/>
              <a:gd name="connsiteX91" fmla="*/ 5699203 w 6128435"/>
              <a:gd name="connsiteY91" fmla="*/ 3775823 h 6858000"/>
              <a:gd name="connsiteX92" fmla="*/ 5704824 w 6128435"/>
              <a:gd name="connsiteY92" fmla="*/ 3785966 h 6858000"/>
              <a:gd name="connsiteX93" fmla="*/ 5712204 w 6128435"/>
              <a:gd name="connsiteY93" fmla="*/ 3785830 h 6858000"/>
              <a:gd name="connsiteX94" fmla="*/ 5724816 w 6128435"/>
              <a:gd name="connsiteY94" fmla="*/ 3798949 h 6858000"/>
              <a:gd name="connsiteX95" fmla="*/ 5733539 w 6128435"/>
              <a:gd name="connsiteY95" fmla="*/ 3818457 h 6858000"/>
              <a:gd name="connsiteX96" fmla="*/ 5768491 w 6128435"/>
              <a:gd name="connsiteY96" fmla="*/ 3914399 h 6858000"/>
              <a:gd name="connsiteX97" fmla="*/ 5793123 w 6128435"/>
              <a:gd name="connsiteY97" fmla="*/ 3969952 h 6858000"/>
              <a:gd name="connsiteX98" fmla="*/ 5808321 w 6128435"/>
              <a:gd name="connsiteY98" fmla="*/ 3988153 h 6858000"/>
              <a:gd name="connsiteX99" fmla="*/ 5825621 w 6128435"/>
              <a:gd name="connsiteY99" fmla="*/ 4015525 h 6858000"/>
              <a:gd name="connsiteX100" fmla="*/ 5860672 w 6128435"/>
              <a:gd name="connsiteY100" fmla="*/ 4061579 h 6858000"/>
              <a:gd name="connsiteX101" fmla="*/ 5872173 w 6128435"/>
              <a:gd name="connsiteY101" fmla="*/ 4088497 h 6858000"/>
              <a:gd name="connsiteX102" fmla="*/ 5883705 w 6128435"/>
              <a:gd name="connsiteY102" fmla="*/ 4101899 h 6858000"/>
              <a:gd name="connsiteX103" fmla="*/ 5885314 w 6128435"/>
              <a:gd name="connsiteY103" fmla="*/ 4108387 h 6858000"/>
              <a:gd name="connsiteX104" fmla="*/ 5894095 w 6128435"/>
              <a:gd name="connsiteY104" fmla="*/ 4128857 h 6858000"/>
              <a:gd name="connsiteX105" fmla="*/ 5898339 w 6128435"/>
              <a:gd name="connsiteY105" fmla="*/ 4140800 h 6858000"/>
              <a:gd name="connsiteX106" fmla="*/ 5899734 w 6128435"/>
              <a:gd name="connsiteY106" fmla="*/ 4145632 h 6858000"/>
              <a:gd name="connsiteX107" fmla="*/ 5897098 w 6128435"/>
              <a:gd name="connsiteY107" fmla="*/ 4157819 h 6858000"/>
              <a:gd name="connsiteX108" fmla="*/ 5903513 w 6128435"/>
              <a:gd name="connsiteY108" fmla="*/ 4187661 h 6858000"/>
              <a:gd name="connsiteX109" fmla="*/ 5917114 w 6128435"/>
              <a:gd name="connsiteY109" fmla="*/ 4213096 h 6858000"/>
              <a:gd name="connsiteX110" fmla="*/ 5921153 w 6128435"/>
              <a:gd name="connsiteY110" fmla="*/ 4236222 h 6858000"/>
              <a:gd name="connsiteX111" fmla="*/ 5924233 w 6128435"/>
              <a:gd name="connsiteY111" fmla="*/ 4242060 h 6858000"/>
              <a:gd name="connsiteX112" fmla="*/ 5928910 w 6128435"/>
              <a:gd name="connsiteY112" fmla="*/ 4300973 h 6858000"/>
              <a:gd name="connsiteX113" fmla="*/ 5939320 w 6128435"/>
              <a:gd name="connsiteY113" fmla="*/ 4340435 h 6858000"/>
              <a:gd name="connsiteX114" fmla="*/ 5946705 w 6128435"/>
              <a:gd name="connsiteY114" fmla="*/ 4428051 h 6858000"/>
              <a:gd name="connsiteX115" fmla="*/ 5949261 w 6128435"/>
              <a:gd name="connsiteY115" fmla="*/ 4449185 h 6858000"/>
              <a:gd name="connsiteX116" fmla="*/ 5957504 w 6128435"/>
              <a:gd name="connsiteY116" fmla="*/ 4465911 h 6858000"/>
              <a:gd name="connsiteX117" fmla="*/ 5964689 w 6128435"/>
              <a:gd name="connsiteY117" fmla="*/ 4468532 h 6858000"/>
              <a:gd name="connsiteX118" fmla="*/ 5967062 w 6128435"/>
              <a:gd name="connsiteY118" fmla="*/ 4479923 h 6858000"/>
              <a:gd name="connsiteX119" fmla="*/ 5968960 w 6128435"/>
              <a:gd name="connsiteY119" fmla="*/ 4482655 h 6858000"/>
              <a:gd name="connsiteX120" fmla="*/ 5978567 w 6128435"/>
              <a:gd name="connsiteY120" fmla="*/ 4498605 h 6858000"/>
              <a:gd name="connsiteX121" fmla="*/ 5980106 w 6128435"/>
              <a:gd name="connsiteY121" fmla="*/ 4585087 h 6858000"/>
              <a:gd name="connsiteX122" fmla="*/ 5998138 w 6128435"/>
              <a:gd name="connsiteY122" fmla="*/ 4697518 h 6858000"/>
              <a:gd name="connsiteX123" fmla="*/ 6013516 w 6128435"/>
              <a:gd name="connsiteY123" fmla="*/ 4786619 h 6858000"/>
              <a:gd name="connsiteX124" fmla="*/ 6025404 w 6128435"/>
              <a:gd name="connsiteY124" fmla="*/ 4858148 h 6858000"/>
              <a:gd name="connsiteX125" fmla="*/ 6007749 w 6128435"/>
              <a:gd name="connsiteY125" fmla="*/ 4964715 h 6858000"/>
              <a:gd name="connsiteX126" fmla="*/ 6005269 w 6128435"/>
              <a:gd name="connsiteY126" fmla="*/ 5150567 h 6858000"/>
              <a:gd name="connsiteX127" fmla="*/ 6001127 w 6128435"/>
              <a:gd name="connsiteY127" fmla="*/ 5164609 h 6858000"/>
              <a:gd name="connsiteX128" fmla="*/ 5996647 w 6128435"/>
              <a:gd name="connsiteY128" fmla="*/ 5185640 h 6858000"/>
              <a:gd name="connsiteX129" fmla="*/ 5998514 w 6128435"/>
              <a:gd name="connsiteY129" fmla="*/ 5189673 h 6858000"/>
              <a:gd name="connsiteX130" fmla="*/ 5995970 w 6128435"/>
              <a:gd name="connsiteY130" fmla="*/ 5221547 h 6858000"/>
              <a:gd name="connsiteX131" fmla="*/ 5997218 w 6128435"/>
              <a:gd name="connsiteY131" fmla="*/ 5222031 h 6858000"/>
              <a:gd name="connsiteX132" fmla="*/ 6002116 w 6128435"/>
              <a:gd name="connsiteY132" fmla="*/ 5231223 h 6858000"/>
              <a:gd name="connsiteX133" fmla="*/ 6008541 w 6128435"/>
              <a:gd name="connsiteY133" fmla="*/ 5248680 h 6858000"/>
              <a:gd name="connsiteX134" fmla="*/ 6039260 w 6128435"/>
              <a:gd name="connsiteY134" fmla="*/ 5289518 h 6858000"/>
              <a:gd name="connsiteX135" fmla="*/ 6036748 w 6128435"/>
              <a:gd name="connsiteY135" fmla="*/ 5322752 h 6858000"/>
              <a:gd name="connsiteX136" fmla="*/ 6036943 w 6128435"/>
              <a:gd name="connsiteY136" fmla="*/ 5329480 h 6858000"/>
              <a:gd name="connsiteX137" fmla="*/ 6037236 w 6128435"/>
              <a:gd name="connsiteY137" fmla="*/ 5329634 h 6858000"/>
              <a:gd name="connsiteX138" fmla="*/ 6038019 w 6128435"/>
              <a:gd name="connsiteY138" fmla="*/ 5336764 h 6858000"/>
              <a:gd name="connsiteX139" fmla="*/ 6037298 w 6128435"/>
              <a:gd name="connsiteY139" fmla="*/ 5341753 h 6858000"/>
              <a:gd name="connsiteX140" fmla="*/ 6037677 w 6128435"/>
              <a:gd name="connsiteY140" fmla="*/ 5354807 h 6858000"/>
              <a:gd name="connsiteX141" fmla="*/ 6039728 w 6128435"/>
              <a:gd name="connsiteY141" fmla="*/ 5359416 h 6858000"/>
              <a:gd name="connsiteX142" fmla="*/ 6043311 w 6128435"/>
              <a:gd name="connsiteY142" fmla="*/ 5361407 h 6858000"/>
              <a:gd name="connsiteX143" fmla="*/ 6042954 w 6128435"/>
              <a:gd name="connsiteY143" fmla="*/ 5362576 h 6858000"/>
              <a:gd name="connsiteX144" fmla="*/ 6053435 w 6128435"/>
              <a:gd name="connsiteY144" fmla="*/ 5387547 h 6858000"/>
              <a:gd name="connsiteX145" fmla="*/ 6065933 w 6128435"/>
              <a:gd name="connsiteY145" fmla="*/ 5443002 h 6858000"/>
              <a:gd name="connsiteX146" fmla="*/ 6068640 w 6128435"/>
              <a:gd name="connsiteY146" fmla="*/ 5474503 h 6858000"/>
              <a:gd name="connsiteX147" fmla="*/ 6080922 w 6128435"/>
              <a:gd name="connsiteY147" fmla="*/ 5561070 h 6858000"/>
              <a:gd name="connsiteX148" fmla="*/ 6096949 w 6128435"/>
              <a:gd name="connsiteY148" fmla="*/ 5648179 h 6858000"/>
              <a:gd name="connsiteX149" fmla="*/ 6125703 w 6128435"/>
              <a:gd name="connsiteY149" fmla="*/ 5692894 h 6858000"/>
              <a:gd name="connsiteX150" fmla="*/ 6126670 w 6128435"/>
              <a:gd name="connsiteY150" fmla="*/ 5697882 h 6858000"/>
              <a:gd name="connsiteX151" fmla="*/ 6124061 w 6128435"/>
              <a:gd name="connsiteY151" fmla="*/ 5710294 h 6858000"/>
              <a:gd name="connsiteX152" fmla="*/ 6122213 w 6128435"/>
              <a:gd name="connsiteY152" fmla="*/ 5714762 h 6858000"/>
              <a:gd name="connsiteX153" fmla="*/ 6121353 w 6128435"/>
              <a:gd name="connsiteY153" fmla="*/ 5721725 h 6858000"/>
              <a:gd name="connsiteX154" fmla="*/ 6121607 w 6128435"/>
              <a:gd name="connsiteY154" fmla="*/ 5721959 h 6858000"/>
              <a:gd name="connsiteX155" fmla="*/ 6120262 w 6128435"/>
              <a:gd name="connsiteY155" fmla="*/ 5728358 h 6858000"/>
              <a:gd name="connsiteX156" fmla="*/ 6110194 w 6128435"/>
              <a:gd name="connsiteY156" fmla="*/ 5758853 h 6858000"/>
              <a:gd name="connsiteX157" fmla="*/ 6127519 w 6128435"/>
              <a:gd name="connsiteY157" fmla="*/ 5865775 h 6858000"/>
              <a:gd name="connsiteX158" fmla="*/ 6128435 w 6128435"/>
              <a:gd name="connsiteY158" fmla="*/ 5870164 h 6858000"/>
              <a:gd name="connsiteX159" fmla="*/ 6119217 w 6128435"/>
              <a:gd name="connsiteY159" fmla="*/ 5888542 h 6858000"/>
              <a:gd name="connsiteX160" fmla="*/ 6115966 w 6128435"/>
              <a:gd name="connsiteY160" fmla="*/ 5898387 h 6858000"/>
              <a:gd name="connsiteX161" fmla="*/ 6111924 w 6128435"/>
              <a:gd name="connsiteY161" fmla="*/ 5900444 h 6858000"/>
              <a:gd name="connsiteX162" fmla="*/ 6108716 w 6128435"/>
              <a:gd name="connsiteY162" fmla="*/ 5915345 h 6858000"/>
              <a:gd name="connsiteX163" fmla="*/ 6109524 w 6128435"/>
              <a:gd name="connsiteY163" fmla="*/ 5917328 h 6858000"/>
              <a:gd name="connsiteX164" fmla="*/ 6102493 w 6128435"/>
              <a:gd name="connsiteY164" fmla="*/ 5928602 h 6858000"/>
              <a:gd name="connsiteX165" fmla="*/ 6056863 w 6128435"/>
              <a:gd name="connsiteY165" fmla="*/ 6000643 h 6858000"/>
              <a:gd name="connsiteX166" fmla="*/ 6045436 w 6128435"/>
              <a:gd name="connsiteY166" fmla="*/ 6124480 h 6858000"/>
              <a:gd name="connsiteX167" fmla="*/ 6030489 w 6128435"/>
              <a:gd name="connsiteY167" fmla="*/ 6317666 h 6858000"/>
              <a:gd name="connsiteX168" fmla="*/ 6007492 w 6128435"/>
              <a:gd name="connsiteY168" fmla="*/ 6440818 h 6858000"/>
              <a:gd name="connsiteX169" fmla="*/ 6009467 w 6128435"/>
              <a:gd name="connsiteY169" fmla="*/ 6487076 h 6858000"/>
              <a:gd name="connsiteX170" fmla="*/ 5995064 w 6128435"/>
              <a:gd name="connsiteY170" fmla="*/ 6540791 h 6858000"/>
              <a:gd name="connsiteX171" fmla="*/ 5996309 w 6128435"/>
              <a:gd name="connsiteY171" fmla="*/ 6543961 h 6858000"/>
              <a:gd name="connsiteX172" fmla="*/ 5996048 w 6128435"/>
              <a:gd name="connsiteY172" fmla="*/ 6555444 h 6858000"/>
              <a:gd name="connsiteX173" fmla="*/ 6002524 w 6128435"/>
              <a:gd name="connsiteY173" fmla="*/ 6560188 h 6858000"/>
              <a:gd name="connsiteX174" fmla="*/ 6006823 w 6128435"/>
              <a:gd name="connsiteY174" fmla="*/ 6578546 h 6858000"/>
              <a:gd name="connsiteX175" fmla="*/ 6004510 w 6128435"/>
              <a:gd name="connsiteY175" fmla="*/ 6599256 h 6858000"/>
              <a:gd name="connsiteX176" fmla="*/ 5986207 w 6128435"/>
              <a:gd name="connsiteY176" fmla="*/ 6695855 h 6858000"/>
              <a:gd name="connsiteX177" fmla="*/ 5979428 w 6128435"/>
              <a:gd name="connsiteY177" fmla="*/ 6754678 h 6858000"/>
              <a:gd name="connsiteX178" fmla="*/ 5983398 w 6128435"/>
              <a:gd name="connsiteY178" fmla="*/ 6778641 h 6858000"/>
              <a:gd name="connsiteX179" fmla="*/ 5984543 w 6128435"/>
              <a:gd name="connsiteY179" fmla="*/ 6811016 h 6858000"/>
              <a:gd name="connsiteX180" fmla="*/ 5981802 w 6128435"/>
              <a:gd name="connsiteY180" fmla="*/ 6838578 h 6858000"/>
              <a:gd name="connsiteX181" fmla="*/ 5979671 w 6128435"/>
              <a:gd name="connsiteY181" fmla="*/ 6858000 h 6858000"/>
              <a:gd name="connsiteX182" fmla="*/ 0 w 6128435"/>
              <a:gd name="connsiteY182" fmla="*/ 6858000 h 6858000"/>
              <a:gd name="connsiteX183" fmla="*/ 0 w 6128435"/>
              <a:gd name="connsiteY18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14889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6175 w 6128435"/>
              <a:gd name="connsiteY49" fmla="*/ 2407515 h 6858000"/>
              <a:gd name="connsiteX50" fmla="*/ 5271650 w 6128435"/>
              <a:gd name="connsiteY50" fmla="*/ 2440467 h 6858000"/>
              <a:gd name="connsiteX51" fmla="*/ 5271438 w 6128435"/>
              <a:gd name="connsiteY51" fmla="*/ 2447186 h 6858000"/>
              <a:gd name="connsiteX52" fmla="*/ 5271722 w 6128435"/>
              <a:gd name="connsiteY52" fmla="*/ 2447359 h 6858000"/>
              <a:gd name="connsiteX53" fmla="*/ 5272069 w 6128435"/>
              <a:gd name="connsiteY53" fmla="*/ 2454523 h 6858000"/>
              <a:gd name="connsiteX54" fmla="*/ 5271049 w 6128435"/>
              <a:gd name="connsiteY54" fmla="*/ 2459442 h 6858000"/>
              <a:gd name="connsiteX55" fmla="*/ 5270636 w 6128435"/>
              <a:gd name="connsiteY55" fmla="*/ 2472481 h 6858000"/>
              <a:gd name="connsiteX56" fmla="*/ 5272406 w 6128435"/>
              <a:gd name="connsiteY56" fmla="*/ 2477221 h 6858000"/>
              <a:gd name="connsiteX57" fmla="*/ 5307538 w 6128435"/>
              <a:gd name="connsiteY57" fmla="*/ 2514685 h 6858000"/>
              <a:gd name="connsiteX58" fmla="*/ 5337604 w 6128435"/>
              <a:gd name="connsiteY58" fmla="*/ 2597632 h 6858000"/>
              <a:gd name="connsiteX59" fmla="*/ 5407503 w 6128435"/>
              <a:gd name="connsiteY59" fmla="*/ 2786290 h 6858000"/>
              <a:gd name="connsiteX60" fmla="*/ 5407356 w 6128435"/>
              <a:gd name="connsiteY60" fmla="*/ 2787545 h 6858000"/>
              <a:gd name="connsiteX61" fmla="*/ 5411130 w 6128435"/>
              <a:gd name="connsiteY61" fmla="*/ 2788640 h 6858000"/>
              <a:gd name="connsiteX62" fmla="*/ 5416439 w 6128435"/>
              <a:gd name="connsiteY62" fmla="*/ 2805666 h 6858000"/>
              <a:gd name="connsiteX63" fmla="*/ 5416589 w 6128435"/>
              <a:gd name="connsiteY63" fmla="*/ 2810822 h 6858000"/>
              <a:gd name="connsiteX64" fmla="*/ 5418542 w 6128435"/>
              <a:gd name="connsiteY64" fmla="*/ 2817745 h 6858000"/>
              <a:gd name="connsiteX65" fmla="*/ 5418847 w 6128435"/>
              <a:gd name="connsiteY65" fmla="*/ 2817825 h 6858000"/>
              <a:gd name="connsiteX66" fmla="*/ 5423364 w 6128435"/>
              <a:gd name="connsiteY66" fmla="*/ 2858292 h 6858000"/>
              <a:gd name="connsiteX67" fmla="*/ 5479298 w 6128435"/>
              <a:gd name="connsiteY67" fmla="*/ 2947791 h 6858000"/>
              <a:gd name="connsiteX68" fmla="*/ 5481770 w 6128435"/>
              <a:gd name="connsiteY68" fmla="*/ 2951352 h 6858000"/>
              <a:gd name="connsiteX69" fmla="*/ 5481013 w 6128435"/>
              <a:gd name="connsiteY69" fmla="*/ 2973461 h 6858000"/>
              <a:gd name="connsiteX70" fmla="*/ 5482045 w 6128435"/>
              <a:gd name="connsiteY70" fmla="*/ 2984371 h 6858000"/>
              <a:gd name="connsiteX71" fmla="*/ 5479405 w 6128435"/>
              <a:gd name="connsiteY71" fmla="*/ 2988507 h 6858000"/>
              <a:gd name="connsiteX72" fmla="*/ 5482415 w 6128435"/>
              <a:gd name="connsiteY72" fmla="*/ 3004079 h 6858000"/>
              <a:gd name="connsiteX73" fmla="*/ 5483865 w 6128435"/>
              <a:gd name="connsiteY73" fmla="*/ 3005467 h 6858000"/>
              <a:gd name="connsiteX74" fmla="*/ 5482236 w 6128435"/>
              <a:gd name="connsiteY74" fmla="*/ 3019791 h 6858000"/>
              <a:gd name="connsiteX75" fmla="*/ 5475895 w 6128435"/>
              <a:gd name="connsiteY75" fmla="*/ 3033578 h 6858000"/>
              <a:gd name="connsiteX76" fmla="*/ 5477595 w 6128435"/>
              <a:gd name="connsiteY76" fmla="*/ 3250534 h 6858000"/>
              <a:gd name="connsiteX77" fmla="*/ 5532836 w 6128435"/>
              <a:gd name="connsiteY77" fmla="*/ 3353840 h 6858000"/>
              <a:gd name="connsiteX78" fmla="*/ 5561229 w 6128435"/>
              <a:gd name="connsiteY78" fmla="*/ 3395784 h 6858000"/>
              <a:gd name="connsiteX79" fmla="*/ 5589758 w 6128435"/>
              <a:gd name="connsiteY79" fmla="*/ 3506453 h 6858000"/>
              <a:gd name="connsiteX80" fmla="*/ 5596144 w 6128435"/>
              <a:gd name="connsiteY80" fmla="*/ 3534624 h 6858000"/>
              <a:gd name="connsiteX81" fmla="*/ 5597750 w 6128435"/>
              <a:gd name="connsiteY81" fmla="*/ 3534129 h 6858000"/>
              <a:gd name="connsiteX82" fmla="*/ 5599700 w 6128435"/>
              <a:gd name="connsiteY82" fmla="*/ 3547221 h 6858000"/>
              <a:gd name="connsiteX83" fmla="*/ 5615031 w 6128435"/>
              <a:gd name="connsiteY83" fmla="*/ 3557482 h 6858000"/>
              <a:gd name="connsiteX84" fmla="*/ 5618377 w 6128435"/>
              <a:gd name="connsiteY84" fmla="*/ 3588431 h 6858000"/>
              <a:gd name="connsiteX85" fmla="*/ 5612155 w 6128435"/>
              <a:gd name="connsiteY85" fmla="*/ 3589869 h 6858000"/>
              <a:gd name="connsiteX86" fmla="*/ 5620843 w 6128435"/>
              <a:gd name="connsiteY86" fmla="*/ 3606745 h 6858000"/>
              <a:gd name="connsiteX87" fmla="*/ 5655472 w 6128435"/>
              <a:gd name="connsiteY87" fmla="*/ 3678877 h 6858000"/>
              <a:gd name="connsiteX88" fmla="*/ 5680448 w 6128435"/>
              <a:gd name="connsiteY88" fmla="*/ 3717760 h 6858000"/>
              <a:gd name="connsiteX89" fmla="*/ 5683015 w 6128435"/>
              <a:gd name="connsiteY89" fmla="*/ 3762025 h 6858000"/>
              <a:gd name="connsiteX90" fmla="*/ 5696643 w 6128435"/>
              <a:gd name="connsiteY90" fmla="*/ 3773888 h 6858000"/>
              <a:gd name="connsiteX91" fmla="*/ 5699203 w 6128435"/>
              <a:gd name="connsiteY91" fmla="*/ 3775823 h 6858000"/>
              <a:gd name="connsiteX92" fmla="*/ 5704824 w 6128435"/>
              <a:gd name="connsiteY92" fmla="*/ 3785966 h 6858000"/>
              <a:gd name="connsiteX93" fmla="*/ 5712204 w 6128435"/>
              <a:gd name="connsiteY93" fmla="*/ 3785830 h 6858000"/>
              <a:gd name="connsiteX94" fmla="*/ 5724816 w 6128435"/>
              <a:gd name="connsiteY94" fmla="*/ 3798949 h 6858000"/>
              <a:gd name="connsiteX95" fmla="*/ 5733539 w 6128435"/>
              <a:gd name="connsiteY95" fmla="*/ 3818457 h 6858000"/>
              <a:gd name="connsiteX96" fmla="*/ 5768491 w 6128435"/>
              <a:gd name="connsiteY96" fmla="*/ 3914399 h 6858000"/>
              <a:gd name="connsiteX97" fmla="*/ 5793123 w 6128435"/>
              <a:gd name="connsiteY97" fmla="*/ 3969952 h 6858000"/>
              <a:gd name="connsiteX98" fmla="*/ 5808321 w 6128435"/>
              <a:gd name="connsiteY98" fmla="*/ 3988153 h 6858000"/>
              <a:gd name="connsiteX99" fmla="*/ 5825621 w 6128435"/>
              <a:gd name="connsiteY99" fmla="*/ 4015525 h 6858000"/>
              <a:gd name="connsiteX100" fmla="*/ 5860672 w 6128435"/>
              <a:gd name="connsiteY100" fmla="*/ 4061579 h 6858000"/>
              <a:gd name="connsiteX101" fmla="*/ 5872173 w 6128435"/>
              <a:gd name="connsiteY101" fmla="*/ 4088497 h 6858000"/>
              <a:gd name="connsiteX102" fmla="*/ 5883705 w 6128435"/>
              <a:gd name="connsiteY102" fmla="*/ 4101899 h 6858000"/>
              <a:gd name="connsiteX103" fmla="*/ 5885314 w 6128435"/>
              <a:gd name="connsiteY103" fmla="*/ 4108387 h 6858000"/>
              <a:gd name="connsiteX104" fmla="*/ 5894095 w 6128435"/>
              <a:gd name="connsiteY104" fmla="*/ 4128857 h 6858000"/>
              <a:gd name="connsiteX105" fmla="*/ 5898339 w 6128435"/>
              <a:gd name="connsiteY105" fmla="*/ 4140800 h 6858000"/>
              <a:gd name="connsiteX106" fmla="*/ 5899734 w 6128435"/>
              <a:gd name="connsiteY106" fmla="*/ 4145632 h 6858000"/>
              <a:gd name="connsiteX107" fmla="*/ 5897098 w 6128435"/>
              <a:gd name="connsiteY107" fmla="*/ 4157819 h 6858000"/>
              <a:gd name="connsiteX108" fmla="*/ 5903513 w 6128435"/>
              <a:gd name="connsiteY108" fmla="*/ 4187661 h 6858000"/>
              <a:gd name="connsiteX109" fmla="*/ 5917114 w 6128435"/>
              <a:gd name="connsiteY109" fmla="*/ 4213096 h 6858000"/>
              <a:gd name="connsiteX110" fmla="*/ 5921153 w 6128435"/>
              <a:gd name="connsiteY110" fmla="*/ 4236222 h 6858000"/>
              <a:gd name="connsiteX111" fmla="*/ 5924233 w 6128435"/>
              <a:gd name="connsiteY111" fmla="*/ 4242060 h 6858000"/>
              <a:gd name="connsiteX112" fmla="*/ 5928910 w 6128435"/>
              <a:gd name="connsiteY112" fmla="*/ 4300973 h 6858000"/>
              <a:gd name="connsiteX113" fmla="*/ 5939320 w 6128435"/>
              <a:gd name="connsiteY113" fmla="*/ 4340435 h 6858000"/>
              <a:gd name="connsiteX114" fmla="*/ 5946705 w 6128435"/>
              <a:gd name="connsiteY114" fmla="*/ 4428051 h 6858000"/>
              <a:gd name="connsiteX115" fmla="*/ 5949261 w 6128435"/>
              <a:gd name="connsiteY115" fmla="*/ 4449185 h 6858000"/>
              <a:gd name="connsiteX116" fmla="*/ 5957504 w 6128435"/>
              <a:gd name="connsiteY116" fmla="*/ 4465911 h 6858000"/>
              <a:gd name="connsiteX117" fmla="*/ 5964689 w 6128435"/>
              <a:gd name="connsiteY117" fmla="*/ 4468532 h 6858000"/>
              <a:gd name="connsiteX118" fmla="*/ 5967062 w 6128435"/>
              <a:gd name="connsiteY118" fmla="*/ 4479923 h 6858000"/>
              <a:gd name="connsiteX119" fmla="*/ 5968960 w 6128435"/>
              <a:gd name="connsiteY119" fmla="*/ 4482655 h 6858000"/>
              <a:gd name="connsiteX120" fmla="*/ 5978567 w 6128435"/>
              <a:gd name="connsiteY120" fmla="*/ 4498605 h 6858000"/>
              <a:gd name="connsiteX121" fmla="*/ 5980106 w 6128435"/>
              <a:gd name="connsiteY121" fmla="*/ 4585087 h 6858000"/>
              <a:gd name="connsiteX122" fmla="*/ 5998138 w 6128435"/>
              <a:gd name="connsiteY122" fmla="*/ 4697518 h 6858000"/>
              <a:gd name="connsiteX123" fmla="*/ 6013516 w 6128435"/>
              <a:gd name="connsiteY123" fmla="*/ 4786619 h 6858000"/>
              <a:gd name="connsiteX124" fmla="*/ 6025404 w 6128435"/>
              <a:gd name="connsiteY124" fmla="*/ 4858148 h 6858000"/>
              <a:gd name="connsiteX125" fmla="*/ 6007749 w 6128435"/>
              <a:gd name="connsiteY125" fmla="*/ 4964715 h 6858000"/>
              <a:gd name="connsiteX126" fmla="*/ 6005269 w 6128435"/>
              <a:gd name="connsiteY126" fmla="*/ 5150567 h 6858000"/>
              <a:gd name="connsiteX127" fmla="*/ 6001127 w 6128435"/>
              <a:gd name="connsiteY127" fmla="*/ 5164609 h 6858000"/>
              <a:gd name="connsiteX128" fmla="*/ 5996647 w 6128435"/>
              <a:gd name="connsiteY128" fmla="*/ 5185640 h 6858000"/>
              <a:gd name="connsiteX129" fmla="*/ 5998514 w 6128435"/>
              <a:gd name="connsiteY129" fmla="*/ 5189673 h 6858000"/>
              <a:gd name="connsiteX130" fmla="*/ 5995970 w 6128435"/>
              <a:gd name="connsiteY130" fmla="*/ 5221547 h 6858000"/>
              <a:gd name="connsiteX131" fmla="*/ 5997218 w 6128435"/>
              <a:gd name="connsiteY131" fmla="*/ 5222031 h 6858000"/>
              <a:gd name="connsiteX132" fmla="*/ 6002116 w 6128435"/>
              <a:gd name="connsiteY132" fmla="*/ 5231223 h 6858000"/>
              <a:gd name="connsiteX133" fmla="*/ 6008541 w 6128435"/>
              <a:gd name="connsiteY133" fmla="*/ 5248680 h 6858000"/>
              <a:gd name="connsiteX134" fmla="*/ 6039260 w 6128435"/>
              <a:gd name="connsiteY134" fmla="*/ 5289518 h 6858000"/>
              <a:gd name="connsiteX135" fmla="*/ 6036748 w 6128435"/>
              <a:gd name="connsiteY135" fmla="*/ 5322752 h 6858000"/>
              <a:gd name="connsiteX136" fmla="*/ 6036943 w 6128435"/>
              <a:gd name="connsiteY136" fmla="*/ 5329480 h 6858000"/>
              <a:gd name="connsiteX137" fmla="*/ 6037236 w 6128435"/>
              <a:gd name="connsiteY137" fmla="*/ 5329634 h 6858000"/>
              <a:gd name="connsiteX138" fmla="*/ 6038019 w 6128435"/>
              <a:gd name="connsiteY138" fmla="*/ 5336764 h 6858000"/>
              <a:gd name="connsiteX139" fmla="*/ 6037298 w 6128435"/>
              <a:gd name="connsiteY139" fmla="*/ 5341753 h 6858000"/>
              <a:gd name="connsiteX140" fmla="*/ 6037677 w 6128435"/>
              <a:gd name="connsiteY140" fmla="*/ 5354807 h 6858000"/>
              <a:gd name="connsiteX141" fmla="*/ 6039728 w 6128435"/>
              <a:gd name="connsiteY141" fmla="*/ 5359416 h 6858000"/>
              <a:gd name="connsiteX142" fmla="*/ 6043311 w 6128435"/>
              <a:gd name="connsiteY142" fmla="*/ 5361407 h 6858000"/>
              <a:gd name="connsiteX143" fmla="*/ 6042954 w 6128435"/>
              <a:gd name="connsiteY143" fmla="*/ 5362576 h 6858000"/>
              <a:gd name="connsiteX144" fmla="*/ 6053435 w 6128435"/>
              <a:gd name="connsiteY144" fmla="*/ 5387547 h 6858000"/>
              <a:gd name="connsiteX145" fmla="*/ 6065933 w 6128435"/>
              <a:gd name="connsiteY145" fmla="*/ 5443002 h 6858000"/>
              <a:gd name="connsiteX146" fmla="*/ 6068640 w 6128435"/>
              <a:gd name="connsiteY146" fmla="*/ 5474503 h 6858000"/>
              <a:gd name="connsiteX147" fmla="*/ 6080922 w 6128435"/>
              <a:gd name="connsiteY147" fmla="*/ 5561070 h 6858000"/>
              <a:gd name="connsiteX148" fmla="*/ 6096949 w 6128435"/>
              <a:gd name="connsiteY148" fmla="*/ 5648179 h 6858000"/>
              <a:gd name="connsiteX149" fmla="*/ 6125703 w 6128435"/>
              <a:gd name="connsiteY149" fmla="*/ 5692894 h 6858000"/>
              <a:gd name="connsiteX150" fmla="*/ 6126670 w 6128435"/>
              <a:gd name="connsiteY150" fmla="*/ 5697882 h 6858000"/>
              <a:gd name="connsiteX151" fmla="*/ 6124061 w 6128435"/>
              <a:gd name="connsiteY151" fmla="*/ 5710294 h 6858000"/>
              <a:gd name="connsiteX152" fmla="*/ 6122213 w 6128435"/>
              <a:gd name="connsiteY152" fmla="*/ 5714762 h 6858000"/>
              <a:gd name="connsiteX153" fmla="*/ 6121353 w 6128435"/>
              <a:gd name="connsiteY153" fmla="*/ 5721725 h 6858000"/>
              <a:gd name="connsiteX154" fmla="*/ 6121607 w 6128435"/>
              <a:gd name="connsiteY154" fmla="*/ 5721959 h 6858000"/>
              <a:gd name="connsiteX155" fmla="*/ 6120262 w 6128435"/>
              <a:gd name="connsiteY155" fmla="*/ 5728358 h 6858000"/>
              <a:gd name="connsiteX156" fmla="*/ 6110194 w 6128435"/>
              <a:gd name="connsiteY156" fmla="*/ 5758853 h 6858000"/>
              <a:gd name="connsiteX157" fmla="*/ 6127519 w 6128435"/>
              <a:gd name="connsiteY157" fmla="*/ 5865775 h 6858000"/>
              <a:gd name="connsiteX158" fmla="*/ 6128435 w 6128435"/>
              <a:gd name="connsiteY158" fmla="*/ 5870164 h 6858000"/>
              <a:gd name="connsiteX159" fmla="*/ 6119217 w 6128435"/>
              <a:gd name="connsiteY159" fmla="*/ 5888542 h 6858000"/>
              <a:gd name="connsiteX160" fmla="*/ 6115966 w 6128435"/>
              <a:gd name="connsiteY160" fmla="*/ 5898387 h 6858000"/>
              <a:gd name="connsiteX161" fmla="*/ 6111924 w 6128435"/>
              <a:gd name="connsiteY161" fmla="*/ 5900444 h 6858000"/>
              <a:gd name="connsiteX162" fmla="*/ 6108716 w 6128435"/>
              <a:gd name="connsiteY162" fmla="*/ 5915345 h 6858000"/>
              <a:gd name="connsiteX163" fmla="*/ 6109524 w 6128435"/>
              <a:gd name="connsiteY163" fmla="*/ 5917328 h 6858000"/>
              <a:gd name="connsiteX164" fmla="*/ 6102493 w 6128435"/>
              <a:gd name="connsiteY164" fmla="*/ 5928602 h 6858000"/>
              <a:gd name="connsiteX165" fmla="*/ 6056863 w 6128435"/>
              <a:gd name="connsiteY165" fmla="*/ 6000643 h 6858000"/>
              <a:gd name="connsiteX166" fmla="*/ 6045436 w 6128435"/>
              <a:gd name="connsiteY166" fmla="*/ 6124480 h 6858000"/>
              <a:gd name="connsiteX167" fmla="*/ 6030489 w 6128435"/>
              <a:gd name="connsiteY167" fmla="*/ 6317666 h 6858000"/>
              <a:gd name="connsiteX168" fmla="*/ 6007492 w 6128435"/>
              <a:gd name="connsiteY168" fmla="*/ 6440818 h 6858000"/>
              <a:gd name="connsiteX169" fmla="*/ 6009467 w 6128435"/>
              <a:gd name="connsiteY169" fmla="*/ 6487076 h 6858000"/>
              <a:gd name="connsiteX170" fmla="*/ 5995064 w 6128435"/>
              <a:gd name="connsiteY170" fmla="*/ 6540791 h 6858000"/>
              <a:gd name="connsiteX171" fmla="*/ 5996309 w 6128435"/>
              <a:gd name="connsiteY171" fmla="*/ 6543961 h 6858000"/>
              <a:gd name="connsiteX172" fmla="*/ 5996048 w 6128435"/>
              <a:gd name="connsiteY172" fmla="*/ 6555444 h 6858000"/>
              <a:gd name="connsiteX173" fmla="*/ 6002524 w 6128435"/>
              <a:gd name="connsiteY173" fmla="*/ 6560188 h 6858000"/>
              <a:gd name="connsiteX174" fmla="*/ 6006823 w 6128435"/>
              <a:gd name="connsiteY174" fmla="*/ 6578546 h 6858000"/>
              <a:gd name="connsiteX175" fmla="*/ 6004510 w 6128435"/>
              <a:gd name="connsiteY175" fmla="*/ 6599256 h 6858000"/>
              <a:gd name="connsiteX176" fmla="*/ 5986207 w 6128435"/>
              <a:gd name="connsiteY176" fmla="*/ 6695855 h 6858000"/>
              <a:gd name="connsiteX177" fmla="*/ 5979428 w 6128435"/>
              <a:gd name="connsiteY177" fmla="*/ 6754678 h 6858000"/>
              <a:gd name="connsiteX178" fmla="*/ 5983398 w 6128435"/>
              <a:gd name="connsiteY178" fmla="*/ 6778641 h 6858000"/>
              <a:gd name="connsiteX179" fmla="*/ 5984543 w 6128435"/>
              <a:gd name="connsiteY179" fmla="*/ 6811016 h 6858000"/>
              <a:gd name="connsiteX180" fmla="*/ 5981802 w 6128435"/>
              <a:gd name="connsiteY180" fmla="*/ 6838578 h 6858000"/>
              <a:gd name="connsiteX181" fmla="*/ 5979671 w 6128435"/>
              <a:gd name="connsiteY181" fmla="*/ 6858000 h 6858000"/>
              <a:gd name="connsiteX182" fmla="*/ 0 w 6128435"/>
              <a:gd name="connsiteY182" fmla="*/ 6858000 h 6858000"/>
              <a:gd name="connsiteX183" fmla="*/ 0 w 6128435"/>
              <a:gd name="connsiteY18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6175 w 6128435"/>
              <a:gd name="connsiteY49" fmla="*/ 2407515 h 6858000"/>
              <a:gd name="connsiteX50" fmla="*/ 5271650 w 6128435"/>
              <a:gd name="connsiteY50" fmla="*/ 2440467 h 6858000"/>
              <a:gd name="connsiteX51" fmla="*/ 5271438 w 6128435"/>
              <a:gd name="connsiteY51" fmla="*/ 2447186 h 6858000"/>
              <a:gd name="connsiteX52" fmla="*/ 5271722 w 6128435"/>
              <a:gd name="connsiteY52" fmla="*/ 2447359 h 6858000"/>
              <a:gd name="connsiteX53" fmla="*/ 5272069 w 6128435"/>
              <a:gd name="connsiteY53" fmla="*/ 2454523 h 6858000"/>
              <a:gd name="connsiteX54" fmla="*/ 5271049 w 6128435"/>
              <a:gd name="connsiteY54" fmla="*/ 2459442 h 6858000"/>
              <a:gd name="connsiteX55" fmla="*/ 5270636 w 6128435"/>
              <a:gd name="connsiteY55" fmla="*/ 2472481 h 6858000"/>
              <a:gd name="connsiteX56" fmla="*/ 5272406 w 6128435"/>
              <a:gd name="connsiteY56" fmla="*/ 2477221 h 6858000"/>
              <a:gd name="connsiteX57" fmla="*/ 5307538 w 6128435"/>
              <a:gd name="connsiteY57" fmla="*/ 2514685 h 6858000"/>
              <a:gd name="connsiteX58" fmla="*/ 5337604 w 6128435"/>
              <a:gd name="connsiteY58" fmla="*/ 2597632 h 6858000"/>
              <a:gd name="connsiteX59" fmla="*/ 5407503 w 6128435"/>
              <a:gd name="connsiteY59" fmla="*/ 2786290 h 6858000"/>
              <a:gd name="connsiteX60" fmla="*/ 5407356 w 6128435"/>
              <a:gd name="connsiteY60" fmla="*/ 2787545 h 6858000"/>
              <a:gd name="connsiteX61" fmla="*/ 5411130 w 6128435"/>
              <a:gd name="connsiteY61" fmla="*/ 2788640 h 6858000"/>
              <a:gd name="connsiteX62" fmla="*/ 5416439 w 6128435"/>
              <a:gd name="connsiteY62" fmla="*/ 2805666 h 6858000"/>
              <a:gd name="connsiteX63" fmla="*/ 5416589 w 6128435"/>
              <a:gd name="connsiteY63" fmla="*/ 2810822 h 6858000"/>
              <a:gd name="connsiteX64" fmla="*/ 5418542 w 6128435"/>
              <a:gd name="connsiteY64" fmla="*/ 2817745 h 6858000"/>
              <a:gd name="connsiteX65" fmla="*/ 5418847 w 6128435"/>
              <a:gd name="connsiteY65" fmla="*/ 2817825 h 6858000"/>
              <a:gd name="connsiteX66" fmla="*/ 5423364 w 6128435"/>
              <a:gd name="connsiteY66" fmla="*/ 2858292 h 6858000"/>
              <a:gd name="connsiteX67" fmla="*/ 5479298 w 6128435"/>
              <a:gd name="connsiteY67" fmla="*/ 2947791 h 6858000"/>
              <a:gd name="connsiteX68" fmla="*/ 5481770 w 6128435"/>
              <a:gd name="connsiteY68" fmla="*/ 2951352 h 6858000"/>
              <a:gd name="connsiteX69" fmla="*/ 5481013 w 6128435"/>
              <a:gd name="connsiteY69" fmla="*/ 2973461 h 6858000"/>
              <a:gd name="connsiteX70" fmla="*/ 5482045 w 6128435"/>
              <a:gd name="connsiteY70" fmla="*/ 2984371 h 6858000"/>
              <a:gd name="connsiteX71" fmla="*/ 5479405 w 6128435"/>
              <a:gd name="connsiteY71" fmla="*/ 2988507 h 6858000"/>
              <a:gd name="connsiteX72" fmla="*/ 5482415 w 6128435"/>
              <a:gd name="connsiteY72" fmla="*/ 3004079 h 6858000"/>
              <a:gd name="connsiteX73" fmla="*/ 5483865 w 6128435"/>
              <a:gd name="connsiteY73" fmla="*/ 3005467 h 6858000"/>
              <a:gd name="connsiteX74" fmla="*/ 5482236 w 6128435"/>
              <a:gd name="connsiteY74" fmla="*/ 3019791 h 6858000"/>
              <a:gd name="connsiteX75" fmla="*/ 5475895 w 6128435"/>
              <a:gd name="connsiteY75" fmla="*/ 3033578 h 6858000"/>
              <a:gd name="connsiteX76" fmla="*/ 5477595 w 6128435"/>
              <a:gd name="connsiteY76" fmla="*/ 3250534 h 6858000"/>
              <a:gd name="connsiteX77" fmla="*/ 5532836 w 6128435"/>
              <a:gd name="connsiteY77" fmla="*/ 3353840 h 6858000"/>
              <a:gd name="connsiteX78" fmla="*/ 5561229 w 6128435"/>
              <a:gd name="connsiteY78" fmla="*/ 3395784 h 6858000"/>
              <a:gd name="connsiteX79" fmla="*/ 5589758 w 6128435"/>
              <a:gd name="connsiteY79" fmla="*/ 3506453 h 6858000"/>
              <a:gd name="connsiteX80" fmla="*/ 5596144 w 6128435"/>
              <a:gd name="connsiteY80" fmla="*/ 3534624 h 6858000"/>
              <a:gd name="connsiteX81" fmla="*/ 5597750 w 6128435"/>
              <a:gd name="connsiteY81" fmla="*/ 3534129 h 6858000"/>
              <a:gd name="connsiteX82" fmla="*/ 5599700 w 6128435"/>
              <a:gd name="connsiteY82" fmla="*/ 3547221 h 6858000"/>
              <a:gd name="connsiteX83" fmla="*/ 5615031 w 6128435"/>
              <a:gd name="connsiteY83" fmla="*/ 3557482 h 6858000"/>
              <a:gd name="connsiteX84" fmla="*/ 5618377 w 6128435"/>
              <a:gd name="connsiteY84" fmla="*/ 3588431 h 6858000"/>
              <a:gd name="connsiteX85" fmla="*/ 5612155 w 6128435"/>
              <a:gd name="connsiteY85" fmla="*/ 3589869 h 6858000"/>
              <a:gd name="connsiteX86" fmla="*/ 5620843 w 6128435"/>
              <a:gd name="connsiteY86" fmla="*/ 3606745 h 6858000"/>
              <a:gd name="connsiteX87" fmla="*/ 5655472 w 6128435"/>
              <a:gd name="connsiteY87" fmla="*/ 3678877 h 6858000"/>
              <a:gd name="connsiteX88" fmla="*/ 5680448 w 6128435"/>
              <a:gd name="connsiteY88" fmla="*/ 3717760 h 6858000"/>
              <a:gd name="connsiteX89" fmla="*/ 5683015 w 6128435"/>
              <a:gd name="connsiteY89" fmla="*/ 3762025 h 6858000"/>
              <a:gd name="connsiteX90" fmla="*/ 5696643 w 6128435"/>
              <a:gd name="connsiteY90" fmla="*/ 3773888 h 6858000"/>
              <a:gd name="connsiteX91" fmla="*/ 5699203 w 6128435"/>
              <a:gd name="connsiteY91" fmla="*/ 3775823 h 6858000"/>
              <a:gd name="connsiteX92" fmla="*/ 5704824 w 6128435"/>
              <a:gd name="connsiteY92" fmla="*/ 3785966 h 6858000"/>
              <a:gd name="connsiteX93" fmla="*/ 5712204 w 6128435"/>
              <a:gd name="connsiteY93" fmla="*/ 3785830 h 6858000"/>
              <a:gd name="connsiteX94" fmla="*/ 5724816 w 6128435"/>
              <a:gd name="connsiteY94" fmla="*/ 3798949 h 6858000"/>
              <a:gd name="connsiteX95" fmla="*/ 5733539 w 6128435"/>
              <a:gd name="connsiteY95" fmla="*/ 3818457 h 6858000"/>
              <a:gd name="connsiteX96" fmla="*/ 5768491 w 6128435"/>
              <a:gd name="connsiteY96" fmla="*/ 3914399 h 6858000"/>
              <a:gd name="connsiteX97" fmla="*/ 5793123 w 6128435"/>
              <a:gd name="connsiteY97" fmla="*/ 3969952 h 6858000"/>
              <a:gd name="connsiteX98" fmla="*/ 5808321 w 6128435"/>
              <a:gd name="connsiteY98" fmla="*/ 3988153 h 6858000"/>
              <a:gd name="connsiteX99" fmla="*/ 5825621 w 6128435"/>
              <a:gd name="connsiteY99" fmla="*/ 4015525 h 6858000"/>
              <a:gd name="connsiteX100" fmla="*/ 5860672 w 6128435"/>
              <a:gd name="connsiteY100" fmla="*/ 4061579 h 6858000"/>
              <a:gd name="connsiteX101" fmla="*/ 5872173 w 6128435"/>
              <a:gd name="connsiteY101" fmla="*/ 4088497 h 6858000"/>
              <a:gd name="connsiteX102" fmla="*/ 5883705 w 6128435"/>
              <a:gd name="connsiteY102" fmla="*/ 4101899 h 6858000"/>
              <a:gd name="connsiteX103" fmla="*/ 5885314 w 6128435"/>
              <a:gd name="connsiteY103" fmla="*/ 4108387 h 6858000"/>
              <a:gd name="connsiteX104" fmla="*/ 5894095 w 6128435"/>
              <a:gd name="connsiteY104" fmla="*/ 4128857 h 6858000"/>
              <a:gd name="connsiteX105" fmla="*/ 5898339 w 6128435"/>
              <a:gd name="connsiteY105" fmla="*/ 4140800 h 6858000"/>
              <a:gd name="connsiteX106" fmla="*/ 5899734 w 6128435"/>
              <a:gd name="connsiteY106" fmla="*/ 4145632 h 6858000"/>
              <a:gd name="connsiteX107" fmla="*/ 5897098 w 6128435"/>
              <a:gd name="connsiteY107" fmla="*/ 4157819 h 6858000"/>
              <a:gd name="connsiteX108" fmla="*/ 5903513 w 6128435"/>
              <a:gd name="connsiteY108" fmla="*/ 4187661 h 6858000"/>
              <a:gd name="connsiteX109" fmla="*/ 5917114 w 6128435"/>
              <a:gd name="connsiteY109" fmla="*/ 4213096 h 6858000"/>
              <a:gd name="connsiteX110" fmla="*/ 5921153 w 6128435"/>
              <a:gd name="connsiteY110" fmla="*/ 4236222 h 6858000"/>
              <a:gd name="connsiteX111" fmla="*/ 5924233 w 6128435"/>
              <a:gd name="connsiteY111" fmla="*/ 4242060 h 6858000"/>
              <a:gd name="connsiteX112" fmla="*/ 5928910 w 6128435"/>
              <a:gd name="connsiteY112" fmla="*/ 4300973 h 6858000"/>
              <a:gd name="connsiteX113" fmla="*/ 5939320 w 6128435"/>
              <a:gd name="connsiteY113" fmla="*/ 4340435 h 6858000"/>
              <a:gd name="connsiteX114" fmla="*/ 5946705 w 6128435"/>
              <a:gd name="connsiteY114" fmla="*/ 4428051 h 6858000"/>
              <a:gd name="connsiteX115" fmla="*/ 5949261 w 6128435"/>
              <a:gd name="connsiteY115" fmla="*/ 4449185 h 6858000"/>
              <a:gd name="connsiteX116" fmla="*/ 5957504 w 6128435"/>
              <a:gd name="connsiteY116" fmla="*/ 4465911 h 6858000"/>
              <a:gd name="connsiteX117" fmla="*/ 5964689 w 6128435"/>
              <a:gd name="connsiteY117" fmla="*/ 4468532 h 6858000"/>
              <a:gd name="connsiteX118" fmla="*/ 5967062 w 6128435"/>
              <a:gd name="connsiteY118" fmla="*/ 4479923 h 6858000"/>
              <a:gd name="connsiteX119" fmla="*/ 5968960 w 6128435"/>
              <a:gd name="connsiteY119" fmla="*/ 4482655 h 6858000"/>
              <a:gd name="connsiteX120" fmla="*/ 5978567 w 6128435"/>
              <a:gd name="connsiteY120" fmla="*/ 4498605 h 6858000"/>
              <a:gd name="connsiteX121" fmla="*/ 5980106 w 6128435"/>
              <a:gd name="connsiteY121" fmla="*/ 4585087 h 6858000"/>
              <a:gd name="connsiteX122" fmla="*/ 5998138 w 6128435"/>
              <a:gd name="connsiteY122" fmla="*/ 4697518 h 6858000"/>
              <a:gd name="connsiteX123" fmla="*/ 6013516 w 6128435"/>
              <a:gd name="connsiteY123" fmla="*/ 4786619 h 6858000"/>
              <a:gd name="connsiteX124" fmla="*/ 6025404 w 6128435"/>
              <a:gd name="connsiteY124" fmla="*/ 4858148 h 6858000"/>
              <a:gd name="connsiteX125" fmla="*/ 6007749 w 6128435"/>
              <a:gd name="connsiteY125" fmla="*/ 4964715 h 6858000"/>
              <a:gd name="connsiteX126" fmla="*/ 6005269 w 6128435"/>
              <a:gd name="connsiteY126" fmla="*/ 5150567 h 6858000"/>
              <a:gd name="connsiteX127" fmla="*/ 6001127 w 6128435"/>
              <a:gd name="connsiteY127" fmla="*/ 5164609 h 6858000"/>
              <a:gd name="connsiteX128" fmla="*/ 5996647 w 6128435"/>
              <a:gd name="connsiteY128" fmla="*/ 5185640 h 6858000"/>
              <a:gd name="connsiteX129" fmla="*/ 5998514 w 6128435"/>
              <a:gd name="connsiteY129" fmla="*/ 5189673 h 6858000"/>
              <a:gd name="connsiteX130" fmla="*/ 5995970 w 6128435"/>
              <a:gd name="connsiteY130" fmla="*/ 5221547 h 6858000"/>
              <a:gd name="connsiteX131" fmla="*/ 5997218 w 6128435"/>
              <a:gd name="connsiteY131" fmla="*/ 5222031 h 6858000"/>
              <a:gd name="connsiteX132" fmla="*/ 6002116 w 6128435"/>
              <a:gd name="connsiteY132" fmla="*/ 5231223 h 6858000"/>
              <a:gd name="connsiteX133" fmla="*/ 6008541 w 6128435"/>
              <a:gd name="connsiteY133" fmla="*/ 5248680 h 6858000"/>
              <a:gd name="connsiteX134" fmla="*/ 6039260 w 6128435"/>
              <a:gd name="connsiteY134" fmla="*/ 5289518 h 6858000"/>
              <a:gd name="connsiteX135" fmla="*/ 6036748 w 6128435"/>
              <a:gd name="connsiteY135" fmla="*/ 5322752 h 6858000"/>
              <a:gd name="connsiteX136" fmla="*/ 6036943 w 6128435"/>
              <a:gd name="connsiteY136" fmla="*/ 5329480 h 6858000"/>
              <a:gd name="connsiteX137" fmla="*/ 6037236 w 6128435"/>
              <a:gd name="connsiteY137" fmla="*/ 5329634 h 6858000"/>
              <a:gd name="connsiteX138" fmla="*/ 6038019 w 6128435"/>
              <a:gd name="connsiteY138" fmla="*/ 5336764 h 6858000"/>
              <a:gd name="connsiteX139" fmla="*/ 6037298 w 6128435"/>
              <a:gd name="connsiteY139" fmla="*/ 5341753 h 6858000"/>
              <a:gd name="connsiteX140" fmla="*/ 6037677 w 6128435"/>
              <a:gd name="connsiteY140" fmla="*/ 5354807 h 6858000"/>
              <a:gd name="connsiteX141" fmla="*/ 6039728 w 6128435"/>
              <a:gd name="connsiteY141" fmla="*/ 5359416 h 6858000"/>
              <a:gd name="connsiteX142" fmla="*/ 6043311 w 6128435"/>
              <a:gd name="connsiteY142" fmla="*/ 5361407 h 6858000"/>
              <a:gd name="connsiteX143" fmla="*/ 6042954 w 6128435"/>
              <a:gd name="connsiteY143" fmla="*/ 5362576 h 6858000"/>
              <a:gd name="connsiteX144" fmla="*/ 6053435 w 6128435"/>
              <a:gd name="connsiteY144" fmla="*/ 5387547 h 6858000"/>
              <a:gd name="connsiteX145" fmla="*/ 6065933 w 6128435"/>
              <a:gd name="connsiteY145" fmla="*/ 5443002 h 6858000"/>
              <a:gd name="connsiteX146" fmla="*/ 6068640 w 6128435"/>
              <a:gd name="connsiteY146" fmla="*/ 5474503 h 6858000"/>
              <a:gd name="connsiteX147" fmla="*/ 6080922 w 6128435"/>
              <a:gd name="connsiteY147" fmla="*/ 5561070 h 6858000"/>
              <a:gd name="connsiteX148" fmla="*/ 6096949 w 6128435"/>
              <a:gd name="connsiteY148" fmla="*/ 5648179 h 6858000"/>
              <a:gd name="connsiteX149" fmla="*/ 6125703 w 6128435"/>
              <a:gd name="connsiteY149" fmla="*/ 5692894 h 6858000"/>
              <a:gd name="connsiteX150" fmla="*/ 6126670 w 6128435"/>
              <a:gd name="connsiteY150" fmla="*/ 5697882 h 6858000"/>
              <a:gd name="connsiteX151" fmla="*/ 6124061 w 6128435"/>
              <a:gd name="connsiteY151" fmla="*/ 5710294 h 6858000"/>
              <a:gd name="connsiteX152" fmla="*/ 6122213 w 6128435"/>
              <a:gd name="connsiteY152" fmla="*/ 5714762 h 6858000"/>
              <a:gd name="connsiteX153" fmla="*/ 6121353 w 6128435"/>
              <a:gd name="connsiteY153" fmla="*/ 5721725 h 6858000"/>
              <a:gd name="connsiteX154" fmla="*/ 6121607 w 6128435"/>
              <a:gd name="connsiteY154" fmla="*/ 5721959 h 6858000"/>
              <a:gd name="connsiteX155" fmla="*/ 6120262 w 6128435"/>
              <a:gd name="connsiteY155" fmla="*/ 5728358 h 6858000"/>
              <a:gd name="connsiteX156" fmla="*/ 6110194 w 6128435"/>
              <a:gd name="connsiteY156" fmla="*/ 5758853 h 6858000"/>
              <a:gd name="connsiteX157" fmla="*/ 6127519 w 6128435"/>
              <a:gd name="connsiteY157" fmla="*/ 5865775 h 6858000"/>
              <a:gd name="connsiteX158" fmla="*/ 6128435 w 6128435"/>
              <a:gd name="connsiteY158" fmla="*/ 5870164 h 6858000"/>
              <a:gd name="connsiteX159" fmla="*/ 6119217 w 6128435"/>
              <a:gd name="connsiteY159" fmla="*/ 5888542 h 6858000"/>
              <a:gd name="connsiteX160" fmla="*/ 6115966 w 6128435"/>
              <a:gd name="connsiteY160" fmla="*/ 5898387 h 6858000"/>
              <a:gd name="connsiteX161" fmla="*/ 6111924 w 6128435"/>
              <a:gd name="connsiteY161" fmla="*/ 5900444 h 6858000"/>
              <a:gd name="connsiteX162" fmla="*/ 6108716 w 6128435"/>
              <a:gd name="connsiteY162" fmla="*/ 5915345 h 6858000"/>
              <a:gd name="connsiteX163" fmla="*/ 6109524 w 6128435"/>
              <a:gd name="connsiteY163" fmla="*/ 5917328 h 6858000"/>
              <a:gd name="connsiteX164" fmla="*/ 6102493 w 6128435"/>
              <a:gd name="connsiteY164" fmla="*/ 5928602 h 6858000"/>
              <a:gd name="connsiteX165" fmla="*/ 6056863 w 6128435"/>
              <a:gd name="connsiteY165" fmla="*/ 6000643 h 6858000"/>
              <a:gd name="connsiteX166" fmla="*/ 6045436 w 6128435"/>
              <a:gd name="connsiteY166" fmla="*/ 6124480 h 6858000"/>
              <a:gd name="connsiteX167" fmla="*/ 6030489 w 6128435"/>
              <a:gd name="connsiteY167" fmla="*/ 6317666 h 6858000"/>
              <a:gd name="connsiteX168" fmla="*/ 6007492 w 6128435"/>
              <a:gd name="connsiteY168" fmla="*/ 6440818 h 6858000"/>
              <a:gd name="connsiteX169" fmla="*/ 6009467 w 6128435"/>
              <a:gd name="connsiteY169" fmla="*/ 6487076 h 6858000"/>
              <a:gd name="connsiteX170" fmla="*/ 5995064 w 6128435"/>
              <a:gd name="connsiteY170" fmla="*/ 6540791 h 6858000"/>
              <a:gd name="connsiteX171" fmla="*/ 5996309 w 6128435"/>
              <a:gd name="connsiteY171" fmla="*/ 6543961 h 6858000"/>
              <a:gd name="connsiteX172" fmla="*/ 5996048 w 6128435"/>
              <a:gd name="connsiteY172" fmla="*/ 6555444 h 6858000"/>
              <a:gd name="connsiteX173" fmla="*/ 6002524 w 6128435"/>
              <a:gd name="connsiteY173" fmla="*/ 6560188 h 6858000"/>
              <a:gd name="connsiteX174" fmla="*/ 6006823 w 6128435"/>
              <a:gd name="connsiteY174" fmla="*/ 6578546 h 6858000"/>
              <a:gd name="connsiteX175" fmla="*/ 6004510 w 6128435"/>
              <a:gd name="connsiteY175" fmla="*/ 6599256 h 6858000"/>
              <a:gd name="connsiteX176" fmla="*/ 5986207 w 6128435"/>
              <a:gd name="connsiteY176" fmla="*/ 6695855 h 6858000"/>
              <a:gd name="connsiteX177" fmla="*/ 5979428 w 6128435"/>
              <a:gd name="connsiteY177" fmla="*/ 6754678 h 6858000"/>
              <a:gd name="connsiteX178" fmla="*/ 5983398 w 6128435"/>
              <a:gd name="connsiteY178" fmla="*/ 6778641 h 6858000"/>
              <a:gd name="connsiteX179" fmla="*/ 5984543 w 6128435"/>
              <a:gd name="connsiteY179" fmla="*/ 6811016 h 6858000"/>
              <a:gd name="connsiteX180" fmla="*/ 5981802 w 6128435"/>
              <a:gd name="connsiteY180" fmla="*/ 6838578 h 6858000"/>
              <a:gd name="connsiteX181" fmla="*/ 5979671 w 6128435"/>
              <a:gd name="connsiteY181" fmla="*/ 6858000 h 6858000"/>
              <a:gd name="connsiteX182" fmla="*/ 0 w 6128435"/>
              <a:gd name="connsiteY182" fmla="*/ 6858000 h 6858000"/>
              <a:gd name="connsiteX183" fmla="*/ 0 w 6128435"/>
              <a:gd name="connsiteY18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1650 w 6128435"/>
              <a:gd name="connsiteY49" fmla="*/ 2440467 h 6858000"/>
              <a:gd name="connsiteX50" fmla="*/ 5271438 w 6128435"/>
              <a:gd name="connsiteY50" fmla="*/ 2447186 h 6858000"/>
              <a:gd name="connsiteX51" fmla="*/ 5271722 w 6128435"/>
              <a:gd name="connsiteY51" fmla="*/ 2447359 h 6858000"/>
              <a:gd name="connsiteX52" fmla="*/ 5272069 w 6128435"/>
              <a:gd name="connsiteY52" fmla="*/ 2454523 h 6858000"/>
              <a:gd name="connsiteX53" fmla="*/ 5271049 w 6128435"/>
              <a:gd name="connsiteY53" fmla="*/ 2459442 h 6858000"/>
              <a:gd name="connsiteX54" fmla="*/ 5270636 w 6128435"/>
              <a:gd name="connsiteY54" fmla="*/ 2472481 h 6858000"/>
              <a:gd name="connsiteX55" fmla="*/ 5272406 w 6128435"/>
              <a:gd name="connsiteY55" fmla="*/ 2477221 h 6858000"/>
              <a:gd name="connsiteX56" fmla="*/ 5307538 w 6128435"/>
              <a:gd name="connsiteY56" fmla="*/ 2514685 h 6858000"/>
              <a:gd name="connsiteX57" fmla="*/ 5337604 w 6128435"/>
              <a:gd name="connsiteY57" fmla="*/ 2597632 h 6858000"/>
              <a:gd name="connsiteX58" fmla="*/ 5407503 w 6128435"/>
              <a:gd name="connsiteY58" fmla="*/ 2786290 h 6858000"/>
              <a:gd name="connsiteX59" fmla="*/ 5407356 w 6128435"/>
              <a:gd name="connsiteY59" fmla="*/ 2787545 h 6858000"/>
              <a:gd name="connsiteX60" fmla="*/ 5411130 w 6128435"/>
              <a:gd name="connsiteY60" fmla="*/ 2788640 h 6858000"/>
              <a:gd name="connsiteX61" fmla="*/ 5416439 w 6128435"/>
              <a:gd name="connsiteY61" fmla="*/ 2805666 h 6858000"/>
              <a:gd name="connsiteX62" fmla="*/ 5416589 w 6128435"/>
              <a:gd name="connsiteY62" fmla="*/ 2810822 h 6858000"/>
              <a:gd name="connsiteX63" fmla="*/ 5418542 w 6128435"/>
              <a:gd name="connsiteY63" fmla="*/ 2817745 h 6858000"/>
              <a:gd name="connsiteX64" fmla="*/ 5418847 w 6128435"/>
              <a:gd name="connsiteY64" fmla="*/ 2817825 h 6858000"/>
              <a:gd name="connsiteX65" fmla="*/ 5423364 w 6128435"/>
              <a:gd name="connsiteY65" fmla="*/ 2858292 h 6858000"/>
              <a:gd name="connsiteX66" fmla="*/ 5479298 w 6128435"/>
              <a:gd name="connsiteY66" fmla="*/ 2947791 h 6858000"/>
              <a:gd name="connsiteX67" fmla="*/ 5481770 w 6128435"/>
              <a:gd name="connsiteY67" fmla="*/ 2951352 h 6858000"/>
              <a:gd name="connsiteX68" fmla="*/ 5481013 w 6128435"/>
              <a:gd name="connsiteY68" fmla="*/ 2973461 h 6858000"/>
              <a:gd name="connsiteX69" fmla="*/ 5482045 w 6128435"/>
              <a:gd name="connsiteY69" fmla="*/ 2984371 h 6858000"/>
              <a:gd name="connsiteX70" fmla="*/ 5479405 w 6128435"/>
              <a:gd name="connsiteY70" fmla="*/ 2988507 h 6858000"/>
              <a:gd name="connsiteX71" fmla="*/ 5482415 w 6128435"/>
              <a:gd name="connsiteY71" fmla="*/ 3004079 h 6858000"/>
              <a:gd name="connsiteX72" fmla="*/ 5483865 w 6128435"/>
              <a:gd name="connsiteY72" fmla="*/ 3005467 h 6858000"/>
              <a:gd name="connsiteX73" fmla="*/ 5482236 w 6128435"/>
              <a:gd name="connsiteY73" fmla="*/ 3019791 h 6858000"/>
              <a:gd name="connsiteX74" fmla="*/ 5475895 w 6128435"/>
              <a:gd name="connsiteY74" fmla="*/ 3033578 h 6858000"/>
              <a:gd name="connsiteX75" fmla="*/ 5477595 w 6128435"/>
              <a:gd name="connsiteY75" fmla="*/ 3250534 h 6858000"/>
              <a:gd name="connsiteX76" fmla="*/ 5532836 w 6128435"/>
              <a:gd name="connsiteY76" fmla="*/ 3353840 h 6858000"/>
              <a:gd name="connsiteX77" fmla="*/ 5561229 w 6128435"/>
              <a:gd name="connsiteY77" fmla="*/ 3395784 h 6858000"/>
              <a:gd name="connsiteX78" fmla="*/ 5589758 w 6128435"/>
              <a:gd name="connsiteY78" fmla="*/ 3506453 h 6858000"/>
              <a:gd name="connsiteX79" fmla="*/ 5596144 w 6128435"/>
              <a:gd name="connsiteY79" fmla="*/ 3534624 h 6858000"/>
              <a:gd name="connsiteX80" fmla="*/ 5597750 w 6128435"/>
              <a:gd name="connsiteY80" fmla="*/ 3534129 h 6858000"/>
              <a:gd name="connsiteX81" fmla="*/ 5599700 w 6128435"/>
              <a:gd name="connsiteY81" fmla="*/ 3547221 h 6858000"/>
              <a:gd name="connsiteX82" fmla="*/ 5615031 w 6128435"/>
              <a:gd name="connsiteY82" fmla="*/ 3557482 h 6858000"/>
              <a:gd name="connsiteX83" fmla="*/ 5618377 w 6128435"/>
              <a:gd name="connsiteY83" fmla="*/ 3588431 h 6858000"/>
              <a:gd name="connsiteX84" fmla="*/ 5612155 w 6128435"/>
              <a:gd name="connsiteY84" fmla="*/ 3589869 h 6858000"/>
              <a:gd name="connsiteX85" fmla="*/ 5620843 w 6128435"/>
              <a:gd name="connsiteY85" fmla="*/ 3606745 h 6858000"/>
              <a:gd name="connsiteX86" fmla="*/ 5655472 w 6128435"/>
              <a:gd name="connsiteY86" fmla="*/ 3678877 h 6858000"/>
              <a:gd name="connsiteX87" fmla="*/ 5680448 w 6128435"/>
              <a:gd name="connsiteY87" fmla="*/ 3717760 h 6858000"/>
              <a:gd name="connsiteX88" fmla="*/ 5683015 w 6128435"/>
              <a:gd name="connsiteY88" fmla="*/ 3762025 h 6858000"/>
              <a:gd name="connsiteX89" fmla="*/ 5696643 w 6128435"/>
              <a:gd name="connsiteY89" fmla="*/ 3773888 h 6858000"/>
              <a:gd name="connsiteX90" fmla="*/ 5699203 w 6128435"/>
              <a:gd name="connsiteY90" fmla="*/ 3775823 h 6858000"/>
              <a:gd name="connsiteX91" fmla="*/ 5704824 w 6128435"/>
              <a:gd name="connsiteY91" fmla="*/ 3785966 h 6858000"/>
              <a:gd name="connsiteX92" fmla="*/ 5712204 w 6128435"/>
              <a:gd name="connsiteY92" fmla="*/ 3785830 h 6858000"/>
              <a:gd name="connsiteX93" fmla="*/ 5724816 w 6128435"/>
              <a:gd name="connsiteY93" fmla="*/ 3798949 h 6858000"/>
              <a:gd name="connsiteX94" fmla="*/ 5733539 w 6128435"/>
              <a:gd name="connsiteY94" fmla="*/ 3818457 h 6858000"/>
              <a:gd name="connsiteX95" fmla="*/ 5768491 w 6128435"/>
              <a:gd name="connsiteY95" fmla="*/ 3914399 h 6858000"/>
              <a:gd name="connsiteX96" fmla="*/ 5793123 w 6128435"/>
              <a:gd name="connsiteY96" fmla="*/ 3969952 h 6858000"/>
              <a:gd name="connsiteX97" fmla="*/ 5808321 w 6128435"/>
              <a:gd name="connsiteY97" fmla="*/ 3988153 h 6858000"/>
              <a:gd name="connsiteX98" fmla="*/ 5825621 w 6128435"/>
              <a:gd name="connsiteY98" fmla="*/ 4015525 h 6858000"/>
              <a:gd name="connsiteX99" fmla="*/ 5860672 w 6128435"/>
              <a:gd name="connsiteY99" fmla="*/ 4061579 h 6858000"/>
              <a:gd name="connsiteX100" fmla="*/ 5872173 w 6128435"/>
              <a:gd name="connsiteY100" fmla="*/ 4088497 h 6858000"/>
              <a:gd name="connsiteX101" fmla="*/ 5883705 w 6128435"/>
              <a:gd name="connsiteY101" fmla="*/ 4101899 h 6858000"/>
              <a:gd name="connsiteX102" fmla="*/ 5885314 w 6128435"/>
              <a:gd name="connsiteY102" fmla="*/ 4108387 h 6858000"/>
              <a:gd name="connsiteX103" fmla="*/ 5894095 w 6128435"/>
              <a:gd name="connsiteY103" fmla="*/ 4128857 h 6858000"/>
              <a:gd name="connsiteX104" fmla="*/ 5898339 w 6128435"/>
              <a:gd name="connsiteY104" fmla="*/ 4140800 h 6858000"/>
              <a:gd name="connsiteX105" fmla="*/ 5899734 w 6128435"/>
              <a:gd name="connsiteY105" fmla="*/ 4145632 h 6858000"/>
              <a:gd name="connsiteX106" fmla="*/ 5897098 w 6128435"/>
              <a:gd name="connsiteY106" fmla="*/ 4157819 h 6858000"/>
              <a:gd name="connsiteX107" fmla="*/ 5903513 w 6128435"/>
              <a:gd name="connsiteY107" fmla="*/ 4187661 h 6858000"/>
              <a:gd name="connsiteX108" fmla="*/ 5917114 w 6128435"/>
              <a:gd name="connsiteY108" fmla="*/ 4213096 h 6858000"/>
              <a:gd name="connsiteX109" fmla="*/ 5921153 w 6128435"/>
              <a:gd name="connsiteY109" fmla="*/ 4236222 h 6858000"/>
              <a:gd name="connsiteX110" fmla="*/ 5924233 w 6128435"/>
              <a:gd name="connsiteY110" fmla="*/ 4242060 h 6858000"/>
              <a:gd name="connsiteX111" fmla="*/ 5928910 w 6128435"/>
              <a:gd name="connsiteY111" fmla="*/ 4300973 h 6858000"/>
              <a:gd name="connsiteX112" fmla="*/ 5939320 w 6128435"/>
              <a:gd name="connsiteY112" fmla="*/ 4340435 h 6858000"/>
              <a:gd name="connsiteX113" fmla="*/ 5946705 w 6128435"/>
              <a:gd name="connsiteY113" fmla="*/ 4428051 h 6858000"/>
              <a:gd name="connsiteX114" fmla="*/ 5949261 w 6128435"/>
              <a:gd name="connsiteY114" fmla="*/ 4449185 h 6858000"/>
              <a:gd name="connsiteX115" fmla="*/ 5957504 w 6128435"/>
              <a:gd name="connsiteY115" fmla="*/ 4465911 h 6858000"/>
              <a:gd name="connsiteX116" fmla="*/ 5964689 w 6128435"/>
              <a:gd name="connsiteY116" fmla="*/ 4468532 h 6858000"/>
              <a:gd name="connsiteX117" fmla="*/ 5967062 w 6128435"/>
              <a:gd name="connsiteY117" fmla="*/ 4479923 h 6858000"/>
              <a:gd name="connsiteX118" fmla="*/ 5968960 w 6128435"/>
              <a:gd name="connsiteY118" fmla="*/ 4482655 h 6858000"/>
              <a:gd name="connsiteX119" fmla="*/ 5978567 w 6128435"/>
              <a:gd name="connsiteY119" fmla="*/ 4498605 h 6858000"/>
              <a:gd name="connsiteX120" fmla="*/ 5980106 w 6128435"/>
              <a:gd name="connsiteY120" fmla="*/ 4585087 h 6858000"/>
              <a:gd name="connsiteX121" fmla="*/ 5998138 w 6128435"/>
              <a:gd name="connsiteY121" fmla="*/ 4697518 h 6858000"/>
              <a:gd name="connsiteX122" fmla="*/ 6013516 w 6128435"/>
              <a:gd name="connsiteY122" fmla="*/ 4786619 h 6858000"/>
              <a:gd name="connsiteX123" fmla="*/ 6025404 w 6128435"/>
              <a:gd name="connsiteY123" fmla="*/ 4858148 h 6858000"/>
              <a:gd name="connsiteX124" fmla="*/ 6007749 w 6128435"/>
              <a:gd name="connsiteY124" fmla="*/ 4964715 h 6858000"/>
              <a:gd name="connsiteX125" fmla="*/ 6005269 w 6128435"/>
              <a:gd name="connsiteY125" fmla="*/ 5150567 h 6858000"/>
              <a:gd name="connsiteX126" fmla="*/ 6001127 w 6128435"/>
              <a:gd name="connsiteY126" fmla="*/ 5164609 h 6858000"/>
              <a:gd name="connsiteX127" fmla="*/ 5996647 w 6128435"/>
              <a:gd name="connsiteY127" fmla="*/ 5185640 h 6858000"/>
              <a:gd name="connsiteX128" fmla="*/ 5998514 w 6128435"/>
              <a:gd name="connsiteY128" fmla="*/ 5189673 h 6858000"/>
              <a:gd name="connsiteX129" fmla="*/ 5995970 w 6128435"/>
              <a:gd name="connsiteY129" fmla="*/ 5221547 h 6858000"/>
              <a:gd name="connsiteX130" fmla="*/ 5997218 w 6128435"/>
              <a:gd name="connsiteY130" fmla="*/ 5222031 h 6858000"/>
              <a:gd name="connsiteX131" fmla="*/ 6002116 w 6128435"/>
              <a:gd name="connsiteY131" fmla="*/ 5231223 h 6858000"/>
              <a:gd name="connsiteX132" fmla="*/ 6008541 w 6128435"/>
              <a:gd name="connsiteY132" fmla="*/ 5248680 h 6858000"/>
              <a:gd name="connsiteX133" fmla="*/ 6039260 w 6128435"/>
              <a:gd name="connsiteY133" fmla="*/ 5289518 h 6858000"/>
              <a:gd name="connsiteX134" fmla="*/ 6036748 w 6128435"/>
              <a:gd name="connsiteY134" fmla="*/ 5322752 h 6858000"/>
              <a:gd name="connsiteX135" fmla="*/ 6036943 w 6128435"/>
              <a:gd name="connsiteY135" fmla="*/ 5329480 h 6858000"/>
              <a:gd name="connsiteX136" fmla="*/ 6037236 w 6128435"/>
              <a:gd name="connsiteY136" fmla="*/ 5329634 h 6858000"/>
              <a:gd name="connsiteX137" fmla="*/ 6038019 w 6128435"/>
              <a:gd name="connsiteY137" fmla="*/ 5336764 h 6858000"/>
              <a:gd name="connsiteX138" fmla="*/ 6037298 w 6128435"/>
              <a:gd name="connsiteY138" fmla="*/ 5341753 h 6858000"/>
              <a:gd name="connsiteX139" fmla="*/ 6037677 w 6128435"/>
              <a:gd name="connsiteY139" fmla="*/ 5354807 h 6858000"/>
              <a:gd name="connsiteX140" fmla="*/ 6039728 w 6128435"/>
              <a:gd name="connsiteY140" fmla="*/ 5359416 h 6858000"/>
              <a:gd name="connsiteX141" fmla="*/ 6043311 w 6128435"/>
              <a:gd name="connsiteY141" fmla="*/ 5361407 h 6858000"/>
              <a:gd name="connsiteX142" fmla="*/ 6042954 w 6128435"/>
              <a:gd name="connsiteY142" fmla="*/ 5362576 h 6858000"/>
              <a:gd name="connsiteX143" fmla="*/ 6053435 w 6128435"/>
              <a:gd name="connsiteY143" fmla="*/ 5387547 h 6858000"/>
              <a:gd name="connsiteX144" fmla="*/ 6065933 w 6128435"/>
              <a:gd name="connsiteY144" fmla="*/ 5443002 h 6858000"/>
              <a:gd name="connsiteX145" fmla="*/ 6068640 w 6128435"/>
              <a:gd name="connsiteY145" fmla="*/ 5474503 h 6858000"/>
              <a:gd name="connsiteX146" fmla="*/ 6080922 w 6128435"/>
              <a:gd name="connsiteY146" fmla="*/ 5561070 h 6858000"/>
              <a:gd name="connsiteX147" fmla="*/ 6096949 w 6128435"/>
              <a:gd name="connsiteY147" fmla="*/ 5648179 h 6858000"/>
              <a:gd name="connsiteX148" fmla="*/ 6125703 w 6128435"/>
              <a:gd name="connsiteY148" fmla="*/ 5692894 h 6858000"/>
              <a:gd name="connsiteX149" fmla="*/ 6126670 w 6128435"/>
              <a:gd name="connsiteY149" fmla="*/ 5697882 h 6858000"/>
              <a:gd name="connsiteX150" fmla="*/ 6124061 w 6128435"/>
              <a:gd name="connsiteY150" fmla="*/ 5710294 h 6858000"/>
              <a:gd name="connsiteX151" fmla="*/ 6122213 w 6128435"/>
              <a:gd name="connsiteY151" fmla="*/ 5714762 h 6858000"/>
              <a:gd name="connsiteX152" fmla="*/ 6121353 w 6128435"/>
              <a:gd name="connsiteY152" fmla="*/ 5721725 h 6858000"/>
              <a:gd name="connsiteX153" fmla="*/ 6121607 w 6128435"/>
              <a:gd name="connsiteY153" fmla="*/ 5721959 h 6858000"/>
              <a:gd name="connsiteX154" fmla="*/ 6120262 w 6128435"/>
              <a:gd name="connsiteY154" fmla="*/ 5728358 h 6858000"/>
              <a:gd name="connsiteX155" fmla="*/ 6110194 w 6128435"/>
              <a:gd name="connsiteY155" fmla="*/ 5758853 h 6858000"/>
              <a:gd name="connsiteX156" fmla="*/ 6127519 w 6128435"/>
              <a:gd name="connsiteY156" fmla="*/ 5865775 h 6858000"/>
              <a:gd name="connsiteX157" fmla="*/ 6128435 w 6128435"/>
              <a:gd name="connsiteY157" fmla="*/ 5870164 h 6858000"/>
              <a:gd name="connsiteX158" fmla="*/ 6119217 w 6128435"/>
              <a:gd name="connsiteY158" fmla="*/ 5888542 h 6858000"/>
              <a:gd name="connsiteX159" fmla="*/ 6115966 w 6128435"/>
              <a:gd name="connsiteY159" fmla="*/ 5898387 h 6858000"/>
              <a:gd name="connsiteX160" fmla="*/ 6111924 w 6128435"/>
              <a:gd name="connsiteY160" fmla="*/ 5900444 h 6858000"/>
              <a:gd name="connsiteX161" fmla="*/ 6108716 w 6128435"/>
              <a:gd name="connsiteY161" fmla="*/ 5915345 h 6858000"/>
              <a:gd name="connsiteX162" fmla="*/ 6109524 w 6128435"/>
              <a:gd name="connsiteY162" fmla="*/ 5917328 h 6858000"/>
              <a:gd name="connsiteX163" fmla="*/ 6102493 w 6128435"/>
              <a:gd name="connsiteY163" fmla="*/ 5928602 h 6858000"/>
              <a:gd name="connsiteX164" fmla="*/ 6056863 w 6128435"/>
              <a:gd name="connsiteY164" fmla="*/ 6000643 h 6858000"/>
              <a:gd name="connsiteX165" fmla="*/ 6045436 w 6128435"/>
              <a:gd name="connsiteY165" fmla="*/ 6124480 h 6858000"/>
              <a:gd name="connsiteX166" fmla="*/ 6030489 w 6128435"/>
              <a:gd name="connsiteY166" fmla="*/ 6317666 h 6858000"/>
              <a:gd name="connsiteX167" fmla="*/ 6007492 w 6128435"/>
              <a:gd name="connsiteY167" fmla="*/ 6440818 h 6858000"/>
              <a:gd name="connsiteX168" fmla="*/ 6009467 w 6128435"/>
              <a:gd name="connsiteY168" fmla="*/ 6487076 h 6858000"/>
              <a:gd name="connsiteX169" fmla="*/ 5995064 w 6128435"/>
              <a:gd name="connsiteY169" fmla="*/ 6540791 h 6858000"/>
              <a:gd name="connsiteX170" fmla="*/ 5996309 w 6128435"/>
              <a:gd name="connsiteY170" fmla="*/ 6543961 h 6858000"/>
              <a:gd name="connsiteX171" fmla="*/ 5996048 w 6128435"/>
              <a:gd name="connsiteY171" fmla="*/ 6555444 h 6858000"/>
              <a:gd name="connsiteX172" fmla="*/ 6002524 w 6128435"/>
              <a:gd name="connsiteY172" fmla="*/ 6560188 h 6858000"/>
              <a:gd name="connsiteX173" fmla="*/ 6006823 w 6128435"/>
              <a:gd name="connsiteY173" fmla="*/ 6578546 h 6858000"/>
              <a:gd name="connsiteX174" fmla="*/ 6004510 w 6128435"/>
              <a:gd name="connsiteY174" fmla="*/ 6599256 h 6858000"/>
              <a:gd name="connsiteX175" fmla="*/ 5986207 w 6128435"/>
              <a:gd name="connsiteY175" fmla="*/ 6695855 h 6858000"/>
              <a:gd name="connsiteX176" fmla="*/ 5979428 w 6128435"/>
              <a:gd name="connsiteY176" fmla="*/ 6754678 h 6858000"/>
              <a:gd name="connsiteX177" fmla="*/ 5983398 w 6128435"/>
              <a:gd name="connsiteY177" fmla="*/ 6778641 h 6858000"/>
              <a:gd name="connsiteX178" fmla="*/ 5984543 w 6128435"/>
              <a:gd name="connsiteY178" fmla="*/ 6811016 h 6858000"/>
              <a:gd name="connsiteX179" fmla="*/ 5981802 w 6128435"/>
              <a:gd name="connsiteY179" fmla="*/ 6838578 h 6858000"/>
              <a:gd name="connsiteX180" fmla="*/ 5979671 w 6128435"/>
              <a:gd name="connsiteY180" fmla="*/ 6858000 h 6858000"/>
              <a:gd name="connsiteX181" fmla="*/ 0 w 6128435"/>
              <a:gd name="connsiteY181" fmla="*/ 6858000 h 6858000"/>
              <a:gd name="connsiteX182" fmla="*/ 0 w 6128435"/>
              <a:gd name="connsiteY182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1650 w 6128435"/>
              <a:gd name="connsiteY49" fmla="*/ 2440467 h 6858000"/>
              <a:gd name="connsiteX50" fmla="*/ 5271438 w 6128435"/>
              <a:gd name="connsiteY50" fmla="*/ 2447186 h 6858000"/>
              <a:gd name="connsiteX51" fmla="*/ 5271722 w 6128435"/>
              <a:gd name="connsiteY51" fmla="*/ 2447359 h 6858000"/>
              <a:gd name="connsiteX52" fmla="*/ 5272069 w 6128435"/>
              <a:gd name="connsiteY52" fmla="*/ 2454523 h 6858000"/>
              <a:gd name="connsiteX53" fmla="*/ 5271049 w 6128435"/>
              <a:gd name="connsiteY53" fmla="*/ 2459442 h 6858000"/>
              <a:gd name="connsiteX54" fmla="*/ 5270636 w 6128435"/>
              <a:gd name="connsiteY54" fmla="*/ 2472481 h 6858000"/>
              <a:gd name="connsiteX55" fmla="*/ 5307538 w 6128435"/>
              <a:gd name="connsiteY55" fmla="*/ 2514685 h 6858000"/>
              <a:gd name="connsiteX56" fmla="*/ 5337604 w 6128435"/>
              <a:gd name="connsiteY56" fmla="*/ 2597632 h 6858000"/>
              <a:gd name="connsiteX57" fmla="*/ 5407503 w 6128435"/>
              <a:gd name="connsiteY57" fmla="*/ 2786290 h 6858000"/>
              <a:gd name="connsiteX58" fmla="*/ 5407356 w 6128435"/>
              <a:gd name="connsiteY58" fmla="*/ 2787545 h 6858000"/>
              <a:gd name="connsiteX59" fmla="*/ 5411130 w 6128435"/>
              <a:gd name="connsiteY59" fmla="*/ 2788640 h 6858000"/>
              <a:gd name="connsiteX60" fmla="*/ 5416439 w 6128435"/>
              <a:gd name="connsiteY60" fmla="*/ 2805666 h 6858000"/>
              <a:gd name="connsiteX61" fmla="*/ 5416589 w 6128435"/>
              <a:gd name="connsiteY61" fmla="*/ 2810822 h 6858000"/>
              <a:gd name="connsiteX62" fmla="*/ 5418542 w 6128435"/>
              <a:gd name="connsiteY62" fmla="*/ 2817745 h 6858000"/>
              <a:gd name="connsiteX63" fmla="*/ 5418847 w 6128435"/>
              <a:gd name="connsiteY63" fmla="*/ 2817825 h 6858000"/>
              <a:gd name="connsiteX64" fmla="*/ 5423364 w 6128435"/>
              <a:gd name="connsiteY64" fmla="*/ 2858292 h 6858000"/>
              <a:gd name="connsiteX65" fmla="*/ 5479298 w 6128435"/>
              <a:gd name="connsiteY65" fmla="*/ 2947791 h 6858000"/>
              <a:gd name="connsiteX66" fmla="*/ 5481770 w 6128435"/>
              <a:gd name="connsiteY66" fmla="*/ 2951352 h 6858000"/>
              <a:gd name="connsiteX67" fmla="*/ 5481013 w 6128435"/>
              <a:gd name="connsiteY67" fmla="*/ 2973461 h 6858000"/>
              <a:gd name="connsiteX68" fmla="*/ 5482045 w 6128435"/>
              <a:gd name="connsiteY68" fmla="*/ 2984371 h 6858000"/>
              <a:gd name="connsiteX69" fmla="*/ 5479405 w 6128435"/>
              <a:gd name="connsiteY69" fmla="*/ 2988507 h 6858000"/>
              <a:gd name="connsiteX70" fmla="*/ 5482415 w 6128435"/>
              <a:gd name="connsiteY70" fmla="*/ 3004079 h 6858000"/>
              <a:gd name="connsiteX71" fmla="*/ 5483865 w 6128435"/>
              <a:gd name="connsiteY71" fmla="*/ 3005467 h 6858000"/>
              <a:gd name="connsiteX72" fmla="*/ 5482236 w 6128435"/>
              <a:gd name="connsiteY72" fmla="*/ 3019791 h 6858000"/>
              <a:gd name="connsiteX73" fmla="*/ 5475895 w 6128435"/>
              <a:gd name="connsiteY73" fmla="*/ 3033578 h 6858000"/>
              <a:gd name="connsiteX74" fmla="*/ 5477595 w 6128435"/>
              <a:gd name="connsiteY74" fmla="*/ 3250534 h 6858000"/>
              <a:gd name="connsiteX75" fmla="*/ 5532836 w 6128435"/>
              <a:gd name="connsiteY75" fmla="*/ 3353840 h 6858000"/>
              <a:gd name="connsiteX76" fmla="*/ 5561229 w 6128435"/>
              <a:gd name="connsiteY76" fmla="*/ 3395784 h 6858000"/>
              <a:gd name="connsiteX77" fmla="*/ 5589758 w 6128435"/>
              <a:gd name="connsiteY77" fmla="*/ 3506453 h 6858000"/>
              <a:gd name="connsiteX78" fmla="*/ 5596144 w 6128435"/>
              <a:gd name="connsiteY78" fmla="*/ 3534624 h 6858000"/>
              <a:gd name="connsiteX79" fmla="*/ 5597750 w 6128435"/>
              <a:gd name="connsiteY79" fmla="*/ 3534129 h 6858000"/>
              <a:gd name="connsiteX80" fmla="*/ 5599700 w 6128435"/>
              <a:gd name="connsiteY80" fmla="*/ 3547221 h 6858000"/>
              <a:gd name="connsiteX81" fmla="*/ 5615031 w 6128435"/>
              <a:gd name="connsiteY81" fmla="*/ 3557482 h 6858000"/>
              <a:gd name="connsiteX82" fmla="*/ 5618377 w 6128435"/>
              <a:gd name="connsiteY82" fmla="*/ 3588431 h 6858000"/>
              <a:gd name="connsiteX83" fmla="*/ 5612155 w 6128435"/>
              <a:gd name="connsiteY83" fmla="*/ 3589869 h 6858000"/>
              <a:gd name="connsiteX84" fmla="*/ 5620843 w 6128435"/>
              <a:gd name="connsiteY84" fmla="*/ 3606745 h 6858000"/>
              <a:gd name="connsiteX85" fmla="*/ 5655472 w 6128435"/>
              <a:gd name="connsiteY85" fmla="*/ 3678877 h 6858000"/>
              <a:gd name="connsiteX86" fmla="*/ 5680448 w 6128435"/>
              <a:gd name="connsiteY86" fmla="*/ 3717760 h 6858000"/>
              <a:gd name="connsiteX87" fmla="*/ 5683015 w 6128435"/>
              <a:gd name="connsiteY87" fmla="*/ 3762025 h 6858000"/>
              <a:gd name="connsiteX88" fmla="*/ 5696643 w 6128435"/>
              <a:gd name="connsiteY88" fmla="*/ 3773888 h 6858000"/>
              <a:gd name="connsiteX89" fmla="*/ 5699203 w 6128435"/>
              <a:gd name="connsiteY89" fmla="*/ 3775823 h 6858000"/>
              <a:gd name="connsiteX90" fmla="*/ 5704824 w 6128435"/>
              <a:gd name="connsiteY90" fmla="*/ 3785966 h 6858000"/>
              <a:gd name="connsiteX91" fmla="*/ 5712204 w 6128435"/>
              <a:gd name="connsiteY91" fmla="*/ 3785830 h 6858000"/>
              <a:gd name="connsiteX92" fmla="*/ 5724816 w 6128435"/>
              <a:gd name="connsiteY92" fmla="*/ 3798949 h 6858000"/>
              <a:gd name="connsiteX93" fmla="*/ 5733539 w 6128435"/>
              <a:gd name="connsiteY93" fmla="*/ 3818457 h 6858000"/>
              <a:gd name="connsiteX94" fmla="*/ 5768491 w 6128435"/>
              <a:gd name="connsiteY94" fmla="*/ 3914399 h 6858000"/>
              <a:gd name="connsiteX95" fmla="*/ 5793123 w 6128435"/>
              <a:gd name="connsiteY95" fmla="*/ 3969952 h 6858000"/>
              <a:gd name="connsiteX96" fmla="*/ 5808321 w 6128435"/>
              <a:gd name="connsiteY96" fmla="*/ 3988153 h 6858000"/>
              <a:gd name="connsiteX97" fmla="*/ 5825621 w 6128435"/>
              <a:gd name="connsiteY97" fmla="*/ 4015525 h 6858000"/>
              <a:gd name="connsiteX98" fmla="*/ 5860672 w 6128435"/>
              <a:gd name="connsiteY98" fmla="*/ 4061579 h 6858000"/>
              <a:gd name="connsiteX99" fmla="*/ 5872173 w 6128435"/>
              <a:gd name="connsiteY99" fmla="*/ 4088497 h 6858000"/>
              <a:gd name="connsiteX100" fmla="*/ 5883705 w 6128435"/>
              <a:gd name="connsiteY100" fmla="*/ 4101899 h 6858000"/>
              <a:gd name="connsiteX101" fmla="*/ 5885314 w 6128435"/>
              <a:gd name="connsiteY101" fmla="*/ 4108387 h 6858000"/>
              <a:gd name="connsiteX102" fmla="*/ 5894095 w 6128435"/>
              <a:gd name="connsiteY102" fmla="*/ 4128857 h 6858000"/>
              <a:gd name="connsiteX103" fmla="*/ 5898339 w 6128435"/>
              <a:gd name="connsiteY103" fmla="*/ 4140800 h 6858000"/>
              <a:gd name="connsiteX104" fmla="*/ 5899734 w 6128435"/>
              <a:gd name="connsiteY104" fmla="*/ 4145632 h 6858000"/>
              <a:gd name="connsiteX105" fmla="*/ 5897098 w 6128435"/>
              <a:gd name="connsiteY105" fmla="*/ 4157819 h 6858000"/>
              <a:gd name="connsiteX106" fmla="*/ 5903513 w 6128435"/>
              <a:gd name="connsiteY106" fmla="*/ 4187661 h 6858000"/>
              <a:gd name="connsiteX107" fmla="*/ 5917114 w 6128435"/>
              <a:gd name="connsiteY107" fmla="*/ 4213096 h 6858000"/>
              <a:gd name="connsiteX108" fmla="*/ 5921153 w 6128435"/>
              <a:gd name="connsiteY108" fmla="*/ 4236222 h 6858000"/>
              <a:gd name="connsiteX109" fmla="*/ 5924233 w 6128435"/>
              <a:gd name="connsiteY109" fmla="*/ 4242060 h 6858000"/>
              <a:gd name="connsiteX110" fmla="*/ 5928910 w 6128435"/>
              <a:gd name="connsiteY110" fmla="*/ 4300973 h 6858000"/>
              <a:gd name="connsiteX111" fmla="*/ 5939320 w 6128435"/>
              <a:gd name="connsiteY111" fmla="*/ 4340435 h 6858000"/>
              <a:gd name="connsiteX112" fmla="*/ 5946705 w 6128435"/>
              <a:gd name="connsiteY112" fmla="*/ 4428051 h 6858000"/>
              <a:gd name="connsiteX113" fmla="*/ 5949261 w 6128435"/>
              <a:gd name="connsiteY113" fmla="*/ 4449185 h 6858000"/>
              <a:gd name="connsiteX114" fmla="*/ 5957504 w 6128435"/>
              <a:gd name="connsiteY114" fmla="*/ 4465911 h 6858000"/>
              <a:gd name="connsiteX115" fmla="*/ 5964689 w 6128435"/>
              <a:gd name="connsiteY115" fmla="*/ 4468532 h 6858000"/>
              <a:gd name="connsiteX116" fmla="*/ 5967062 w 6128435"/>
              <a:gd name="connsiteY116" fmla="*/ 4479923 h 6858000"/>
              <a:gd name="connsiteX117" fmla="*/ 5968960 w 6128435"/>
              <a:gd name="connsiteY117" fmla="*/ 4482655 h 6858000"/>
              <a:gd name="connsiteX118" fmla="*/ 5978567 w 6128435"/>
              <a:gd name="connsiteY118" fmla="*/ 4498605 h 6858000"/>
              <a:gd name="connsiteX119" fmla="*/ 5980106 w 6128435"/>
              <a:gd name="connsiteY119" fmla="*/ 4585087 h 6858000"/>
              <a:gd name="connsiteX120" fmla="*/ 5998138 w 6128435"/>
              <a:gd name="connsiteY120" fmla="*/ 4697518 h 6858000"/>
              <a:gd name="connsiteX121" fmla="*/ 6013516 w 6128435"/>
              <a:gd name="connsiteY121" fmla="*/ 4786619 h 6858000"/>
              <a:gd name="connsiteX122" fmla="*/ 6025404 w 6128435"/>
              <a:gd name="connsiteY122" fmla="*/ 4858148 h 6858000"/>
              <a:gd name="connsiteX123" fmla="*/ 6007749 w 6128435"/>
              <a:gd name="connsiteY123" fmla="*/ 4964715 h 6858000"/>
              <a:gd name="connsiteX124" fmla="*/ 6005269 w 6128435"/>
              <a:gd name="connsiteY124" fmla="*/ 5150567 h 6858000"/>
              <a:gd name="connsiteX125" fmla="*/ 6001127 w 6128435"/>
              <a:gd name="connsiteY125" fmla="*/ 5164609 h 6858000"/>
              <a:gd name="connsiteX126" fmla="*/ 5996647 w 6128435"/>
              <a:gd name="connsiteY126" fmla="*/ 5185640 h 6858000"/>
              <a:gd name="connsiteX127" fmla="*/ 5998514 w 6128435"/>
              <a:gd name="connsiteY127" fmla="*/ 5189673 h 6858000"/>
              <a:gd name="connsiteX128" fmla="*/ 5995970 w 6128435"/>
              <a:gd name="connsiteY128" fmla="*/ 5221547 h 6858000"/>
              <a:gd name="connsiteX129" fmla="*/ 5997218 w 6128435"/>
              <a:gd name="connsiteY129" fmla="*/ 5222031 h 6858000"/>
              <a:gd name="connsiteX130" fmla="*/ 6002116 w 6128435"/>
              <a:gd name="connsiteY130" fmla="*/ 5231223 h 6858000"/>
              <a:gd name="connsiteX131" fmla="*/ 6008541 w 6128435"/>
              <a:gd name="connsiteY131" fmla="*/ 5248680 h 6858000"/>
              <a:gd name="connsiteX132" fmla="*/ 6039260 w 6128435"/>
              <a:gd name="connsiteY132" fmla="*/ 5289518 h 6858000"/>
              <a:gd name="connsiteX133" fmla="*/ 6036748 w 6128435"/>
              <a:gd name="connsiteY133" fmla="*/ 5322752 h 6858000"/>
              <a:gd name="connsiteX134" fmla="*/ 6036943 w 6128435"/>
              <a:gd name="connsiteY134" fmla="*/ 5329480 h 6858000"/>
              <a:gd name="connsiteX135" fmla="*/ 6037236 w 6128435"/>
              <a:gd name="connsiteY135" fmla="*/ 5329634 h 6858000"/>
              <a:gd name="connsiteX136" fmla="*/ 6038019 w 6128435"/>
              <a:gd name="connsiteY136" fmla="*/ 5336764 h 6858000"/>
              <a:gd name="connsiteX137" fmla="*/ 6037298 w 6128435"/>
              <a:gd name="connsiteY137" fmla="*/ 5341753 h 6858000"/>
              <a:gd name="connsiteX138" fmla="*/ 6037677 w 6128435"/>
              <a:gd name="connsiteY138" fmla="*/ 5354807 h 6858000"/>
              <a:gd name="connsiteX139" fmla="*/ 6039728 w 6128435"/>
              <a:gd name="connsiteY139" fmla="*/ 5359416 h 6858000"/>
              <a:gd name="connsiteX140" fmla="*/ 6043311 w 6128435"/>
              <a:gd name="connsiteY140" fmla="*/ 5361407 h 6858000"/>
              <a:gd name="connsiteX141" fmla="*/ 6042954 w 6128435"/>
              <a:gd name="connsiteY141" fmla="*/ 5362576 h 6858000"/>
              <a:gd name="connsiteX142" fmla="*/ 6053435 w 6128435"/>
              <a:gd name="connsiteY142" fmla="*/ 5387547 h 6858000"/>
              <a:gd name="connsiteX143" fmla="*/ 6065933 w 6128435"/>
              <a:gd name="connsiteY143" fmla="*/ 5443002 h 6858000"/>
              <a:gd name="connsiteX144" fmla="*/ 6068640 w 6128435"/>
              <a:gd name="connsiteY144" fmla="*/ 5474503 h 6858000"/>
              <a:gd name="connsiteX145" fmla="*/ 6080922 w 6128435"/>
              <a:gd name="connsiteY145" fmla="*/ 5561070 h 6858000"/>
              <a:gd name="connsiteX146" fmla="*/ 6096949 w 6128435"/>
              <a:gd name="connsiteY146" fmla="*/ 5648179 h 6858000"/>
              <a:gd name="connsiteX147" fmla="*/ 6125703 w 6128435"/>
              <a:gd name="connsiteY147" fmla="*/ 5692894 h 6858000"/>
              <a:gd name="connsiteX148" fmla="*/ 6126670 w 6128435"/>
              <a:gd name="connsiteY148" fmla="*/ 5697882 h 6858000"/>
              <a:gd name="connsiteX149" fmla="*/ 6124061 w 6128435"/>
              <a:gd name="connsiteY149" fmla="*/ 5710294 h 6858000"/>
              <a:gd name="connsiteX150" fmla="*/ 6122213 w 6128435"/>
              <a:gd name="connsiteY150" fmla="*/ 5714762 h 6858000"/>
              <a:gd name="connsiteX151" fmla="*/ 6121353 w 6128435"/>
              <a:gd name="connsiteY151" fmla="*/ 5721725 h 6858000"/>
              <a:gd name="connsiteX152" fmla="*/ 6121607 w 6128435"/>
              <a:gd name="connsiteY152" fmla="*/ 5721959 h 6858000"/>
              <a:gd name="connsiteX153" fmla="*/ 6120262 w 6128435"/>
              <a:gd name="connsiteY153" fmla="*/ 5728358 h 6858000"/>
              <a:gd name="connsiteX154" fmla="*/ 6110194 w 6128435"/>
              <a:gd name="connsiteY154" fmla="*/ 5758853 h 6858000"/>
              <a:gd name="connsiteX155" fmla="*/ 6127519 w 6128435"/>
              <a:gd name="connsiteY155" fmla="*/ 5865775 h 6858000"/>
              <a:gd name="connsiteX156" fmla="*/ 6128435 w 6128435"/>
              <a:gd name="connsiteY156" fmla="*/ 5870164 h 6858000"/>
              <a:gd name="connsiteX157" fmla="*/ 6119217 w 6128435"/>
              <a:gd name="connsiteY157" fmla="*/ 5888542 h 6858000"/>
              <a:gd name="connsiteX158" fmla="*/ 6115966 w 6128435"/>
              <a:gd name="connsiteY158" fmla="*/ 5898387 h 6858000"/>
              <a:gd name="connsiteX159" fmla="*/ 6111924 w 6128435"/>
              <a:gd name="connsiteY159" fmla="*/ 5900444 h 6858000"/>
              <a:gd name="connsiteX160" fmla="*/ 6108716 w 6128435"/>
              <a:gd name="connsiteY160" fmla="*/ 5915345 h 6858000"/>
              <a:gd name="connsiteX161" fmla="*/ 6109524 w 6128435"/>
              <a:gd name="connsiteY161" fmla="*/ 5917328 h 6858000"/>
              <a:gd name="connsiteX162" fmla="*/ 6102493 w 6128435"/>
              <a:gd name="connsiteY162" fmla="*/ 5928602 h 6858000"/>
              <a:gd name="connsiteX163" fmla="*/ 6056863 w 6128435"/>
              <a:gd name="connsiteY163" fmla="*/ 6000643 h 6858000"/>
              <a:gd name="connsiteX164" fmla="*/ 6045436 w 6128435"/>
              <a:gd name="connsiteY164" fmla="*/ 6124480 h 6858000"/>
              <a:gd name="connsiteX165" fmla="*/ 6030489 w 6128435"/>
              <a:gd name="connsiteY165" fmla="*/ 6317666 h 6858000"/>
              <a:gd name="connsiteX166" fmla="*/ 6007492 w 6128435"/>
              <a:gd name="connsiteY166" fmla="*/ 6440818 h 6858000"/>
              <a:gd name="connsiteX167" fmla="*/ 6009467 w 6128435"/>
              <a:gd name="connsiteY167" fmla="*/ 6487076 h 6858000"/>
              <a:gd name="connsiteX168" fmla="*/ 5995064 w 6128435"/>
              <a:gd name="connsiteY168" fmla="*/ 6540791 h 6858000"/>
              <a:gd name="connsiteX169" fmla="*/ 5996309 w 6128435"/>
              <a:gd name="connsiteY169" fmla="*/ 6543961 h 6858000"/>
              <a:gd name="connsiteX170" fmla="*/ 5996048 w 6128435"/>
              <a:gd name="connsiteY170" fmla="*/ 6555444 h 6858000"/>
              <a:gd name="connsiteX171" fmla="*/ 6002524 w 6128435"/>
              <a:gd name="connsiteY171" fmla="*/ 6560188 h 6858000"/>
              <a:gd name="connsiteX172" fmla="*/ 6006823 w 6128435"/>
              <a:gd name="connsiteY172" fmla="*/ 6578546 h 6858000"/>
              <a:gd name="connsiteX173" fmla="*/ 6004510 w 6128435"/>
              <a:gd name="connsiteY173" fmla="*/ 6599256 h 6858000"/>
              <a:gd name="connsiteX174" fmla="*/ 5986207 w 6128435"/>
              <a:gd name="connsiteY174" fmla="*/ 6695855 h 6858000"/>
              <a:gd name="connsiteX175" fmla="*/ 5979428 w 6128435"/>
              <a:gd name="connsiteY175" fmla="*/ 6754678 h 6858000"/>
              <a:gd name="connsiteX176" fmla="*/ 5983398 w 6128435"/>
              <a:gd name="connsiteY176" fmla="*/ 6778641 h 6858000"/>
              <a:gd name="connsiteX177" fmla="*/ 5984543 w 6128435"/>
              <a:gd name="connsiteY177" fmla="*/ 6811016 h 6858000"/>
              <a:gd name="connsiteX178" fmla="*/ 5981802 w 6128435"/>
              <a:gd name="connsiteY178" fmla="*/ 6838578 h 6858000"/>
              <a:gd name="connsiteX179" fmla="*/ 5979671 w 6128435"/>
              <a:gd name="connsiteY179" fmla="*/ 6858000 h 6858000"/>
              <a:gd name="connsiteX180" fmla="*/ 0 w 6128435"/>
              <a:gd name="connsiteY180" fmla="*/ 6858000 h 6858000"/>
              <a:gd name="connsiteX181" fmla="*/ 0 w 6128435"/>
              <a:gd name="connsiteY181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47963 w 6128435"/>
              <a:gd name="connsiteY48" fmla="*/ 2364638 h 6858000"/>
              <a:gd name="connsiteX49" fmla="*/ 5271650 w 6128435"/>
              <a:gd name="connsiteY49" fmla="*/ 2440467 h 6858000"/>
              <a:gd name="connsiteX50" fmla="*/ 5271438 w 6128435"/>
              <a:gd name="connsiteY50" fmla="*/ 2447186 h 6858000"/>
              <a:gd name="connsiteX51" fmla="*/ 5271722 w 6128435"/>
              <a:gd name="connsiteY51" fmla="*/ 2447359 h 6858000"/>
              <a:gd name="connsiteX52" fmla="*/ 5272069 w 6128435"/>
              <a:gd name="connsiteY52" fmla="*/ 2454523 h 6858000"/>
              <a:gd name="connsiteX53" fmla="*/ 5271049 w 6128435"/>
              <a:gd name="connsiteY53" fmla="*/ 2459442 h 6858000"/>
              <a:gd name="connsiteX54" fmla="*/ 5307538 w 6128435"/>
              <a:gd name="connsiteY54" fmla="*/ 2514685 h 6858000"/>
              <a:gd name="connsiteX55" fmla="*/ 5337604 w 6128435"/>
              <a:gd name="connsiteY55" fmla="*/ 2597632 h 6858000"/>
              <a:gd name="connsiteX56" fmla="*/ 5407503 w 6128435"/>
              <a:gd name="connsiteY56" fmla="*/ 2786290 h 6858000"/>
              <a:gd name="connsiteX57" fmla="*/ 5407356 w 6128435"/>
              <a:gd name="connsiteY57" fmla="*/ 2787545 h 6858000"/>
              <a:gd name="connsiteX58" fmla="*/ 5411130 w 6128435"/>
              <a:gd name="connsiteY58" fmla="*/ 2788640 h 6858000"/>
              <a:gd name="connsiteX59" fmla="*/ 5416439 w 6128435"/>
              <a:gd name="connsiteY59" fmla="*/ 2805666 h 6858000"/>
              <a:gd name="connsiteX60" fmla="*/ 5416589 w 6128435"/>
              <a:gd name="connsiteY60" fmla="*/ 2810822 h 6858000"/>
              <a:gd name="connsiteX61" fmla="*/ 5418542 w 6128435"/>
              <a:gd name="connsiteY61" fmla="*/ 2817745 h 6858000"/>
              <a:gd name="connsiteX62" fmla="*/ 5418847 w 6128435"/>
              <a:gd name="connsiteY62" fmla="*/ 2817825 h 6858000"/>
              <a:gd name="connsiteX63" fmla="*/ 5423364 w 6128435"/>
              <a:gd name="connsiteY63" fmla="*/ 2858292 h 6858000"/>
              <a:gd name="connsiteX64" fmla="*/ 5479298 w 6128435"/>
              <a:gd name="connsiteY64" fmla="*/ 2947791 h 6858000"/>
              <a:gd name="connsiteX65" fmla="*/ 5481770 w 6128435"/>
              <a:gd name="connsiteY65" fmla="*/ 2951352 h 6858000"/>
              <a:gd name="connsiteX66" fmla="*/ 5481013 w 6128435"/>
              <a:gd name="connsiteY66" fmla="*/ 2973461 h 6858000"/>
              <a:gd name="connsiteX67" fmla="*/ 5482045 w 6128435"/>
              <a:gd name="connsiteY67" fmla="*/ 2984371 h 6858000"/>
              <a:gd name="connsiteX68" fmla="*/ 5479405 w 6128435"/>
              <a:gd name="connsiteY68" fmla="*/ 2988507 h 6858000"/>
              <a:gd name="connsiteX69" fmla="*/ 5482415 w 6128435"/>
              <a:gd name="connsiteY69" fmla="*/ 3004079 h 6858000"/>
              <a:gd name="connsiteX70" fmla="*/ 5483865 w 6128435"/>
              <a:gd name="connsiteY70" fmla="*/ 3005467 h 6858000"/>
              <a:gd name="connsiteX71" fmla="*/ 5482236 w 6128435"/>
              <a:gd name="connsiteY71" fmla="*/ 3019791 h 6858000"/>
              <a:gd name="connsiteX72" fmla="*/ 5475895 w 6128435"/>
              <a:gd name="connsiteY72" fmla="*/ 3033578 h 6858000"/>
              <a:gd name="connsiteX73" fmla="*/ 5477595 w 6128435"/>
              <a:gd name="connsiteY73" fmla="*/ 3250534 h 6858000"/>
              <a:gd name="connsiteX74" fmla="*/ 5532836 w 6128435"/>
              <a:gd name="connsiteY74" fmla="*/ 3353840 h 6858000"/>
              <a:gd name="connsiteX75" fmla="*/ 5561229 w 6128435"/>
              <a:gd name="connsiteY75" fmla="*/ 3395784 h 6858000"/>
              <a:gd name="connsiteX76" fmla="*/ 5589758 w 6128435"/>
              <a:gd name="connsiteY76" fmla="*/ 3506453 h 6858000"/>
              <a:gd name="connsiteX77" fmla="*/ 5596144 w 6128435"/>
              <a:gd name="connsiteY77" fmla="*/ 3534624 h 6858000"/>
              <a:gd name="connsiteX78" fmla="*/ 5597750 w 6128435"/>
              <a:gd name="connsiteY78" fmla="*/ 3534129 h 6858000"/>
              <a:gd name="connsiteX79" fmla="*/ 5599700 w 6128435"/>
              <a:gd name="connsiteY79" fmla="*/ 3547221 h 6858000"/>
              <a:gd name="connsiteX80" fmla="*/ 5615031 w 6128435"/>
              <a:gd name="connsiteY80" fmla="*/ 3557482 h 6858000"/>
              <a:gd name="connsiteX81" fmla="*/ 5618377 w 6128435"/>
              <a:gd name="connsiteY81" fmla="*/ 3588431 h 6858000"/>
              <a:gd name="connsiteX82" fmla="*/ 5612155 w 6128435"/>
              <a:gd name="connsiteY82" fmla="*/ 3589869 h 6858000"/>
              <a:gd name="connsiteX83" fmla="*/ 5620843 w 6128435"/>
              <a:gd name="connsiteY83" fmla="*/ 3606745 h 6858000"/>
              <a:gd name="connsiteX84" fmla="*/ 5655472 w 6128435"/>
              <a:gd name="connsiteY84" fmla="*/ 3678877 h 6858000"/>
              <a:gd name="connsiteX85" fmla="*/ 5680448 w 6128435"/>
              <a:gd name="connsiteY85" fmla="*/ 3717760 h 6858000"/>
              <a:gd name="connsiteX86" fmla="*/ 5683015 w 6128435"/>
              <a:gd name="connsiteY86" fmla="*/ 3762025 h 6858000"/>
              <a:gd name="connsiteX87" fmla="*/ 5696643 w 6128435"/>
              <a:gd name="connsiteY87" fmla="*/ 3773888 h 6858000"/>
              <a:gd name="connsiteX88" fmla="*/ 5699203 w 6128435"/>
              <a:gd name="connsiteY88" fmla="*/ 3775823 h 6858000"/>
              <a:gd name="connsiteX89" fmla="*/ 5704824 w 6128435"/>
              <a:gd name="connsiteY89" fmla="*/ 3785966 h 6858000"/>
              <a:gd name="connsiteX90" fmla="*/ 5712204 w 6128435"/>
              <a:gd name="connsiteY90" fmla="*/ 3785830 h 6858000"/>
              <a:gd name="connsiteX91" fmla="*/ 5724816 w 6128435"/>
              <a:gd name="connsiteY91" fmla="*/ 3798949 h 6858000"/>
              <a:gd name="connsiteX92" fmla="*/ 5733539 w 6128435"/>
              <a:gd name="connsiteY92" fmla="*/ 3818457 h 6858000"/>
              <a:gd name="connsiteX93" fmla="*/ 5768491 w 6128435"/>
              <a:gd name="connsiteY93" fmla="*/ 3914399 h 6858000"/>
              <a:gd name="connsiteX94" fmla="*/ 5793123 w 6128435"/>
              <a:gd name="connsiteY94" fmla="*/ 3969952 h 6858000"/>
              <a:gd name="connsiteX95" fmla="*/ 5808321 w 6128435"/>
              <a:gd name="connsiteY95" fmla="*/ 3988153 h 6858000"/>
              <a:gd name="connsiteX96" fmla="*/ 5825621 w 6128435"/>
              <a:gd name="connsiteY96" fmla="*/ 4015525 h 6858000"/>
              <a:gd name="connsiteX97" fmla="*/ 5860672 w 6128435"/>
              <a:gd name="connsiteY97" fmla="*/ 4061579 h 6858000"/>
              <a:gd name="connsiteX98" fmla="*/ 5872173 w 6128435"/>
              <a:gd name="connsiteY98" fmla="*/ 4088497 h 6858000"/>
              <a:gd name="connsiteX99" fmla="*/ 5883705 w 6128435"/>
              <a:gd name="connsiteY99" fmla="*/ 4101899 h 6858000"/>
              <a:gd name="connsiteX100" fmla="*/ 5885314 w 6128435"/>
              <a:gd name="connsiteY100" fmla="*/ 4108387 h 6858000"/>
              <a:gd name="connsiteX101" fmla="*/ 5894095 w 6128435"/>
              <a:gd name="connsiteY101" fmla="*/ 4128857 h 6858000"/>
              <a:gd name="connsiteX102" fmla="*/ 5898339 w 6128435"/>
              <a:gd name="connsiteY102" fmla="*/ 4140800 h 6858000"/>
              <a:gd name="connsiteX103" fmla="*/ 5899734 w 6128435"/>
              <a:gd name="connsiteY103" fmla="*/ 4145632 h 6858000"/>
              <a:gd name="connsiteX104" fmla="*/ 5897098 w 6128435"/>
              <a:gd name="connsiteY104" fmla="*/ 4157819 h 6858000"/>
              <a:gd name="connsiteX105" fmla="*/ 5903513 w 6128435"/>
              <a:gd name="connsiteY105" fmla="*/ 4187661 h 6858000"/>
              <a:gd name="connsiteX106" fmla="*/ 5917114 w 6128435"/>
              <a:gd name="connsiteY106" fmla="*/ 4213096 h 6858000"/>
              <a:gd name="connsiteX107" fmla="*/ 5921153 w 6128435"/>
              <a:gd name="connsiteY107" fmla="*/ 4236222 h 6858000"/>
              <a:gd name="connsiteX108" fmla="*/ 5924233 w 6128435"/>
              <a:gd name="connsiteY108" fmla="*/ 4242060 h 6858000"/>
              <a:gd name="connsiteX109" fmla="*/ 5928910 w 6128435"/>
              <a:gd name="connsiteY109" fmla="*/ 4300973 h 6858000"/>
              <a:gd name="connsiteX110" fmla="*/ 5939320 w 6128435"/>
              <a:gd name="connsiteY110" fmla="*/ 4340435 h 6858000"/>
              <a:gd name="connsiteX111" fmla="*/ 5946705 w 6128435"/>
              <a:gd name="connsiteY111" fmla="*/ 4428051 h 6858000"/>
              <a:gd name="connsiteX112" fmla="*/ 5949261 w 6128435"/>
              <a:gd name="connsiteY112" fmla="*/ 4449185 h 6858000"/>
              <a:gd name="connsiteX113" fmla="*/ 5957504 w 6128435"/>
              <a:gd name="connsiteY113" fmla="*/ 4465911 h 6858000"/>
              <a:gd name="connsiteX114" fmla="*/ 5964689 w 6128435"/>
              <a:gd name="connsiteY114" fmla="*/ 4468532 h 6858000"/>
              <a:gd name="connsiteX115" fmla="*/ 5967062 w 6128435"/>
              <a:gd name="connsiteY115" fmla="*/ 4479923 h 6858000"/>
              <a:gd name="connsiteX116" fmla="*/ 5968960 w 6128435"/>
              <a:gd name="connsiteY116" fmla="*/ 4482655 h 6858000"/>
              <a:gd name="connsiteX117" fmla="*/ 5978567 w 6128435"/>
              <a:gd name="connsiteY117" fmla="*/ 4498605 h 6858000"/>
              <a:gd name="connsiteX118" fmla="*/ 5980106 w 6128435"/>
              <a:gd name="connsiteY118" fmla="*/ 4585087 h 6858000"/>
              <a:gd name="connsiteX119" fmla="*/ 5998138 w 6128435"/>
              <a:gd name="connsiteY119" fmla="*/ 4697518 h 6858000"/>
              <a:gd name="connsiteX120" fmla="*/ 6013516 w 6128435"/>
              <a:gd name="connsiteY120" fmla="*/ 4786619 h 6858000"/>
              <a:gd name="connsiteX121" fmla="*/ 6025404 w 6128435"/>
              <a:gd name="connsiteY121" fmla="*/ 4858148 h 6858000"/>
              <a:gd name="connsiteX122" fmla="*/ 6007749 w 6128435"/>
              <a:gd name="connsiteY122" fmla="*/ 4964715 h 6858000"/>
              <a:gd name="connsiteX123" fmla="*/ 6005269 w 6128435"/>
              <a:gd name="connsiteY123" fmla="*/ 5150567 h 6858000"/>
              <a:gd name="connsiteX124" fmla="*/ 6001127 w 6128435"/>
              <a:gd name="connsiteY124" fmla="*/ 5164609 h 6858000"/>
              <a:gd name="connsiteX125" fmla="*/ 5996647 w 6128435"/>
              <a:gd name="connsiteY125" fmla="*/ 5185640 h 6858000"/>
              <a:gd name="connsiteX126" fmla="*/ 5998514 w 6128435"/>
              <a:gd name="connsiteY126" fmla="*/ 5189673 h 6858000"/>
              <a:gd name="connsiteX127" fmla="*/ 5995970 w 6128435"/>
              <a:gd name="connsiteY127" fmla="*/ 5221547 h 6858000"/>
              <a:gd name="connsiteX128" fmla="*/ 5997218 w 6128435"/>
              <a:gd name="connsiteY128" fmla="*/ 5222031 h 6858000"/>
              <a:gd name="connsiteX129" fmla="*/ 6002116 w 6128435"/>
              <a:gd name="connsiteY129" fmla="*/ 5231223 h 6858000"/>
              <a:gd name="connsiteX130" fmla="*/ 6008541 w 6128435"/>
              <a:gd name="connsiteY130" fmla="*/ 5248680 h 6858000"/>
              <a:gd name="connsiteX131" fmla="*/ 6039260 w 6128435"/>
              <a:gd name="connsiteY131" fmla="*/ 5289518 h 6858000"/>
              <a:gd name="connsiteX132" fmla="*/ 6036748 w 6128435"/>
              <a:gd name="connsiteY132" fmla="*/ 5322752 h 6858000"/>
              <a:gd name="connsiteX133" fmla="*/ 6036943 w 6128435"/>
              <a:gd name="connsiteY133" fmla="*/ 5329480 h 6858000"/>
              <a:gd name="connsiteX134" fmla="*/ 6037236 w 6128435"/>
              <a:gd name="connsiteY134" fmla="*/ 5329634 h 6858000"/>
              <a:gd name="connsiteX135" fmla="*/ 6038019 w 6128435"/>
              <a:gd name="connsiteY135" fmla="*/ 5336764 h 6858000"/>
              <a:gd name="connsiteX136" fmla="*/ 6037298 w 6128435"/>
              <a:gd name="connsiteY136" fmla="*/ 5341753 h 6858000"/>
              <a:gd name="connsiteX137" fmla="*/ 6037677 w 6128435"/>
              <a:gd name="connsiteY137" fmla="*/ 5354807 h 6858000"/>
              <a:gd name="connsiteX138" fmla="*/ 6039728 w 6128435"/>
              <a:gd name="connsiteY138" fmla="*/ 5359416 h 6858000"/>
              <a:gd name="connsiteX139" fmla="*/ 6043311 w 6128435"/>
              <a:gd name="connsiteY139" fmla="*/ 5361407 h 6858000"/>
              <a:gd name="connsiteX140" fmla="*/ 6042954 w 6128435"/>
              <a:gd name="connsiteY140" fmla="*/ 5362576 h 6858000"/>
              <a:gd name="connsiteX141" fmla="*/ 6053435 w 6128435"/>
              <a:gd name="connsiteY141" fmla="*/ 5387547 h 6858000"/>
              <a:gd name="connsiteX142" fmla="*/ 6065933 w 6128435"/>
              <a:gd name="connsiteY142" fmla="*/ 5443002 h 6858000"/>
              <a:gd name="connsiteX143" fmla="*/ 6068640 w 6128435"/>
              <a:gd name="connsiteY143" fmla="*/ 5474503 h 6858000"/>
              <a:gd name="connsiteX144" fmla="*/ 6080922 w 6128435"/>
              <a:gd name="connsiteY144" fmla="*/ 5561070 h 6858000"/>
              <a:gd name="connsiteX145" fmla="*/ 6096949 w 6128435"/>
              <a:gd name="connsiteY145" fmla="*/ 5648179 h 6858000"/>
              <a:gd name="connsiteX146" fmla="*/ 6125703 w 6128435"/>
              <a:gd name="connsiteY146" fmla="*/ 5692894 h 6858000"/>
              <a:gd name="connsiteX147" fmla="*/ 6126670 w 6128435"/>
              <a:gd name="connsiteY147" fmla="*/ 5697882 h 6858000"/>
              <a:gd name="connsiteX148" fmla="*/ 6124061 w 6128435"/>
              <a:gd name="connsiteY148" fmla="*/ 5710294 h 6858000"/>
              <a:gd name="connsiteX149" fmla="*/ 6122213 w 6128435"/>
              <a:gd name="connsiteY149" fmla="*/ 5714762 h 6858000"/>
              <a:gd name="connsiteX150" fmla="*/ 6121353 w 6128435"/>
              <a:gd name="connsiteY150" fmla="*/ 5721725 h 6858000"/>
              <a:gd name="connsiteX151" fmla="*/ 6121607 w 6128435"/>
              <a:gd name="connsiteY151" fmla="*/ 5721959 h 6858000"/>
              <a:gd name="connsiteX152" fmla="*/ 6120262 w 6128435"/>
              <a:gd name="connsiteY152" fmla="*/ 5728358 h 6858000"/>
              <a:gd name="connsiteX153" fmla="*/ 6110194 w 6128435"/>
              <a:gd name="connsiteY153" fmla="*/ 5758853 h 6858000"/>
              <a:gd name="connsiteX154" fmla="*/ 6127519 w 6128435"/>
              <a:gd name="connsiteY154" fmla="*/ 5865775 h 6858000"/>
              <a:gd name="connsiteX155" fmla="*/ 6128435 w 6128435"/>
              <a:gd name="connsiteY155" fmla="*/ 5870164 h 6858000"/>
              <a:gd name="connsiteX156" fmla="*/ 6119217 w 6128435"/>
              <a:gd name="connsiteY156" fmla="*/ 5888542 h 6858000"/>
              <a:gd name="connsiteX157" fmla="*/ 6115966 w 6128435"/>
              <a:gd name="connsiteY157" fmla="*/ 5898387 h 6858000"/>
              <a:gd name="connsiteX158" fmla="*/ 6111924 w 6128435"/>
              <a:gd name="connsiteY158" fmla="*/ 5900444 h 6858000"/>
              <a:gd name="connsiteX159" fmla="*/ 6108716 w 6128435"/>
              <a:gd name="connsiteY159" fmla="*/ 5915345 h 6858000"/>
              <a:gd name="connsiteX160" fmla="*/ 6109524 w 6128435"/>
              <a:gd name="connsiteY160" fmla="*/ 5917328 h 6858000"/>
              <a:gd name="connsiteX161" fmla="*/ 6102493 w 6128435"/>
              <a:gd name="connsiteY161" fmla="*/ 5928602 h 6858000"/>
              <a:gd name="connsiteX162" fmla="*/ 6056863 w 6128435"/>
              <a:gd name="connsiteY162" fmla="*/ 6000643 h 6858000"/>
              <a:gd name="connsiteX163" fmla="*/ 6045436 w 6128435"/>
              <a:gd name="connsiteY163" fmla="*/ 6124480 h 6858000"/>
              <a:gd name="connsiteX164" fmla="*/ 6030489 w 6128435"/>
              <a:gd name="connsiteY164" fmla="*/ 6317666 h 6858000"/>
              <a:gd name="connsiteX165" fmla="*/ 6007492 w 6128435"/>
              <a:gd name="connsiteY165" fmla="*/ 6440818 h 6858000"/>
              <a:gd name="connsiteX166" fmla="*/ 6009467 w 6128435"/>
              <a:gd name="connsiteY166" fmla="*/ 6487076 h 6858000"/>
              <a:gd name="connsiteX167" fmla="*/ 5995064 w 6128435"/>
              <a:gd name="connsiteY167" fmla="*/ 6540791 h 6858000"/>
              <a:gd name="connsiteX168" fmla="*/ 5996309 w 6128435"/>
              <a:gd name="connsiteY168" fmla="*/ 6543961 h 6858000"/>
              <a:gd name="connsiteX169" fmla="*/ 5996048 w 6128435"/>
              <a:gd name="connsiteY169" fmla="*/ 6555444 h 6858000"/>
              <a:gd name="connsiteX170" fmla="*/ 6002524 w 6128435"/>
              <a:gd name="connsiteY170" fmla="*/ 6560188 h 6858000"/>
              <a:gd name="connsiteX171" fmla="*/ 6006823 w 6128435"/>
              <a:gd name="connsiteY171" fmla="*/ 6578546 h 6858000"/>
              <a:gd name="connsiteX172" fmla="*/ 6004510 w 6128435"/>
              <a:gd name="connsiteY172" fmla="*/ 6599256 h 6858000"/>
              <a:gd name="connsiteX173" fmla="*/ 5986207 w 6128435"/>
              <a:gd name="connsiteY173" fmla="*/ 6695855 h 6858000"/>
              <a:gd name="connsiteX174" fmla="*/ 5979428 w 6128435"/>
              <a:gd name="connsiteY174" fmla="*/ 6754678 h 6858000"/>
              <a:gd name="connsiteX175" fmla="*/ 5983398 w 6128435"/>
              <a:gd name="connsiteY175" fmla="*/ 6778641 h 6858000"/>
              <a:gd name="connsiteX176" fmla="*/ 5984543 w 6128435"/>
              <a:gd name="connsiteY176" fmla="*/ 6811016 h 6858000"/>
              <a:gd name="connsiteX177" fmla="*/ 5981802 w 6128435"/>
              <a:gd name="connsiteY177" fmla="*/ 6838578 h 6858000"/>
              <a:gd name="connsiteX178" fmla="*/ 5979671 w 6128435"/>
              <a:gd name="connsiteY178" fmla="*/ 6858000 h 6858000"/>
              <a:gd name="connsiteX179" fmla="*/ 0 w 6128435"/>
              <a:gd name="connsiteY179" fmla="*/ 6858000 h 6858000"/>
              <a:gd name="connsiteX180" fmla="*/ 0 w 6128435"/>
              <a:gd name="connsiteY180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42602 w 6128435"/>
              <a:gd name="connsiteY47" fmla="*/ 2346782 h 6858000"/>
              <a:gd name="connsiteX48" fmla="*/ 5271650 w 6128435"/>
              <a:gd name="connsiteY48" fmla="*/ 2440467 h 6858000"/>
              <a:gd name="connsiteX49" fmla="*/ 5271438 w 6128435"/>
              <a:gd name="connsiteY49" fmla="*/ 2447186 h 6858000"/>
              <a:gd name="connsiteX50" fmla="*/ 5271722 w 6128435"/>
              <a:gd name="connsiteY50" fmla="*/ 2447359 h 6858000"/>
              <a:gd name="connsiteX51" fmla="*/ 5272069 w 6128435"/>
              <a:gd name="connsiteY51" fmla="*/ 2454523 h 6858000"/>
              <a:gd name="connsiteX52" fmla="*/ 5271049 w 6128435"/>
              <a:gd name="connsiteY52" fmla="*/ 2459442 h 6858000"/>
              <a:gd name="connsiteX53" fmla="*/ 5307538 w 6128435"/>
              <a:gd name="connsiteY53" fmla="*/ 2514685 h 6858000"/>
              <a:gd name="connsiteX54" fmla="*/ 5337604 w 6128435"/>
              <a:gd name="connsiteY54" fmla="*/ 2597632 h 6858000"/>
              <a:gd name="connsiteX55" fmla="*/ 5407503 w 6128435"/>
              <a:gd name="connsiteY55" fmla="*/ 2786290 h 6858000"/>
              <a:gd name="connsiteX56" fmla="*/ 5407356 w 6128435"/>
              <a:gd name="connsiteY56" fmla="*/ 2787545 h 6858000"/>
              <a:gd name="connsiteX57" fmla="*/ 5411130 w 6128435"/>
              <a:gd name="connsiteY57" fmla="*/ 2788640 h 6858000"/>
              <a:gd name="connsiteX58" fmla="*/ 5416439 w 6128435"/>
              <a:gd name="connsiteY58" fmla="*/ 2805666 h 6858000"/>
              <a:gd name="connsiteX59" fmla="*/ 5416589 w 6128435"/>
              <a:gd name="connsiteY59" fmla="*/ 2810822 h 6858000"/>
              <a:gd name="connsiteX60" fmla="*/ 5418542 w 6128435"/>
              <a:gd name="connsiteY60" fmla="*/ 2817745 h 6858000"/>
              <a:gd name="connsiteX61" fmla="*/ 5418847 w 6128435"/>
              <a:gd name="connsiteY61" fmla="*/ 2817825 h 6858000"/>
              <a:gd name="connsiteX62" fmla="*/ 5423364 w 6128435"/>
              <a:gd name="connsiteY62" fmla="*/ 2858292 h 6858000"/>
              <a:gd name="connsiteX63" fmla="*/ 5479298 w 6128435"/>
              <a:gd name="connsiteY63" fmla="*/ 2947791 h 6858000"/>
              <a:gd name="connsiteX64" fmla="*/ 5481770 w 6128435"/>
              <a:gd name="connsiteY64" fmla="*/ 2951352 h 6858000"/>
              <a:gd name="connsiteX65" fmla="*/ 5481013 w 6128435"/>
              <a:gd name="connsiteY65" fmla="*/ 2973461 h 6858000"/>
              <a:gd name="connsiteX66" fmla="*/ 5482045 w 6128435"/>
              <a:gd name="connsiteY66" fmla="*/ 2984371 h 6858000"/>
              <a:gd name="connsiteX67" fmla="*/ 5479405 w 6128435"/>
              <a:gd name="connsiteY67" fmla="*/ 2988507 h 6858000"/>
              <a:gd name="connsiteX68" fmla="*/ 5482415 w 6128435"/>
              <a:gd name="connsiteY68" fmla="*/ 3004079 h 6858000"/>
              <a:gd name="connsiteX69" fmla="*/ 5483865 w 6128435"/>
              <a:gd name="connsiteY69" fmla="*/ 3005467 h 6858000"/>
              <a:gd name="connsiteX70" fmla="*/ 5482236 w 6128435"/>
              <a:gd name="connsiteY70" fmla="*/ 3019791 h 6858000"/>
              <a:gd name="connsiteX71" fmla="*/ 5475895 w 6128435"/>
              <a:gd name="connsiteY71" fmla="*/ 3033578 h 6858000"/>
              <a:gd name="connsiteX72" fmla="*/ 5477595 w 6128435"/>
              <a:gd name="connsiteY72" fmla="*/ 3250534 h 6858000"/>
              <a:gd name="connsiteX73" fmla="*/ 5532836 w 6128435"/>
              <a:gd name="connsiteY73" fmla="*/ 3353840 h 6858000"/>
              <a:gd name="connsiteX74" fmla="*/ 5561229 w 6128435"/>
              <a:gd name="connsiteY74" fmla="*/ 3395784 h 6858000"/>
              <a:gd name="connsiteX75" fmla="*/ 5589758 w 6128435"/>
              <a:gd name="connsiteY75" fmla="*/ 3506453 h 6858000"/>
              <a:gd name="connsiteX76" fmla="*/ 5596144 w 6128435"/>
              <a:gd name="connsiteY76" fmla="*/ 3534624 h 6858000"/>
              <a:gd name="connsiteX77" fmla="*/ 5597750 w 6128435"/>
              <a:gd name="connsiteY77" fmla="*/ 3534129 h 6858000"/>
              <a:gd name="connsiteX78" fmla="*/ 5599700 w 6128435"/>
              <a:gd name="connsiteY78" fmla="*/ 3547221 h 6858000"/>
              <a:gd name="connsiteX79" fmla="*/ 5615031 w 6128435"/>
              <a:gd name="connsiteY79" fmla="*/ 3557482 h 6858000"/>
              <a:gd name="connsiteX80" fmla="*/ 5618377 w 6128435"/>
              <a:gd name="connsiteY80" fmla="*/ 3588431 h 6858000"/>
              <a:gd name="connsiteX81" fmla="*/ 5612155 w 6128435"/>
              <a:gd name="connsiteY81" fmla="*/ 3589869 h 6858000"/>
              <a:gd name="connsiteX82" fmla="*/ 5620843 w 6128435"/>
              <a:gd name="connsiteY82" fmla="*/ 3606745 h 6858000"/>
              <a:gd name="connsiteX83" fmla="*/ 5655472 w 6128435"/>
              <a:gd name="connsiteY83" fmla="*/ 3678877 h 6858000"/>
              <a:gd name="connsiteX84" fmla="*/ 5680448 w 6128435"/>
              <a:gd name="connsiteY84" fmla="*/ 3717760 h 6858000"/>
              <a:gd name="connsiteX85" fmla="*/ 5683015 w 6128435"/>
              <a:gd name="connsiteY85" fmla="*/ 3762025 h 6858000"/>
              <a:gd name="connsiteX86" fmla="*/ 5696643 w 6128435"/>
              <a:gd name="connsiteY86" fmla="*/ 3773888 h 6858000"/>
              <a:gd name="connsiteX87" fmla="*/ 5699203 w 6128435"/>
              <a:gd name="connsiteY87" fmla="*/ 3775823 h 6858000"/>
              <a:gd name="connsiteX88" fmla="*/ 5704824 w 6128435"/>
              <a:gd name="connsiteY88" fmla="*/ 3785966 h 6858000"/>
              <a:gd name="connsiteX89" fmla="*/ 5712204 w 6128435"/>
              <a:gd name="connsiteY89" fmla="*/ 3785830 h 6858000"/>
              <a:gd name="connsiteX90" fmla="*/ 5724816 w 6128435"/>
              <a:gd name="connsiteY90" fmla="*/ 3798949 h 6858000"/>
              <a:gd name="connsiteX91" fmla="*/ 5733539 w 6128435"/>
              <a:gd name="connsiteY91" fmla="*/ 3818457 h 6858000"/>
              <a:gd name="connsiteX92" fmla="*/ 5768491 w 6128435"/>
              <a:gd name="connsiteY92" fmla="*/ 3914399 h 6858000"/>
              <a:gd name="connsiteX93" fmla="*/ 5793123 w 6128435"/>
              <a:gd name="connsiteY93" fmla="*/ 3969952 h 6858000"/>
              <a:gd name="connsiteX94" fmla="*/ 5808321 w 6128435"/>
              <a:gd name="connsiteY94" fmla="*/ 3988153 h 6858000"/>
              <a:gd name="connsiteX95" fmla="*/ 5825621 w 6128435"/>
              <a:gd name="connsiteY95" fmla="*/ 4015525 h 6858000"/>
              <a:gd name="connsiteX96" fmla="*/ 5860672 w 6128435"/>
              <a:gd name="connsiteY96" fmla="*/ 4061579 h 6858000"/>
              <a:gd name="connsiteX97" fmla="*/ 5872173 w 6128435"/>
              <a:gd name="connsiteY97" fmla="*/ 4088497 h 6858000"/>
              <a:gd name="connsiteX98" fmla="*/ 5883705 w 6128435"/>
              <a:gd name="connsiteY98" fmla="*/ 4101899 h 6858000"/>
              <a:gd name="connsiteX99" fmla="*/ 5885314 w 6128435"/>
              <a:gd name="connsiteY99" fmla="*/ 4108387 h 6858000"/>
              <a:gd name="connsiteX100" fmla="*/ 5894095 w 6128435"/>
              <a:gd name="connsiteY100" fmla="*/ 4128857 h 6858000"/>
              <a:gd name="connsiteX101" fmla="*/ 5898339 w 6128435"/>
              <a:gd name="connsiteY101" fmla="*/ 4140800 h 6858000"/>
              <a:gd name="connsiteX102" fmla="*/ 5899734 w 6128435"/>
              <a:gd name="connsiteY102" fmla="*/ 4145632 h 6858000"/>
              <a:gd name="connsiteX103" fmla="*/ 5897098 w 6128435"/>
              <a:gd name="connsiteY103" fmla="*/ 4157819 h 6858000"/>
              <a:gd name="connsiteX104" fmla="*/ 5903513 w 6128435"/>
              <a:gd name="connsiteY104" fmla="*/ 4187661 h 6858000"/>
              <a:gd name="connsiteX105" fmla="*/ 5917114 w 6128435"/>
              <a:gd name="connsiteY105" fmla="*/ 4213096 h 6858000"/>
              <a:gd name="connsiteX106" fmla="*/ 5921153 w 6128435"/>
              <a:gd name="connsiteY106" fmla="*/ 4236222 h 6858000"/>
              <a:gd name="connsiteX107" fmla="*/ 5924233 w 6128435"/>
              <a:gd name="connsiteY107" fmla="*/ 4242060 h 6858000"/>
              <a:gd name="connsiteX108" fmla="*/ 5928910 w 6128435"/>
              <a:gd name="connsiteY108" fmla="*/ 4300973 h 6858000"/>
              <a:gd name="connsiteX109" fmla="*/ 5939320 w 6128435"/>
              <a:gd name="connsiteY109" fmla="*/ 4340435 h 6858000"/>
              <a:gd name="connsiteX110" fmla="*/ 5946705 w 6128435"/>
              <a:gd name="connsiteY110" fmla="*/ 4428051 h 6858000"/>
              <a:gd name="connsiteX111" fmla="*/ 5949261 w 6128435"/>
              <a:gd name="connsiteY111" fmla="*/ 4449185 h 6858000"/>
              <a:gd name="connsiteX112" fmla="*/ 5957504 w 6128435"/>
              <a:gd name="connsiteY112" fmla="*/ 4465911 h 6858000"/>
              <a:gd name="connsiteX113" fmla="*/ 5964689 w 6128435"/>
              <a:gd name="connsiteY113" fmla="*/ 4468532 h 6858000"/>
              <a:gd name="connsiteX114" fmla="*/ 5967062 w 6128435"/>
              <a:gd name="connsiteY114" fmla="*/ 4479923 h 6858000"/>
              <a:gd name="connsiteX115" fmla="*/ 5968960 w 6128435"/>
              <a:gd name="connsiteY115" fmla="*/ 4482655 h 6858000"/>
              <a:gd name="connsiteX116" fmla="*/ 5978567 w 6128435"/>
              <a:gd name="connsiteY116" fmla="*/ 4498605 h 6858000"/>
              <a:gd name="connsiteX117" fmla="*/ 5980106 w 6128435"/>
              <a:gd name="connsiteY117" fmla="*/ 4585087 h 6858000"/>
              <a:gd name="connsiteX118" fmla="*/ 5998138 w 6128435"/>
              <a:gd name="connsiteY118" fmla="*/ 4697518 h 6858000"/>
              <a:gd name="connsiteX119" fmla="*/ 6013516 w 6128435"/>
              <a:gd name="connsiteY119" fmla="*/ 4786619 h 6858000"/>
              <a:gd name="connsiteX120" fmla="*/ 6025404 w 6128435"/>
              <a:gd name="connsiteY120" fmla="*/ 4858148 h 6858000"/>
              <a:gd name="connsiteX121" fmla="*/ 6007749 w 6128435"/>
              <a:gd name="connsiteY121" fmla="*/ 4964715 h 6858000"/>
              <a:gd name="connsiteX122" fmla="*/ 6005269 w 6128435"/>
              <a:gd name="connsiteY122" fmla="*/ 5150567 h 6858000"/>
              <a:gd name="connsiteX123" fmla="*/ 6001127 w 6128435"/>
              <a:gd name="connsiteY123" fmla="*/ 5164609 h 6858000"/>
              <a:gd name="connsiteX124" fmla="*/ 5996647 w 6128435"/>
              <a:gd name="connsiteY124" fmla="*/ 5185640 h 6858000"/>
              <a:gd name="connsiteX125" fmla="*/ 5998514 w 6128435"/>
              <a:gd name="connsiteY125" fmla="*/ 5189673 h 6858000"/>
              <a:gd name="connsiteX126" fmla="*/ 5995970 w 6128435"/>
              <a:gd name="connsiteY126" fmla="*/ 5221547 h 6858000"/>
              <a:gd name="connsiteX127" fmla="*/ 5997218 w 6128435"/>
              <a:gd name="connsiteY127" fmla="*/ 5222031 h 6858000"/>
              <a:gd name="connsiteX128" fmla="*/ 6002116 w 6128435"/>
              <a:gd name="connsiteY128" fmla="*/ 5231223 h 6858000"/>
              <a:gd name="connsiteX129" fmla="*/ 6008541 w 6128435"/>
              <a:gd name="connsiteY129" fmla="*/ 5248680 h 6858000"/>
              <a:gd name="connsiteX130" fmla="*/ 6039260 w 6128435"/>
              <a:gd name="connsiteY130" fmla="*/ 5289518 h 6858000"/>
              <a:gd name="connsiteX131" fmla="*/ 6036748 w 6128435"/>
              <a:gd name="connsiteY131" fmla="*/ 5322752 h 6858000"/>
              <a:gd name="connsiteX132" fmla="*/ 6036943 w 6128435"/>
              <a:gd name="connsiteY132" fmla="*/ 5329480 h 6858000"/>
              <a:gd name="connsiteX133" fmla="*/ 6037236 w 6128435"/>
              <a:gd name="connsiteY133" fmla="*/ 5329634 h 6858000"/>
              <a:gd name="connsiteX134" fmla="*/ 6038019 w 6128435"/>
              <a:gd name="connsiteY134" fmla="*/ 5336764 h 6858000"/>
              <a:gd name="connsiteX135" fmla="*/ 6037298 w 6128435"/>
              <a:gd name="connsiteY135" fmla="*/ 5341753 h 6858000"/>
              <a:gd name="connsiteX136" fmla="*/ 6037677 w 6128435"/>
              <a:gd name="connsiteY136" fmla="*/ 5354807 h 6858000"/>
              <a:gd name="connsiteX137" fmla="*/ 6039728 w 6128435"/>
              <a:gd name="connsiteY137" fmla="*/ 5359416 h 6858000"/>
              <a:gd name="connsiteX138" fmla="*/ 6043311 w 6128435"/>
              <a:gd name="connsiteY138" fmla="*/ 5361407 h 6858000"/>
              <a:gd name="connsiteX139" fmla="*/ 6042954 w 6128435"/>
              <a:gd name="connsiteY139" fmla="*/ 5362576 h 6858000"/>
              <a:gd name="connsiteX140" fmla="*/ 6053435 w 6128435"/>
              <a:gd name="connsiteY140" fmla="*/ 5387547 h 6858000"/>
              <a:gd name="connsiteX141" fmla="*/ 6065933 w 6128435"/>
              <a:gd name="connsiteY141" fmla="*/ 5443002 h 6858000"/>
              <a:gd name="connsiteX142" fmla="*/ 6068640 w 6128435"/>
              <a:gd name="connsiteY142" fmla="*/ 5474503 h 6858000"/>
              <a:gd name="connsiteX143" fmla="*/ 6080922 w 6128435"/>
              <a:gd name="connsiteY143" fmla="*/ 5561070 h 6858000"/>
              <a:gd name="connsiteX144" fmla="*/ 6096949 w 6128435"/>
              <a:gd name="connsiteY144" fmla="*/ 5648179 h 6858000"/>
              <a:gd name="connsiteX145" fmla="*/ 6125703 w 6128435"/>
              <a:gd name="connsiteY145" fmla="*/ 5692894 h 6858000"/>
              <a:gd name="connsiteX146" fmla="*/ 6126670 w 6128435"/>
              <a:gd name="connsiteY146" fmla="*/ 5697882 h 6858000"/>
              <a:gd name="connsiteX147" fmla="*/ 6124061 w 6128435"/>
              <a:gd name="connsiteY147" fmla="*/ 5710294 h 6858000"/>
              <a:gd name="connsiteX148" fmla="*/ 6122213 w 6128435"/>
              <a:gd name="connsiteY148" fmla="*/ 5714762 h 6858000"/>
              <a:gd name="connsiteX149" fmla="*/ 6121353 w 6128435"/>
              <a:gd name="connsiteY149" fmla="*/ 5721725 h 6858000"/>
              <a:gd name="connsiteX150" fmla="*/ 6121607 w 6128435"/>
              <a:gd name="connsiteY150" fmla="*/ 5721959 h 6858000"/>
              <a:gd name="connsiteX151" fmla="*/ 6120262 w 6128435"/>
              <a:gd name="connsiteY151" fmla="*/ 5728358 h 6858000"/>
              <a:gd name="connsiteX152" fmla="*/ 6110194 w 6128435"/>
              <a:gd name="connsiteY152" fmla="*/ 5758853 h 6858000"/>
              <a:gd name="connsiteX153" fmla="*/ 6127519 w 6128435"/>
              <a:gd name="connsiteY153" fmla="*/ 5865775 h 6858000"/>
              <a:gd name="connsiteX154" fmla="*/ 6128435 w 6128435"/>
              <a:gd name="connsiteY154" fmla="*/ 5870164 h 6858000"/>
              <a:gd name="connsiteX155" fmla="*/ 6119217 w 6128435"/>
              <a:gd name="connsiteY155" fmla="*/ 5888542 h 6858000"/>
              <a:gd name="connsiteX156" fmla="*/ 6115966 w 6128435"/>
              <a:gd name="connsiteY156" fmla="*/ 5898387 h 6858000"/>
              <a:gd name="connsiteX157" fmla="*/ 6111924 w 6128435"/>
              <a:gd name="connsiteY157" fmla="*/ 5900444 h 6858000"/>
              <a:gd name="connsiteX158" fmla="*/ 6108716 w 6128435"/>
              <a:gd name="connsiteY158" fmla="*/ 5915345 h 6858000"/>
              <a:gd name="connsiteX159" fmla="*/ 6109524 w 6128435"/>
              <a:gd name="connsiteY159" fmla="*/ 5917328 h 6858000"/>
              <a:gd name="connsiteX160" fmla="*/ 6102493 w 6128435"/>
              <a:gd name="connsiteY160" fmla="*/ 5928602 h 6858000"/>
              <a:gd name="connsiteX161" fmla="*/ 6056863 w 6128435"/>
              <a:gd name="connsiteY161" fmla="*/ 6000643 h 6858000"/>
              <a:gd name="connsiteX162" fmla="*/ 6045436 w 6128435"/>
              <a:gd name="connsiteY162" fmla="*/ 6124480 h 6858000"/>
              <a:gd name="connsiteX163" fmla="*/ 6030489 w 6128435"/>
              <a:gd name="connsiteY163" fmla="*/ 6317666 h 6858000"/>
              <a:gd name="connsiteX164" fmla="*/ 6007492 w 6128435"/>
              <a:gd name="connsiteY164" fmla="*/ 6440818 h 6858000"/>
              <a:gd name="connsiteX165" fmla="*/ 6009467 w 6128435"/>
              <a:gd name="connsiteY165" fmla="*/ 6487076 h 6858000"/>
              <a:gd name="connsiteX166" fmla="*/ 5995064 w 6128435"/>
              <a:gd name="connsiteY166" fmla="*/ 6540791 h 6858000"/>
              <a:gd name="connsiteX167" fmla="*/ 5996309 w 6128435"/>
              <a:gd name="connsiteY167" fmla="*/ 6543961 h 6858000"/>
              <a:gd name="connsiteX168" fmla="*/ 5996048 w 6128435"/>
              <a:gd name="connsiteY168" fmla="*/ 6555444 h 6858000"/>
              <a:gd name="connsiteX169" fmla="*/ 6002524 w 6128435"/>
              <a:gd name="connsiteY169" fmla="*/ 6560188 h 6858000"/>
              <a:gd name="connsiteX170" fmla="*/ 6006823 w 6128435"/>
              <a:gd name="connsiteY170" fmla="*/ 6578546 h 6858000"/>
              <a:gd name="connsiteX171" fmla="*/ 6004510 w 6128435"/>
              <a:gd name="connsiteY171" fmla="*/ 6599256 h 6858000"/>
              <a:gd name="connsiteX172" fmla="*/ 5986207 w 6128435"/>
              <a:gd name="connsiteY172" fmla="*/ 6695855 h 6858000"/>
              <a:gd name="connsiteX173" fmla="*/ 5979428 w 6128435"/>
              <a:gd name="connsiteY173" fmla="*/ 6754678 h 6858000"/>
              <a:gd name="connsiteX174" fmla="*/ 5983398 w 6128435"/>
              <a:gd name="connsiteY174" fmla="*/ 6778641 h 6858000"/>
              <a:gd name="connsiteX175" fmla="*/ 5984543 w 6128435"/>
              <a:gd name="connsiteY175" fmla="*/ 6811016 h 6858000"/>
              <a:gd name="connsiteX176" fmla="*/ 5981802 w 6128435"/>
              <a:gd name="connsiteY176" fmla="*/ 6838578 h 6858000"/>
              <a:gd name="connsiteX177" fmla="*/ 5979671 w 6128435"/>
              <a:gd name="connsiteY177" fmla="*/ 6858000 h 6858000"/>
              <a:gd name="connsiteX178" fmla="*/ 0 w 6128435"/>
              <a:gd name="connsiteY178" fmla="*/ 6858000 h 6858000"/>
              <a:gd name="connsiteX179" fmla="*/ 0 w 6128435"/>
              <a:gd name="connsiteY179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38267 w 6128435"/>
              <a:gd name="connsiteY46" fmla="*/ 2337277 h 6858000"/>
              <a:gd name="connsiteX47" fmla="*/ 5271650 w 6128435"/>
              <a:gd name="connsiteY47" fmla="*/ 2440467 h 6858000"/>
              <a:gd name="connsiteX48" fmla="*/ 5271438 w 6128435"/>
              <a:gd name="connsiteY48" fmla="*/ 2447186 h 6858000"/>
              <a:gd name="connsiteX49" fmla="*/ 5271722 w 6128435"/>
              <a:gd name="connsiteY49" fmla="*/ 2447359 h 6858000"/>
              <a:gd name="connsiteX50" fmla="*/ 5272069 w 6128435"/>
              <a:gd name="connsiteY50" fmla="*/ 2454523 h 6858000"/>
              <a:gd name="connsiteX51" fmla="*/ 5271049 w 6128435"/>
              <a:gd name="connsiteY51" fmla="*/ 2459442 h 6858000"/>
              <a:gd name="connsiteX52" fmla="*/ 5307538 w 6128435"/>
              <a:gd name="connsiteY52" fmla="*/ 2514685 h 6858000"/>
              <a:gd name="connsiteX53" fmla="*/ 5337604 w 6128435"/>
              <a:gd name="connsiteY53" fmla="*/ 2597632 h 6858000"/>
              <a:gd name="connsiteX54" fmla="*/ 5407503 w 6128435"/>
              <a:gd name="connsiteY54" fmla="*/ 2786290 h 6858000"/>
              <a:gd name="connsiteX55" fmla="*/ 5407356 w 6128435"/>
              <a:gd name="connsiteY55" fmla="*/ 2787545 h 6858000"/>
              <a:gd name="connsiteX56" fmla="*/ 5411130 w 6128435"/>
              <a:gd name="connsiteY56" fmla="*/ 2788640 h 6858000"/>
              <a:gd name="connsiteX57" fmla="*/ 5416439 w 6128435"/>
              <a:gd name="connsiteY57" fmla="*/ 2805666 h 6858000"/>
              <a:gd name="connsiteX58" fmla="*/ 5416589 w 6128435"/>
              <a:gd name="connsiteY58" fmla="*/ 2810822 h 6858000"/>
              <a:gd name="connsiteX59" fmla="*/ 5418542 w 6128435"/>
              <a:gd name="connsiteY59" fmla="*/ 2817745 h 6858000"/>
              <a:gd name="connsiteX60" fmla="*/ 5418847 w 6128435"/>
              <a:gd name="connsiteY60" fmla="*/ 2817825 h 6858000"/>
              <a:gd name="connsiteX61" fmla="*/ 5423364 w 6128435"/>
              <a:gd name="connsiteY61" fmla="*/ 2858292 h 6858000"/>
              <a:gd name="connsiteX62" fmla="*/ 5479298 w 6128435"/>
              <a:gd name="connsiteY62" fmla="*/ 2947791 h 6858000"/>
              <a:gd name="connsiteX63" fmla="*/ 5481770 w 6128435"/>
              <a:gd name="connsiteY63" fmla="*/ 2951352 h 6858000"/>
              <a:gd name="connsiteX64" fmla="*/ 5481013 w 6128435"/>
              <a:gd name="connsiteY64" fmla="*/ 2973461 h 6858000"/>
              <a:gd name="connsiteX65" fmla="*/ 5482045 w 6128435"/>
              <a:gd name="connsiteY65" fmla="*/ 2984371 h 6858000"/>
              <a:gd name="connsiteX66" fmla="*/ 5479405 w 6128435"/>
              <a:gd name="connsiteY66" fmla="*/ 2988507 h 6858000"/>
              <a:gd name="connsiteX67" fmla="*/ 5482415 w 6128435"/>
              <a:gd name="connsiteY67" fmla="*/ 3004079 h 6858000"/>
              <a:gd name="connsiteX68" fmla="*/ 5483865 w 6128435"/>
              <a:gd name="connsiteY68" fmla="*/ 3005467 h 6858000"/>
              <a:gd name="connsiteX69" fmla="*/ 5482236 w 6128435"/>
              <a:gd name="connsiteY69" fmla="*/ 3019791 h 6858000"/>
              <a:gd name="connsiteX70" fmla="*/ 5475895 w 6128435"/>
              <a:gd name="connsiteY70" fmla="*/ 3033578 h 6858000"/>
              <a:gd name="connsiteX71" fmla="*/ 5477595 w 6128435"/>
              <a:gd name="connsiteY71" fmla="*/ 3250534 h 6858000"/>
              <a:gd name="connsiteX72" fmla="*/ 5532836 w 6128435"/>
              <a:gd name="connsiteY72" fmla="*/ 3353840 h 6858000"/>
              <a:gd name="connsiteX73" fmla="*/ 5561229 w 6128435"/>
              <a:gd name="connsiteY73" fmla="*/ 3395784 h 6858000"/>
              <a:gd name="connsiteX74" fmla="*/ 5589758 w 6128435"/>
              <a:gd name="connsiteY74" fmla="*/ 3506453 h 6858000"/>
              <a:gd name="connsiteX75" fmla="*/ 5596144 w 6128435"/>
              <a:gd name="connsiteY75" fmla="*/ 3534624 h 6858000"/>
              <a:gd name="connsiteX76" fmla="*/ 5597750 w 6128435"/>
              <a:gd name="connsiteY76" fmla="*/ 3534129 h 6858000"/>
              <a:gd name="connsiteX77" fmla="*/ 5599700 w 6128435"/>
              <a:gd name="connsiteY77" fmla="*/ 3547221 h 6858000"/>
              <a:gd name="connsiteX78" fmla="*/ 5615031 w 6128435"/>
              <a:gd name="connsiteY78" fmla="*/ 3557482 h 6858000"/>
              <a:gd name="connsiteX79" fmla="*/ 5618377 w 6128435"/>
              <a:gd name="connsiteY79" fmla="*/ 3588431 h 6858000"/>
              <a:gd name="connsiteX80" fmla="*/ 5612155 w 6128435"/>
              <a:gd name="connsiteY80" fmla="*/ 3589869 h 6858000"/>
              <a:gd name="connsiteX81" fmla="*/ 5620843 w 6128435"/>
              <a:gd name="connsiteY81" fmla="*/ 3606745 h 6858000"/>
              <a:gd name="connsiteX82" fmla="*/ 5655472 w 6128435"/>
              <a:gd name="connsiteY82" fmla="*/ 3678877 h 6858000"/>
              <a:gd name="connsiteX83" fmla="*/ 5680448 w 6128435"/>
              <a:gd name="connsiteY83" fmla="*/ 3717760 h 6858000"/>
              <a:gd name="connsiteX84" fmla="*/ 5683015 w 6128435"/>
              <a:gd name="connsiteY84" fmla="*/ 3762025 h 6858000"/>
              <a:gd name="connsiteX85" fmla="*/ 5696643 w 6128435"/>
              <a:gd name="connsiteY85" fmla="*/ 3773888 h 6858000"/>
              <a:gd name="connsiteX86" fmla="*/ 5699203 w 6128435"/>
              <a:gd name="connsiteY86" fmla="*/ 3775823 h 6858000"/>
              <a:gd name="connsiteX87" fmla="*/ 5704824 w 6128435"/>
              <a:gd name="connsiteY87" fmla="*/ 3785966 h 6858000"/>
              <a:gd name="connsiteX88" fmla="*/ 5712204 w 6128435"/>
              <a:gd name="connsiteY88" fmla="*/ 3785830 h 6858000"/>
              <a:gd name="connsiteX89" fmla="*/ 5724816 w 6128435"/>
              <a:gd name="connsiteY89" fmla="*/ 3798949 h 6858000"/>
              <a:gd name="connsiteX90" fmla="*/ 5733539 w 6128435"/>
              <a:gd name="connsiteY90" fmla="*/ 3818457 h 6858000"/>
              <a:gd name="connsiteX91" fmla="*/ 5768491 w 6128435"/>
              <a:gd name="connsiteY91" fmla="*/ 3914399 h 6858000"/>
              <a:gd name="connsiteX92" fmla="*/ 5793123 w 6128435"/>
              <a:gd name="connsiteY92" fmla="*/ 3969952 h 6858000"/>
              <a:gd name="connsiteX93" fmla="*/ 5808321 w 6128435"/>
              <a:gd name="connsiteY93" fmla="*/ 3988153 h 6858000"/>
              <a:gd name="connsiteX94" fmla="*/ 5825621 w 6128435"/>
              <a:gd name="connsiteY94" fmla="*/ 4015525 h 6858000"/>
              <a:gd name="connsiteX95" fmla="*/ 5860672 w 6128435"/>
              <a:gd name="connsiteY95" fmla="*/ 4061579 h 6858000"/>
              <a:gd name="connsiteX96" fmla="*/ 5872173 w 6128435"/>
              <a:gd name="connsiteY96" fmla="*/ 4088497 h 6858000"/>
              <a:gd name="connsiteX97" fmla="*/ 5883705 w 6128435"/>
              <a:gd name="connsiteY97" fmla="*/ 4101899 h 6858000"/>
              <a:gd name="connsiteX98" fmla="*/ 5885314 w 6128435"/>
              <a:gd name="connsiteY98" fmla="*/ 4108387 h 6858000"/>
              <a:gd name="connsiteX99" fmla="*/ 5894095 w 6128435"/>
              <a:gd name="connsiteY99" fmla="*/ 4128857 h 6858000"/>
              <a:gd name="connsiteX100" fmla="*/ 5898339 w 6128435"/>
              <a:gd name="connsiteY100" fmla="*/ 4140800 h 6858000"/>
              <a:gd name="connsiteX101" fmla="*/ 5899734 w 6128435"/>
              <a:gd name="connsiteY101" fmla="*/ 4145632 h 6858000"/>
              <a:gd name="connsiteX102" fmla="*/ 5897098 w 6128435"/>
              <a:gd name="connsiteY102" fmla="*/ 4157819 h 6858000"/>
              <a:gd name="connsiteX103" fmla="*/ 5903513 w 6128435"/>
              <a:gd name="connsiteY103" fmla="*/ 4187661 h 6858000"/>
              <a:gd name="connsiteX104" fmla="*/ 5917114 w 6128435"/>
              <a:gd name="connsiteY104" fmla="*/ 4213096 h 6858000"/>
              <a:gd name="connsiteX105" fmla="*/ 5921153 w 6128435"/>
              <a:gd name="connsiteY105" fmla="*/ 4236222 h 6858000"/>
              <a:gd name="connsiteX106" fmla="*/ 5924233 w 6128435"/>
              <a:gd name="connsiteY106" fmla="*/ 4242060 h 6858000"/>
              <a:gd name="connsiteX107" fmla="*/ 5928910 w 6128435"/>
              <a:gd name="connsiteY107" fmla="*/ 4300973 h 6858000"/>
              <a:gd name="connsiteX108" fmla="*/ 5939320 w 6128435"/>
              <a:gd name="connsiteY108" fmla="*/ 4340435 h 6858000"/>
              <a:gd name="connsiteX109" fmla="*/ 5946705 w 6128435"/>
              <a:gd name="connsiteY109" fmla="*/ 4428051 h 6858000"/>
              <a:gd name="connsiteX110" fmla="*/ 5949261 w 6128435"/>
              <a:gd name="connsiteY110" fmla="*/ 4449185 h 6858000"/>
              <a:gd name="connsiteX111" fmla="*/ 5957504 w 6128435"/>
              <a:gd name="connsiteY111" fmla="*/ 4465911 h 6858000"/>
              <a:gd name="connsiteX112" fmla="*/ 5964689 w 6128435"/>
              <a:gd name="connsiteY112" fmla="*/ 4468532 h 6858000"/>
              <a:gd name="connsiteX113" fmla="*/ 5967062 w 6128435"/>
              <a:gd name="connsiteY113" fmla="*/ 4479923 h 6858000"/>
              <a:gd name="connsiteX114" fmla="*/ 5968960 w 6128435"/>
              <a:gd name="connsiteY114" fmla="*/ 4482655 h 6858000"/>
              <a:gd name="connsiteX115" fmla="*/ 5978567 w 6128435"/>
              <a:gd name="connsiteY115" fmla="*/ 4498605 h 6858000"/>
              <a:gd name="connsiteX116" fmla="*/ 5980106 w 6128435"/>
              <a:gd name="connsiteY116" fmla="*/ 4585087 h 6858000"/>
              <a:gd name="connsiteX117" fmla="*/ 5998138 w 6128435"/>
              <a:gd name="connsiteY117" fmla="*/ 4697518 h 6858000"/>
              <a:gd name="connsiteX118" fmla="*/ 6013516 w 6128435"/>
              <a:gd name="connsiteY118" fmla="*/ 4786619 h 6858000"/>
              <a:gd name="connsiteX119" fmla="*/ 6025404 w 6128435"/>
              <a:gd name="connsiteY119" fmla="*/ 4858148 h 6858000"/>
              <a:gd name="connsiteX120" fmla="*/ 6007749 w 6128435"/>
              <a:gd name="connsiteY120" fmla="*/ 4964715 h 6858000"/>
              <a:gd name="connsiteX121" fmla="*/ 6005269 w 6128435"/>
              <a:gd name="connsiteY121" fmla="*/ 5150567 h 6858000"/>
              <a:gd name="connsiteX122" fmla="*/ 6001127 w 6128435"/>
              <a:gd name="connsiteY122" fmla="*/ 5164609 h 6858000"/>
              <a:gd name="connsiteX123" fmla="*/ 5996647 w 6128435"/>
              <a:gd name="connsiteY123" fmla="*/ 5185640 h 6858000"/>
              <a:gd name="connsiteX124" fmla="*/ 5998514 w 6128435"/>
              <a:gd name="connsiteY124" fmla="*/ 5189673 h 6858000"/>
              <a:gd name="connsiteX125" fmla="*/ 5995970 w 6128435"/>
              <a:gd name="connsiteY125" fmla="*/ 5221547 h 6858000"/>
              <a:gd name="connsiteX126" fmla="*/ 5997218 w 6128435"/>
              <a:gd name="connsiteY126" fmla="*/ 5222031 h 6858000"/>
              <a:gd name="connsiteX127" fmla="*/ 6002116 w 6128435"/>
              <a:gd name="connsiteY127" fmla="*/ 5231223 h 6858000"/>
              <a:gd name="connsiteX128" fmla="*/ 6008541 w 6128435"/>
              <a:gd name="connsiteY128" fmla="*/ 5248680 h 6858000"/>
              <a:gd name="connsiteX129" fmla="*/ 6039260 w 6128435"/>
              <a:gd name="connsiteY129" fmla="*/ 5289518 h 6858000"/>
              <a:gd name="connsiteX130" fmla="*/ 6036748 w 6128435"/>
              <a:gd name="connsiteY130" fmla="*/ 5322752 h 6858000"/>
              <a:gd name="connsiteX131" fmla="*/ 6036943 w 6128435"/>
              <a:gd name="connsiteY131" fmla="*/ 5329480 h 6858000"/>
              <a:gd name="connsiteX132" fmla="*/ 6037236 w 6128435"/>
              <a:gd name="connsiteY132" fmla="*/ 5329634 h 6858000"/>
              <a:gd name="connsiteX133" fmla="*/ 6038019 w 6128435"/>
              <a:gd name="connsiteY133" fmla="*/ 5336764 h 6858000"/>
              <a:gd name="connsiteX134" fmla="*/ 6037298 w 6128435"/>
              <a:gd name="connsiteY134" fmla="*/ 5341753 h 6858000"/>
              <a:gd name="connsiteX135" fmla="*/ 6037677 w 6128435"/>
              <a:gd name="connsiteY135" fmla="*/ 5354807 h 6858000"/>
              <a:gd name="connsiteX136" fmla="*/ 6039728 w 6128435"/>
              <a:gd name="connsiteY136" fmla="*/ 5359416 h 6858000"/>
              <a:gd name="connsiteX137" fmla="*/ 6043311 w 6128435"/>
              <a:gd name="connsiteY137" fmla="*/ 5361407 h 6858000"/>
              <a:gd name="connsiteX138" fmla="*/ 6042954 w 6128435"/>
              <a:gd name="connsiteY138" fmla="*/ 5362576 h 6858000"/>
              <a:gd name="connsiteX139" fmla="*/ 6053435 w 6128435"/>
              <a:gd name="connsiteY139" fmla="*/ 5387547 h 6858000"/>
              <a:gd name="connsiteX140" fmla="*/ 6065933 w 6128435"/>
              <a:gd name="connsiteY140" fmla="*/ 5443002 h 6858000"/>
              <a:gd name="connsiteX141" fmla="*/ 6068640 w 6128435"/>
              <a:gd name="connsiteY141" fmla="*/ 5474503 h 6858000"/>
              <a:gd name="connsiteX142" fmla="*/ 6080922 w 6128435"/>
              <a:gd name="connsiteY142" fmla="*/ 5561070 h 6858000"/>
              <a:gd name="connsiteX143" fmla="*/ 6096949 w 6128435"/>
              <a:gd name="connsiteY143" fmla="*/ 5648179 h 6858000"/>
              <a:gd name="connsiteX144" fmla="*/ 6125703 w 6128435"/>
              <a:gd name="connsiteY144" fmla="*/ 5692894 h 6858000"/>
              <a:gd name="connsiteX145" fmla="*/ 6126670 w 6128435"/>
              <a:gd name="connsiteY145" fmla="*/ 5697882 h 6858000"/>
              <a:gd name="connsiteX146" fmla="*/ 6124061 w 6128435"/>
              <a:gd name="connsiteY146" fmla="*/ 5710294 h 6858000"/>
              <a:gd name="connsiteX147" fmla="*/ 6122213 w 6128435"/>
              <a:gd name="connsiteY147" fmla="*/ 5714762 h 6858000"/>
              <a:gd name="connsiteX148" fmla="*/ 6121353 w 6128435"/>
              <a:gd name="connsiteY148" fmla="*/ 5721725 h 6858000"/>
              <a:gd name="connsiteX149" fmla="*/ 6121607 w 6128435"/>
              <a:gd name="connsiteY149" fmla="*/ 5721959 h 6858000"/>
              <a:gd name="connsiteX150" fmla="*/ 6120262 w 6128435"/>
              <a:gd name="connsiteY150" fmla="*/ 5728358 h 6858000"/>
              <a:gd name="connsiteX151" fmla="*/ 6110194 w 6128435"/>
              <a:gd name="connsiteY151" fmla="*/ 5758853 h 6858000"/>
              <a:gd name="connsiteX152" fmla="*/ 6127519 w 6128435"/>
              <a:gd name="connsiteY152" fmla="*/ 5865775 h 6858000"/>
              <a:gd name="connsiteX153" fmla="*/ 6128435 w 6128435"/>
              <a:gd name="connsiteY153" fmla="*/ 5870164 h 6858000"/>
              <a:gd name="connsiteX154" fmla="*/ 6119217 w 6128435"/>
              <a:gd name="connsiteY154" fmla="*/ 5888542 h 6858000"/>
              <a:gd name="connsiteX155" fmla="*/ 6115966 w 6128435"/>
              <a:gd name="connsiteY155" fmla="*/ 5898387 h 6858000"/>
              <a:gd name="connsiteX156" fmla="*/ 6111924 w 6128435"/>
              <a:gd name="connsiteY156" fmla="*/ 5900444 h 6858000"/>
              <a:gd name="connsiteX157" fmla="*/ 6108716 w 6128435"/>
              <a:gd name="connsiteY157" fmla="*/ 5915345 h 6858000"/>
              <a:gd name="connsiteX158" fmla="*/ 6109524 w 6128435"/>
              <a:gd name="connsiteY158" fmla="*/ 5917328 h 6858000"/>
              <a:gd name="connsiteX159" fmla="*/ 6102493 w 6128435"/>
              <a:gd name="connsiteY159" fmla="*/ 5928602 h 6858000"/>
              <a:gd name="connsiteX160" fmla="*/ 6056863 w 6128435"/>
              <a:gd name="connsiteY160" fmla="*/ 6000643 h 6858000"/>
              <a:gd name="connsiteX161" fmla="*/ 6045436 w 6128435"/>
              <a:gd name="connsiteY161" fmla="*/ 6124480 h 6858000"/>
              <a:gd name="connsiteX162" fmla="*/ 6030489 w 6128435"/>
              <a:gd name="connsiteY162" fmla="*/ 6317666 h 6858000"/>
              <a:gd name="connsiteX163" fmla="*/ 6007492 w 6128435"/>
              <a:gd name="connsiteY163" fmla="*/ 6440818 h 6858000"/>
              <a:gd name="connsiteX164" fmla="*/ 6009467 w 6128435"/>
              <a:gd name="connsiteY164" fmla="*/ 6487076 h 6858000"/>
              <a:gd name="connsiteX165" fmla="*/ 5995064 w 6128435"/>
              <a:gd name="connsiteY165" fmla="*/ 6540791 h 6858000"/>
              <a:gd name="connsiteX166" fmla="*/ 5996309 w 6128435"/>
              <a:gd name="connsiteY166" fmla="*/ 6543961 h 6858000"/>
              <a:gd name="connsiteX167" fmla="*/ 5996048 w 6128435"/>
              <a:gd name="connsiteY167" fmla="*/ 6555444 h 6858000"/>
              <a:gd name="connsiteX168" fmla="*/ 6002524 w 6128435"/>
              <a:gd name="connsiteY168" fmla="*/ 6560188 h 6858000"/>
              <a:gd name="connsiteX169" fmla="*/ 6006823 w 6128435"/>
              <a:gd name="connsiteY169" fmla="*/ 6578546 h 6858000"/>
              <a:gd name="connsiteX170" fmla="*/ 6004510 w 6128435"/>
              <a:gd name="connsiteY170" fmla="*/ 6599256 h 6858000"/>
              <a:gd name="connsiteX171" fmla="*/ 5986207 w 6128435"/>
              <a:gd name="connsiteY171" fmla="*/ 6695855 h 6858000"/>
              <a:gd name="connsiteX172" fmla="*/ 5979428 w 6128435"/>
              <a:gd name="connsiteY172" fmla="*/ 6754678 h 6858000"/>
              <a:gd name="connsiteX173" fmla="*/ 5983398 w 6128435"/>
              <a:gd name="connsiteY173" fmla="*/ 6778641 h 6858000"/>
              <a:gd name="connsiteX174" fmla="*/ 5984543 w 6128435"/>
              <a:gd name="connsiteY174" fmla="*/ 6811016 h 6858000"/>
              <a:gd name="connsiteX175" fmla="*/ 5981802 w 6128435"/>
              <a:gd name="connsiteY175" fmla="*/ 6838578 h 6858000"/>
              <a:gd name="connsiteX176" fmla="*/ 5979671 w 6128435"/>
              <a:gd name="connsiteY176" fmla="*/ 6858000 h 6858000"/>
              <a:gd name="connsiteX177" fmla="*/ 0 w 6128435"/>
              <a:gd name="connsiteY177" fmla="*/ 6858000 h 6858000"/>
              <a:gd name="connsiteX178" fmla="*/ 0 w 6128435"/>
              <a:gd name="connsiteY178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37050 w 6128435"/>
              <a:gd name="connsiteY45" fmla="*/ 2336703 h 6858000"/>
              <a:gd name="connsiteX46" fmla="*/ 5271650 w 6128435"/>
              <a:gd name="connsiteY46" fmla="*/ 2440467 h 6858000"/>
              <a:gd name="connsiteX47" fmla="*/ 5271438 w 6128435"/>
              <a:gd name="connsiteY47" fmla="*/ 2447186 h 6858000"/>
              <a:gd name="connsiteX48" fmla="*/ 5271722 w 6128435"/>
              <a:gd name="connsiteY48" fmla="*/ 2447359 h 6858000"/>
              <a:gd name="connsiteX49" fmla="*/ 5272069 w 6128435"/>
              <a:gd name="connsiteY49" fmla="*/ 2454523 h 6858000"/>
              <a:gd name="connsiteX50" fmla="*/ 5271049 w 6128435"/>
              <a:gd name="connsiteY50" fmla="*/ 2459442 h 6858000"/>
              <a:gd name="connsiteX51" fmla="*/ 5307538 w 6128435"/>
              <a:gd name="connsiteY51" fmla="*/ 2514685 h 6858000"/>
              <a:gd name="connsiteX52" fmla="*/ 5337604 w 6128435"/>
              <a:gd name="connsiteY52" fmla="*/ 2597632 h 6858000"/>
              <a:gd name="connsiteX53" fmla="*/ 5407503 w 6128435"/>
              <a:gd name="connsiteY53" fmla="*/ 2786290 h 6858000"/>
              <a:gd name="connsiteX54" fmla="*/ 5407356 w 6128435"/>
              <a:gd name="connsiteY54" fmla="*/ 2787545 h 6858000"/>
              <a:gd name="connsiteX55" fmla="*/ 5411130 w 6128435"/>
              <a:gd name="connsiteY55" fmla="*/ 2788640 h 6858000"/>
              <a:gd name="connsiteX56" fmla="*/ 5416439 w 6128435"/>
              <a:gd name="connsiteY56" fmla="*/ 2805666 h 6858000"/>
              <a:gd name="connsiteX57" fmla="*/ 5416589 w 6128435"/>
              <a:gd name="connsiteY57" fmla="*/ 2810822 h 6858000"/>
              <a:gd name="connsiteX58" fmla="*/ 5418542 w 6128435"/>
              <a:gd name="connsiteY58" fmla="*/ 2817745 h 6858000"/>
              <a:gd name="connsiteX59" fmla="*/ 5418847 w 6128435"/>
              <a:gd name="connsiteY59" fmla="*/ 2817825 h 6858000"/>
              <a:gd name="connsiteX60" fmla="*/ 5423364 w 6128435"/>
              <a:gd name="connsiteY60" fmla="*/ 2858292 h 6858000"/>
              <a:gd name="connsiteX61" fmla="*/ 5479298 w 6128435"/>
              <a:gd name="connsiteY61" fmla="*/ 2947791 h 6858000"/>
              <a:gd name="connsiteX62" fmla="*/ 5481770 w 6128435"/>
              <a:gd name="connsiteY62" fmla="*/ 2951352 h 6858000"/>
              <a:gd name="connsiteX63" fmla="*/ 5481013 w 6128435"/>
              <a:gd name="connsiteY63" fmla="*/ 2973461 h 6858000"/>
              <a:gd name="connsiteX64" fmla="*/ 5482045 w 6128435"/>
              <a:gd name="connsiteY64" fmla="*/ 2984371 h 6858000"/>
              <a:gd name="connsiteX65" fmla="*/ 5479405 w 6128435"/>
              <a:gd name="connsiteY65" fmla="*/ 2988507 h 6858000"/>
              <a:gd name="connsiteX66" fmla="*/ 5482415 w 6128435"/>
              <a:gd name="connsiteY66" fmla="*/ 3004079 h 6858000"/>
              <a:gd name="connsiteX67" fmla="*/ 5483865 w 6128435"/>
              <a:gd name="connsiteY67" fmla="*/ 3005467 h 6858000"/>
              <a:gd name="connsiteX68" fmla="*/ 5482236 w 6128435"/>
              <a:gd name="connsiteY68" fmla="*/ 3019791 h 6858000"/>
              <a:gd name="connsiteX69" fmla="*/ 5475895 w 6128435"/>
              <a:gd name="connsiteY69" fmla="*/ 3033578 h 6858000"/>
              <a:gd name="connsiteX70" fmla="*/ 5477595 w 6128435"/>
              <a:gd name="connsiteY70" fmla="*/ 3250534 h 6858000"/>
              <a:gd name="connsiteX71" fmla="*/ 5532836 w 6128435"/>
              <a:gd name="connsiteY71" fmla="*/ 3353840 h 6858000"/>
              <a:gd name="connsiteX72" fmla="*/ 5561229 w 6128435"/>
              <a:gd name="connsiteY72" fmla="*/ 3395784 h 6858000"/>
              <a:gd name="connsiteX73" fmla="*/ 5589758 w 6128435"/>
              <a:gd name="connsiteY73" fmla="*/ 3506453 h 6858000"/>
              <a:gd name="connsiteX74" fmla="*/ 5596144 w 6128435"/>
              <a:gd name="connsiteY74" fmla="*/ 3534624 h 6858000"/>
              <a:gd name="connsiteX75" fmla="*/ 5597750 w 6128435"/>
              <a:gd name="connsiteY75" fmla="*/ 3534129 h 6858000"/>
              <a:gd name="connsiteX76" fmla="*/ 5599700 w 6128435"/>
              <a:gd name="connsiteY76" fmla="*/ 3547221 h 6858000"/>
              <a:gd name="connsiteX77" fmla="*/ 5615031 w 6128435"/>
              <a:gd name="connsiteY77" fmla="*/ 3557482 h 6858000"/>
              <a:gd name="connsiteX78" fmla="*/ 5618377 w 6128435"/>
              <a:gd name="connsiteY78" fmla="*/ 3588431 h 6858000"/>
              <a:gd name="connsiteX79" fmla="*/ 5612155 w 6128435"/>
              <a:gd name="connsiteY79" fmla="*/ 3589869 h 6858000"/>
              <a:gd name="connsiteX80" fmla="*/ 5620843 w 6128435"/>
              <a:gd name="connsiteY80" fmla="*/ 3606745 h 6858000"/>
              <a:gd name="connsiteX81" fmla="*/ 5655472 w 6128435"/>
              <a:gd name="connsiteY81" fmla="*/ 3678877 h 6858000"/>
              <a:gd name="connsiteX82" fmla="*/ 5680448 w 6128435"/>
              <a:gd name="connsiteY82" fmla="*/ 3717760 h 6858000"/>
              <a:gd name="connsiteX83" fmla="*/ 5683015 w 6128435"/>
              <a:gd name="connsiteY83" fmla="*/ 3762025 h 6858000"/>
              <a:gd name="connsiteX84" fmla="*/ 5696643 w 6128435"/>
              <a:gd name="connsiteY84" fmla="*/ 3773888 h 6858000"/>
              <a:gd name="connsiteX85" fmla="*/ 5699203 w 6128435"/>
              <a:gd name="connsiteY85" fmla="*/ 3775823 h 6858000"/>
              <a:gd name="connsiteX86" fmla="*/ 5704824 w 6128435"/>
              <a:gd name="connsiteY86" fmla="*/ 3785966 h 6858000"/>
              <a:gd name="connsiteX87" fmla="*/ 5712204 w 6128435"/>
              <a:gd name="connsiteY87" fmla="*/ 3785830 h 6858000"/>
              <a:gd name="connsiteX88" fmla="*/ 5724816 w 6128435"/>
              <a:gd name="connsiteY88" fmla="*/ 3798949 h 6858000"/>
              <a:gd name="connsiteX89" fmla="*/ 5733539 w 6128435"/>
              <a:gd name="connsiteY89" fmla="*/ 3818457 h 6858000"/>
              <a:gd name="connsiteX90" fmla="*/ 5768491 w 6128435"/>
              <a:gd name="connsiteY90" fmla="*/ 3914399 h 6858000"/>
              <a:gd name="connsiteX91" fmla="*/ 5793123 w 6128435"/>
              <a:gd name="connsiteY91" fmla="*/ 3969952 h 6858000"/>
              <a:gd name="connsiteX92" fmla="*/ 5808321 w 6128435"/>
              <a:gd name="connsiteY92" fmla="*/ 3988153 h 6858000"/>
              <a:gd name="connsiteX93" fmla="*/ 5825621 w 6128435"/>
              <a:gd name="connsiteY93" fmla="*/ 4015525 h 6858000"/>
              <a:gd name="connsiteX94" fmla="*/ 5860672 w 6128435"/>
              <a:gd name="connsiteY94" fmla="*/ 4061579 h 6858000"/>
              <a:gd name="connsiteX95" fmla="*/ 5872173 w 6128435"/>
              <a:gd name="connsiteY95" fmla="*/ 4088497 h 6858000"/>
              <a:gd name="connsiteX96" fmla="*/ 5883705 w 6128435"/>
              <a:gd name="connsiteY96" fmla="*/ 4101899 h 6858000"/>
              <a:gd name="connsiteX97" fmla="*/ 5885314 w 6128435"/>
              <a:gd name="connsiteY97" fmla="*/ 4108387 h 6858000"/>
              <a:gd name="connsiteX98" fmla="*/ 5894095 w 6128435"/>
              <a:gd name="connsiteY98" fmla="*/ 4128857 h 6858000"/>
              <a:gd name="connsiteX99" fmla="*/ 5898339 w 6128435"/>
              <a:gd name="connsiteY99" fmla="*/ 4140800 h 6858000"/>
              <a:gd name="connsiteX100" fmla="*/ 5899734 w 6128435"/>
              <a:gd name="connsiteY100" fmla="*/ 4145632 h 6858000"/>
              <a:gd name="connsiteX101" fmla="*/ 5897098 w 6128435"/>
              <a:gd name="connsiteY101" fmla="*/ 4157819 h 6858000"/>
              <a:gd name="connsiteX102" fmla="*/ 5903513 w 6128435"/>
              <a:gd name="connsiteY102" fmla="*/ 4187661 h 6858000"/>
              <a:gd name="connsiteX103" fmla="*/ 5917114 w 6128435"/>
              <a:gd name="connsiteY103" fmla="*/ 4213096 h 6858000"/>
              <a:gd name="connsiteX104" fmla="*/ 5921153 w 6128435"/>
              <a:gd name="connsiteY104" fmla="*/ 4236222 h 6858000"/>
              <a:gd name="connsiteX105" fmla="*/ 5924233 w 6128435"/>
              <a:gd name="connsiteY105" fmla="*/ 4242060 h 6858000"/>
              <a:gd name="connsiteX106" fmla="*/ 5928910 w 6128435"/>
              <a:gd name="connsiteY106" fmla="*/ 4300973 h 6858000"/>
              <a:gd name="connsiteX107" fmla="*/ 5939320 w 6128435"/>
              <a:gd name="connsiteY107" fmla="*/ 4340435 h 6858000"/>
              <a:gd name="connsiteX108" fmla="*/ 5946705 w 6128435"/>
              <a:gd name="connsiteY108" fmla="*/ 4428051 h 6858000"/>
              <a:gd name="connsiteX109" fmla="*/ 5949261 w 6128435"/>
              <a:gd name="connsiteY109" fmla="*/ 4449185 h 6858000"/>
              <a:gd name="connsiteX110" fmla="*/ 5957504 w 6128435"/>
              <a:gd name="connsiteY110" fmla="*/ 4465911 h 6858000"/>
              <a:gd name="connsiteX111" fmla="*/ 5964689 w 6128435"/>
              <a:gd name="connsiteY111" fmla="*/ 4468532 h 6858000"/>
              <a:gd name="connsiteX112" fmla="*/ 5967062 w 6128435"/>
              <a:gd name="connsiteY112" fmla="*/ 4479923 h 6858000"/>
              <a:gd name="connsiteX113" fmla="*/ 5968960 w 6128435"/>
              <a:gd name="connsiteY113" fmla="*/ 4482655 h 6858000"/>
              <a:gd name="connsiteX114" fmla="*/ 5978567 w 6128435"/>
              <a:gd name="connsiteY114" fmla="*/ 4498605 h 6858000"/>
              <a:gd name="connsiteX115" fmla="*/ 5980106 w 6128435"/>
              <a:gd name="connsiteY115" fmla="*/ 4585087 h 6858000"/>
              <a:gd name="connsiteX116" fmla="*/ 5998138 w 6128435"/>
              <a:gd name="connsiteY116" fmla="*/ 4697518 h 6858000"/>
              <a:gd name="connsiteX117" fmla="*/ 6013516 w 6128435"/>
              <a:gd name="connsiteY117" fmla="*/ 4786619 h 6858000"/>
              <a:gd name="connsiteX118" fmla="*/ 6025404 w 6128435"/>
              <a:gd name="connsiteY118" fmla="*/ 4858148 h 6858000"/>
              <a:gd name="connsiteX119" fmla="*/ 6007749 w 6128435"/>
              <a:gd name="connsiteY119" fmla="*/ 4964715 h 6858000"/>
              <a:gd name="connsiteX120" fmla="*/ 6005269 w 6128435"/>
              <a:gd name="connsiteY120" fmla="*/ 5150567 h 6858000"/>
              <a:gd name="connsiteX121" fmla="*/ 6001127 w 6128435"/>
              <a:gd name="connsiteY121" fmla="*/ 5164609 h 6858000"/>
              <a:gd name="connsiteX122" fmla="*/ 5996647 w 6128435"/>
              <a:gd name="connsiteY122" fmla="*/ 5185640 h 6858000"/>
              <a:gd name="connsiteX123" fmla="*/ 5998514 w 6128435"/>
              <a:gd name="connsiteY123" fmla="*/ 5189673 h 6858000"/>
              <a:gd name="connsiteX124" fmla="*/ 5995970 w 6128435"/>
              <a:gd name="connsiteY124" fmla="*/ 5221547 h 6858000"/>
              <a:gd name="connsiteX125" fmla="*/ 5997218 w 6128435"/>
              <a:gd name="connsiteY125" fmla="*/ 5222031 h 6858000"/>
              <a:gd name="connsiteX126" fmla="*/ 6002116 w 6128435"/>
              <a:gd name="connsiteY126" fmla="*/ 5231223 h 6858000"/>
              <a:gd name="connsiteX127" fmla="*/ 6008541 w 6128435"/>
              <a:gd name="connsiteY127" fmla="*/ 5248680 h 6858000"/>
              <a:gd name="connsiteX128" fmla="*/ 6039260 w 6128435"/>
              <a:gd name="connsiteY128" fmla="*/ 5289518 h 6858000"/>
              <a:gd name="connsiteX129" fmla="*/ 6036748 w 6128435"/>
              <a:gd name="connsiteY129" fmla="*/ 5322752 h 6858000"/>
              <a:gd name="connsiteX130" fmla="*/ 6036943 w 6128435"/>
              <a:gd name="connsiteY130" fmla="*/ 5329480 h 6858000"/>
              <a:gd name="connsiteX131" fmla="*/ 6037236 w 6128435"/>
              <a:gd name="connsiteY131" fmla="*/ 5329634 h 6858000"/>
              <a:gd name="connsiteX132" fmla="*/ 6038019 w 6128435"/>
              <a:gd name="connsiteY132" fmla="*/ 5336764 h 6858000"/>
              <a:gd name="connsiteX133" fmla="*/ 6037298 w 6128435"/>
              <a:gd name="connsiteY133" fmla="*/ 5341753 h 6858000"/>
              <a:gd name="connsiteX134" fmla="*/ 6037677 w 6128435"/>
              <a:gd name="connsiteY134" fmla="*/ 5354807 h 6858000"/>
              <a:gd name="connsiteX135" fmla="*/ 6039728 w 6128435"/>
              <a:gd name="connsiteY135" fmla="*/ 5359416 h 6858000"/>
              <a:gd name="connsiteX136" fmla="*/ 6043311 w 6128435"/>
              <a:gd name="connsiteY136" fmla="*/ 5361407 h 6858000"/>
              <a:gd name="connsiteX137" fmla="*/ 6042954 w 6128435"/>
              <a:gd name="connsiteY137" fmla="*/ 5362576 h 6858000"/>
              <a:gd name="connsiteX138" fmla="*/ 6053435 w 6128435"/>
              <a:gd name="connsiteY138" fmla="*/ 5387547 h 6858000"/>
              <a:gd name="connsiteX139" fmla="*/ 6065933 w 6128435"/>
              <a:gd name="connsiteY139" fmla="*/ 5443002 h 6858000"/>
              <a:gd name="connsiteX140" fmla="*/ 6068640 w 6128435"/>
              <a:gd name="connsiteY140" fmla="*/ 5474503 h 6858000"/>
              <a:gd name="connsiteX141" fmla="*/ 6080922 w 6128435"/>
              <a:gd name="connsiteY141" fmla="*/ 5561070 h 6858000"/>
              <a:gd name="connsiteX142" fmla="*/ 6096949 w 6128435"/>
              <a:gd name="connsiteY142" fmla="*/ 5648179 h 6858000"/>
              <a:gd name="connsiteX143" fmla="*/ 6125703 w 6128435"/>
              <a:gd name="connsiteY143" fmla="*/ 5692894 h 6858000"/>
              <a:gd name="connsiteX144" fmla="*/ 6126670 w 6128435"/>
              <a:gd name="connsiteY144" fmla="*/ 5697882 h 6858000"/>
              <a:gd name="connsiteX145" fmla="*/ 6124061 w 6128435"/>
              <a:gd name="connsiteY145" fmla="*/ 5710294 h 6858000"/>
              <a:gd name="connsiteX146" fmla="*/ 6122213 w 6128435"/>
              <a:gd name="connsiteY146" fmla="*/ 5714762 h 6858000"/>
              <a:gd name="connsiteX147" fmla="*/ 6121353 w 6128435"/>
              <a:gd name="connsiteY147" fmla="*/ 5721725 h 6858000"/>
              <a:gd name="connsiteX148" fmla="*/ 6121607 w 6128435"/>
              <a:gd name="connsiteY148" fmla="*/ 5721959 h 6858000"/>
              <a:gd name="connsiteX149" fmla="*/ 6120262 w 6128435"/>
              <a:gd name="connsiteY149" fmla="*/ 5728358 h 6858000"/>
              <a:gd name="connsiteX150" fmla="*/ 6110194 w 6128435"/>
              <a:gd name="connsiteY150" fmla="*/ 5758853 h 6858000"/>
              <a:gd name="connsiteX151" fmla="*/ 6127519 w 6128435"/>
              <a:gd name="connsiteY151" fmla="*/ 5865775 h 6858000"/>
              <a:gd name="connsiteX152" fmla="*/ 6128435 w 6128435"/>
              <a:gd name="connsiteY152" fmla="*/ 5870164 h 6858000"/>
              <a:gd name="connsiteX153" fmla="*/ 6119217 w 6128435"/>
              <a:gd name="connsiteY153" fmla="*/ 5888542 h 6858000"/>
              <a:gd name="connsiteX154" fmla="*/ 6115966 w 6128435"/>
              <a:gd name="connsiteY154" fmla="*/ 5898387 h 6858000"/>
              <a:gd name="connsiteX155" fmla="*/ 6111924 w 6128435"/>
              <a:gd name="connsiteY155" fmla="*/ 5900444 h 6858000"/>
              <a:gd name="connsiteX156" fmla="*/ 6108716 w 6128435"/>
              <a:gd name="connsiteY156" fmla="*/ 5915345 h 6858000"/>
              <a:gd name="connsiteX157" fmla="*/ 6109524 w 6128435"/>
              <a:gd name="connsiteY157" fmla="*/ 5917328 h 6858000"/>
              <a:gd name="connsiteX158" fmla="*/ 6102493 w 6128435"/>
              <a:gd name="connsiteY158" fmla="*/ 5928602 h 6858000"/>
              <a:gd name="connsiteX159" fmla="*/ 6056863 w 6128435"/>
              <a:gd name="connsiteY159" fmla="*/ 6000643 h 6858000"/>
              <a:gd name="connsiteX160" fmla="*/ 6045436 w 6128435"/>
              <a:gd name="connsiteY160" fmla="*/ 6124480 h 6858000"/>
              <a:gd name="connsiteX161" fmla="*/ 6030489 w 6128435"/>
              <a:gd name="connsiteY161" fmla="*/ 6317666 h 6858000"/>
              <a:gd name="connsiteX162" fmla="*/ 6007492 w 6128435"/>
              <a:gd name="connsiteY162" fmla="*/ 6440818 h 6858000"/>
              <a:gd name="connsiteX163" fmla="*/ 6009467 w 6128435"/>
              <a:gd name="connsiteY163" fmla="*/ 6487076 h 6858000"/>
              <a:gd name="connsiteX164" fmla="*/ 5995064 w 6128435"/>
              <a:gd name="connsiteY164" fmla="*/ 6540791 h 6858000"/>
              <a:gd name="connsiteX165" fmla="*/ 5996309 w 6128435"/>
              <a:gd name="connsiteY165" fmla="*/ 6543961 h 6858000"/>
              <a:gd name="connsiteX166" fmla="*/ 5996048 w 6128435"/>
              <a:gd name="connsiteY166" fmla="*/ 6555444 h 6858000"/>
              <a:gd name="connsiteX167" fmla="*/ 6002524 w 6128435"/>
              <a:gd name="connsiteY167" fmla="*/ 6560188 h 6858000"/>
              <a:gd name="connsiteX168" fmla="*/ 6006823 w 6128435"/>
              <a:gd name="connsiteY168" fmla="*/ 6578546 h 6858000"/>
              <a:gd name="connsiteX169" fmla="*/ 6004510 w 6128435"/>
              <a:gd name="connsiteY169" fmla="*/ 6599256 h 6858000"/>
              <a:gd name="connsiteX170" fmla="*/ 5986207 w 6128435"/>
              <a:gd name="connsiteY170" fmla="*/ 6695855 h 6858000"/>
              <a:gd name="connsiteX171" fmla="*/ 5979428 w 6128435"/>
              <a:gd name="connsiteY171" fmla="*/ 6754678 h 6858000"/>
              <a:gd name="connsiteX172" fmla="*/ 5983398 w 6128435"/>
              <a:gd name="connsiteY172" fmla="*/ 6778641 h 6858000"/>
              <a:gd name="connsiteX173" fmla="*/ 5984543 w 6128435"/>
              <a:gd name="connsiteY173" fmla="*/ 6811016 h 6858000"/>
              <a:gd name="connsiteX174" fmla="*/ 5981802 w 6128435"/>
              <a:gd name="connsiteY174" fmla="*/ 6838578 h 6858000"/>
              <a:gd name="connsiteX175" fmla="*/ 5979671 w 6128435"/>
              <a:gd name="connsiteY175" fmla="*/ 6858000 h 6858000"/>
              <a:gd name="connsiteX176" fmla="*/ 0 w 6128435"/>
              <a:gd name="connsiteY176" fmla="*/ 6858000 h 6858000"/>
              <a:gd name="connsiteX177" fmla="*/ 0 w 6128435"/>
              <a:gd name="connsiteY17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41522 w 6128435"/>
              <a:gd name="connsiteY44" fmla="*/ 2305114 h 6858000"/>
              <a:gd name="connsiteX45" fmla="*/ 5298758 w 6128435"/>
              <a:gd name="connsiteY45" fmla="*/ 2375971 h 6858000"/>
              <a:gd name="connsiteX46" fmla="*/ 5271650 w 6128435"/>
              <a:gd name="connsiteY46" fmla="*/ 2440467 h 6858000"/>
              <a:gd name="connsiteX47" fmla="*/ 5271438 w 6128435"/>
              <a:gd name="connsiteY47" fmla="*/ 2447186 h 6858000"/>
              <a:gd name="connsiteX48" fmla="*/ 5271722 w 6128435"/>
              <a:gd name="connsiteY48" fmla="*/ 2447359 h 6858000"/>
              <a:gd name="connsiteX49" fmla="*/ 5272069 w 6128435"/>
              <a:gd name="connsiteY49" fmla="*/ 2454523 h 6858000"/>
              <a:gd name="connsiteX50" fmla="*/ 5271049 w 6128435"/>
              <a:gd name="connsiteY50" fmla="*/ 2459442 h 6858000"/>
              <a:gd name="connsiteX51" fmla="*/ 5307538 w 6128435"/>
              <a:gd name="connsiteY51" fmla="*/ 2514685 h 6858000"/>
              <a:gd name="connsiteX52" fmla="*/ 5337604 w 6128435"/>
              <a:gd name="connsiteY52" fmla="*/ 2597632 h 6858000"/>
              <a:gd name="connsiteX53" fmla="*/ 5407503 w 6128435"/>
              <a:gd name="connsiteY53" fmla="*/ 2786290 h 6858000"/>
              <a:gd name="connsiteX54" fmla="*/ 5407356 w 6128435"/>
              <a:gd name="connsiteY54" fmla="*/ 2787545 h 6858000"/>
              <a:gd name="connsiteX55" fmla="*/ 5411130 w 6128435"/>
              <a:gd name="connsiteY55" fmla="*/ 2788640 h 6858000"/>
              <a:gd name="connsiteX56" fmla="*/ 5416439 w 6128435"/>
              <a:gd name="connsiteY56" fmla="*/ 2805666 h 6858000"/>
              <a:gd name="connsiteX57" fmla="*/ 5416589 w 6128435"/>
              <a:gd name="connsiteY57" fmla="*/ 2810822 h 6858000"/>
              <a:gd name="connsiteX58" fmla="*/ 5418542 w 6128435"/>
              <a:gd name="connsiteY58" fmla="*/ 2817745 h 6858000"/>
              <a:gd name="connsiteX59" fmla="*/ 5418847 w 6128435"/>
              <a:gd name="connsiteY59" fmla="*/ 2817825 h 6858000"/>
              <a:gd name="connsiteX60" fmla="*/ 5423364 w 6128435"/>
              <a:gd name="connsiteY60" fmla="*/ 2858292 h 6858000"/>
              <a:gd name="connsiteX61" fmla="*/ 5479298 w 6128435"/>
              <a:gd name="connsiteY61" fmla="*/ 2947791 h 6858000"/>
              <a:gd name="connsiteX62" fmla="*/ 5481770 w 6128435"/>
              <a:gd name="connsiteY62" fmla="*/ 2951352 h 6858000"/>
              <a:gd name="connsiteX63" fmla="*/ 5481013 w 6128435"/>
              <a:gd name="connsiteY63" fmla="*/ 2973461 h 6858000"/>
              <a:gd name="connsiteX64" fmla="*/ 5482045 w 6128435"/>
              <a:gd name="connsiteY64" fmla="*/ 2984371 h 6858000"/>
              <a:gd name="connsiteX65" fmla="*/ 5479405 w 6128435"/>
              <a:gd name="connsiteY65" fmla="*/ 2988507 h 6858000"/>
              <a:gd name="connsiteX66" fmla="*/ 5482415 w 6128435"/>
              <a:gd name="connsiteY66" fmla="*/ 3004079 h 6858000"/>
              <a:gd name="connsiteX67" fmla="*/ 5483865 w 6128435"/>
              <a:gd name="connsiteY67" fmla="*/ 3005467 h 6858000"/>
              <a:gd name="connsiteX68" fmla="*/ 5482236 w 6128435"/>
              <a:gd name="connsiteY68" fmla="*/ 3019791 h 6858000"/>
              <a:gd name="connsiteX69" fmla="*/ 5475895 w 6128435"/>
              <a:gd name="connsiteY69" fmla="*/ 3033578 h 6858000"/>
              <a:gd name="connsiteX70" fmla="*/ 5477595 w 6128435"/>
              <a:gd name="connsiteY70" fmla="*/ 3250534 h 6858000"/>
              <a:gd name="connsiteX71" fmla="*/ 5532836 w 6128435"/>
              <a:gd name="connsiteY71" fmla="*/ 3353840 h 6858000"/>
              <a:gd name="connsiteX72" fmla="*/ 5561229 w 6128435"/>
              <a:gd name="connsiteY72" fmla="*/ 3395784 h 6858000"/>
              <a:gd name="connsiteX73" fmla="*/ 5589758 w 6128435"/>
              <a:gd name="connsiteY73" fmla="*/ 3506453 h 6858000"/>
              <a:gd name="connsiteX74" fmla="*/ 5596144 w 6128435"/>
              <a:gd name="connsiteY74" fmla="*/ 3534624 h 6858000"/>
              <a:gd name="connsiteX75" fmla="*/ 5597750 w 6128435"/>
              <a:gd name="connsiteY75" fmla="*/ 3534129 h 6858000"/>
              <a:gd name="connsiteX76" fmla="*/ 5599700 w 6128435"/>
              <a:gd name="connsiteY76" fmla="*/ 3547221 h 6858000"/>
              <a:gd name="connsiteX77" fmla="*/ 5615031 w 6128435"/>
              <a:gd name="connsiteY77" fmla="*/ 3557482 h 6858000"/>
              <a:gd name="connsiteX78" fmla="*/ 5618377 w 6128435"/>
              <a:gd name="connsiteY78" fmla="*/ 3588431 h 6858000"/>
              <a:gd name="connsiteX79" fmla="*/ 5612155 w 6128435"/>
              <a:gd name="connsiteY79" fmla="*/ 3589869 h 6858000"/>
              <a:gd name="connsiteX80" fmla="*/ 5620843 w 6128435"/>
              <a:gd name="connsiteY80" fmla="*/ 3606745 h 6858000"/>
              <a:gd name="connsiteX81" fmla="*/ 5655472 w 6128435"/>
              <a:gd name="connsiteY81" fmla="*/ 3678877 h 6858000"/>
              <a:gd name="connsiteX82" fmla="*/ 5680448 w 6128435"/>
              <a:gd name="connsiteY82" fmla="*/ 3717760 h 6858000"/>
              <a:gd name="connsiteX83" fmla="*/ 5683015 w 6128435"/>
              <a:gd name="connsiteY83" fmla="*/ 3762025 h 6858000"/>
              <a:gd name="connsiteX84" fmla="*/ 5696643 w 6128435"/>
              <a:gd name="connsiteY84" fmla="*/ 3773888 h 6858000"/>
              <a:gd name="connsiteX85" fmla="*/ 5699203 w 6128435"/>
              <a:gd name="connsiteY85" fmla="*/ 3775823 h 6858000"/>
              <a:gd name="connsiteX86" fmla="*/ 5704824 w 6128435"/>
              <a:gd name="connsiteY86" fmla="*/ 3785966 h 6858000"/>
              <a:gd name="connsiteX87" fmla="*/ 5712204 w 6128435"/>
              <a:gd name="connsiteY87" fmla="*/ 3785830 h 6858000"/>
              <a:gd name="connsiteX88" fmla="*/ 5724816 w 6128435"/>
              <a:gd name="connsiteY88" fmla="*/ 3798949 h 6858000"/>
              <a:gd name="connsiteX89" fmla="*/ 5733539 w 6128435"/>
              <a:gd name="connsiteY89" fmla="*/ 3818457 h 6858000"/>
              <a:gd name="connsiteX90" fmla="*/ 5768491 w 6128435"/>
              <a:gd name="connsiteY90" fmla="*/ 3914399 h 6858000"/>
              <a:gd name="connsiteX91" fmla="*/ 5793123 w 6128435"/>
              <a:gd name="connsiteY91" fmla="*/ 3969952 h 6858000"/>
              <a:gd name="connsiteX92" fmla="*/ 5808321 w 6128435"/>
              <a:gd name="connsiteY92" fmla="*/ 3988153 h 6858000"/>
              <a:gd name="connsiteX93" fmla="*/ 5825621 w 6128435"/>
              <a:gd name="connsiteY93" fmla="*/ 4015525 h 6858000"/>
              <a:gd name="connsiteX94" fmla="*/ 5860672 w 6128435"/>
              <a:gd name="connsiteY94" fmla="*/ 4061579 h 6858000"/>
              <a:gd name="connsiteX95" fmla="*/ 5872173 w 6128435"/>
              <a:gd name="connsiteY95" fmla="*/ 4088497 h 6858000"/>
              <a:gd name="connsiteX96" fmla="*/ 5883705 w 6128435"/>
              <a:gd name="connsiteY96" fmla="*/ 4101899 h 6858000"/>
              <a:gd name="connsiteX97" fmla="*/ 5885314 w 6128435"/>
              <a:gd name="connsiteY97" fmla="*/ 4108387 h 6858000"/>
              <a:gd name="connsiteX98" fmla="*/ 5894095 w 6128435"/>
              <a:gd name="connsiteY98" fmla="*/ 4128857 h 6858000"/>
              <a:gd name="connsiteX99" fmla="*/ 5898339 w 6128435"/>
              <a:gd name="connsiteY99" fmla="*/ 4140800 h 6858000"/>
              <a:gd name="connsiteX100" fmla="*/ 5899734 w 6128435"/>
              <a:gd name="connsiteY100" fmla="*/ 4145632 h 6858000"/>
              <a:gd name="connsiteX101" fmla="*/ 5897098 w 6128435"/>
              <a:gd name="connsiteY101" fmla="*/ 4157819 h 6858000"/>
              <a:gd name="connsiteX102" fmla="*/ 5903513 w 6128435"/>
              <a:gd name="connsiteY102" fmla="*/ 4187661 h 6858000"/>
              <a:gd name="connsiteX103" fmla="*/ 5917114 w 6128435"/>
              <a:gd name="connsiteY103" fmla="*/ 4213096 h 6858000"/>
              <a:gd name="connsiteX104" fmla="*/ 5921153 w 6128435"/>
              <a:gd name="connsiteY104" fmla="*/ 4236222 h 6858000"/>
              <a:gd name="connsiteX105" fmla="*/ 5924233 w 6128435"/>
              <a:gd name="connsiteY105" fmla="*/ 4242060 h 6858000"/>
              <a:gd name="connsiteX106" fmla="*/ 5928910 w 6128435"/>
              <a:gd name="connsiteY106" fmla="*/ 4300973 h 6858000"/>
              <a:gd name="connsiteX107" fmla="*/ 5939320 w 6128435"/>
              <a:gd name="connsiteY107" fmla="*/ 4340435 h 6858000"/>
              <a:gd name="connsiteX108" fmla="*/ 5946705 w 6128435"/>
              <a:gd name="connsiteY108" fmla="*/ 4428051 h 6858000"/>
              <a:gd name="connsiteX109" fmla="*/ 5949261 w 6128435"/>
              <a:gd name="connsiteY109" fmla="*/ 4449185 h 6858000"/>
              <a:gd name="connsiteX110" fmla="*/ 5957504 w 6128435"/>
              <a:gd name="connsiteY110" fmla="*/ 4465911 h 6858000"/>
              <a:gd name="connsiteX111" fmla="*/ 5964689 w 6128435"/>
              <a:gd name="connsiteY111" fmla="*/ 4468532 h 6858000"/>
              <a:gd name="connsiteX112" fmla="*/ 5967062 w 6128435"/>
              <a:gd name="connsiteY112" fmla="*/ 4479923 h 6858000"/>
              <a:gd name="connsiteX113" fmla="*/ 5968960 w 6128435"/>
              <a:gd name="connsiteY113" fmla="*/ 4482655 h 6858000"/>
              <a:gd name="connsiteX114" fmla="*/ 5978567 w 6128435"/>
              <a:gd name="connsiteY114" fmla="*/ 4498605 h 6858000"/>
              <a:gd name="connsiteX115" fmla="*/ 5980106 w 6128435"/>
              <a:gd name="connsiteY115" fmla="*/ 4585087 h 6858000"/>
              <a:gd name="connsiteX116" fmla="*/ 5998138 w 6128435"/>
              <a:gd name="connsiteY116" fmla="*/ 4697518 h 6858000"/>
              <a:gd name="connsiteX117" fmla="*/ 6013516 w 6128435"/>
              <a:gd name="connsiteY117" fmla="*/ 4786619 h 6858000"/>
              <a:gd name="connsiteX118" fmla="*/ 6025404 w 6128435"/>
              <a:gd name="connsiteY118" fmla="*/ 4858148 h 6858000"/>
              <a:gd name="connsiteX119" fmla="*/ 6007749 w 6128435"/>
              <a:gd name="connsiteY119" fmla="*/ 4964715 h 6858000"/>
              <a:gd name="connsiteX120" fmla="*/ 6005269 w 6128435"/>
              <a:gd name="connsiteY120" fmla="*/ 5150567 h 6858000"/>
              <a:gd name="connsiteX121" fmla="*/ 6001127 w 6128435"/>
              <a:gd name="connsiteY121" fmla="*/ 5164609 h 6858000"/>
              <a:gd name="connsiteX122" fmla="*/ 5996647 w 6128435"/>
              <a:gd name="connsiteY122" fmla="*/ 5185640 h 6858000"/>
              <a:gd name="connsiteX123" fmla="*/ 5998514 w 6128435"/>
              <a:gd name="connsiteY123" fmla="*/ 5189673 h 6858000"/>
              <a:gd name="connsiteX124" fmla="*/ 5995970 w 6128435"/>
              <a:gd name="connsiteY124" fmla="*/ 5221547 h 6858000"/>
              <a:gd name="connsiteX125" fmla="*/ 5997218 w 6128435"/>
              <a:gd name="connsiteY125" fmla="*/ 5222031 h 6858000"/>
              <a:gd name="connsiteX126" fmla="*/ 6002116 w 6128435"/>
              <a:gd name="connsiteY126" fmla="*/ 5231223 h 6858000"/>
              <a:gd name="connsiteX127" fmla="*/ 6008541 w 6128435"/>
              <a:gd name="connsiteY127" fmla="*/ 5248680 h 6858000"/>
              <a:gd name="connsiteX128" fmla="*/ 6039260 w 6128435"/>
              <a:gd name="connsiteY128" fmla="*/ 5289518 h 6858000"/>
              <a:gd name="connsiteX129" fmla="*/ 6036748 w 6128435"/>
              <a:gd name="connsiteY129" fmla="*/ 5322752 h 6858000"/>
              <a:gd name="connsiteX130" fmla="*/ 6036943 w 6128435"/>
              <a:gd name="connsiteY130" fmla="*/ 5329480 h 6858000"/>
              <a:gd name="connsiteX131" fmla="*/ 6037236 w 6128435"/>
              <a:gd name="connsiteY131" fmla="*/ 5329634 h 6858000"/>
              <a:gd name="connsiteX132" fmla="*/ 6038019 w 6128435"/>
              <a:gd name="connsiteY132" fmla="*/ 5336764 h 6858000"/>
              <a:gd name="connsiteX133" fmla="*/ 6037298 w 6128435"/>
              <a:gd name="connsiteY133" fmla="*/ 5341753 h 6858000"/>
              <a:gd name="connsiteX134" fmla="*/ 6037677 w 6128435"/>
              <a:gd name="connsiteY134" fmla="*/ 5354807 h 6858000"/>
              <a:gd name="connsiteX135" fmla="*/ 6039728 w 6128435"/>
              <a:gd name="connsiteY135" fmla="*/ 5359416 h 6858000"/>
              <a:gd name="connsiteX136" fmla="*/ 6043311 w 6128435"/>
              <a:gd name="connsiteY136" fmla="*/ 5361407 h 6858000"/>
              <a:gd name="connsiteX137" fmla="*/ 6042954 w 6128435"/>
              <a:gd name="connsiteY137" fmla="*/ 5362576 h 6858000"/>
              <a:gd name="connsiteX138" fmla="*/ 6053435 w 6128435"/>
              <a:gd name="connsiteY138" fmla="*/ 5387547 h 6858000"/>
              <a:gd name="connsiteX139" fmla="*/ 6065933 w 6128435"/>
              <a:gd name="connsiteY139" fmla="*/ 5443002 h 6858000"/>
              <a:gd name="connsiteX140" fmla="*/ 6068640 w 6128435"/>
              <a:gd name="connsiteY140" fmla="*/ 5474503 h 6858000"/>
              <a:gd name="connsiteX141" fmla="*/ 6080922 w 6128435"/>
              <a:gd name="connsiteY141" fmla="*/ 5561070 h 6858000"/>
              <a:gd name="connsiteX142" fmla="*/ 6096949 w 6128435"/>
              <a:gd name="connsiteY142" fmla="*/ 5648179 h 6858000"/>
              <a:gd name="connsiteX143" fmla="*/ 6125703 w 6128435"/>
              <a:gd name="connsiteY143" fmla="*/ 5692894 h 6858000"/>
              <a:gd name="connsiteX144" fmla="*/ 6126670 w 6128435"/>
              <a:gd name="connsiteY144" fmla="*/ 5697882 h 6858000"/>
              <a:gd name="connsiteX145" fmla="*/ 6124061 w 6128435"/>
              <a:gd name="connsiteY145" fmla="*/ 5710294 h 6858000"/>
              <a:gd name="connsiteX146" fmla="*/ 6122213 w 6128435"/>
              <a:gd name="connsiteY146" fmla="*/ 5714762 h 6858000"/>
              <a:gd name="connsiteX147" fmla="*/ 6121353 w 6128435"/>
              <a:gd name="connsiteY147" fmla="*/ 5721725 h 6858000"/>
              <a:gd name="connsiteX148" fmla="*/ 6121607 w 6128435"/>
              <a:gd name="connsiteY148" fmla="*/ 5721959 h 6858000"/>
              <a:gd name="connsiteX149" fmla="*/ 6120262 w 6128435"/>
              <a:gd name="connsiteY149" fmla="*/ 5728358 h 6858000"/>
              <a:gd name="connsiteX150" fmla="*/ 6110194 w 6128435"/>
              <a:gd name="connsiteY150" fmla="*/ 5758853 h 6858000"/>
              <a:gd name="connsiteX151" fmla="*/ 6127519 w 6128435"/>
              <a:gd name="connsiteY151" fmla="*/ 5865775 h 6858000"/>
              <a:gd name="connsiteX152" fmla="*/ 6128435 w 6128435"/>
              <a:gd name="connsiteY152" fmla="*/ 5870164 h 6858000"/>
              <a:gd name="connsiteX153" fmla="*/ 6119217 w 6128435"/>
              <a:gd name="connsiteY153" fmla="*/ 5888542 h 6858000"/>
              <a:gd name="connsiteX154" fmla="*/ 6115966 w 6128435"/>
              <a:gd name="connsiteY154" fmla="*/ 5898387 h 6858000"/>
              <a:gd name="connsiteX155" fmla="*/ 6111924 w 6128435"/>
              <a:gd name="connsiteY155" fmla="*/ 5900444 h 6858000"/>
              <a:gd name="connsiteX156" fmla="*/ 6108716 w 6128435"/>
              <a:gd name="connsiteY156" fmla="*/ 5915345 h 6858000"/>
              <a:gd name="connsiteX157" fmla="*/ 6109524 w 6128435"/>
              <a:gd name="connsiteY157" fmla="*/ 5917328 h 6858000"/>
              <a:gd name="connsiteX158" fmla="*/ 6102493 w 6128435"/>
              <a:gd name="connsiteY158" fmla="*/ 5928602 h 6858000"/>
              <a:gd name="connsiteX159" fmla="*/ 6056863 w 6128435"/>
              <a:gd name="connsiteY159" fmla="*/ 6000643 h 6858000"/>
              <a:gd name="connsiteX160" fmla="*/ 6045436 w 6128435"/>
              <a:gd name="connsiteY160" fmla="*/ 6124480 h 6858000"/>
              <a:gd name="connsiteX161" fmla="*/ 6030489 w 6128435"/>
              <a:gd name="connsiteY161" fmla="*/ 6317666 h 6858000"/>
              <a:gd name="connsiteX162" fmla="*/ 6007492 w 6128435"/>
              <a:gd name="connsiteY162" fmla="*/ 6440818 h 6858000"/>
              <a:gd name="connsiteX163" fmla="*/ 6009467 w 6128435"/>
              <a:gd name="connsiteY163" fmla="*/ 6487076 h 6858000"/>
              <a:gd name="connsiteX164" fmla="*/ 5995064 w 6128435"/>
              <a:gd name="connsiteY164" fmla="*/ 6540791 h 6858000"/>
              <a:gd name="connsiteX165" fmla="*/ 5996309 w 6128435"/>
              <a:gd name="connsiteY165" fmla="*/ 6543961 h 6858000"/>
              <a:gd name="connsiteX166" fmla="*/ 5996048 w 6128435"/>
              <a:gd name="connsiteY166" fmla="*/ 6555444 h 6858000"/>
              <a:gd name="connsiteX167" fmla="*/ 6002524 w 6128435"/>
              <a:gd name="connsiteY167" fmla="*/ 6560188 h 6858000"/>
              <a:gd name="connsiteX168" fmla="*/ 6006823 w 6128435"/>
              <a:gd name="connsiteY168" fmla="*/ 6578546 h 6858000"/>
              <a:gd name="connsiteX169" fmla="*/ 6004510 w 6128435"/>
              <a:gd name="connsiteY169" fmla="*/ 6599256 h 6858000"/>
              <a:gd name="connsiteX170" fmla="*/ 5986207 w 6128435"/>
              <a:gd name="connsiteY170" fmla="*/ 6695855 h 6858000"/>
              <a:gd name="connsiteX171" fmla="*/ 5979428 w 6128435"/>
              <a:gd name="connsiteY171" fmla="*/ 6754678 h 6858000"/>
              <a:gd name="connsiteX172" fmla="*/ 5983398 w 6128435"/>
              <a:gd name="connsiteY172" fmla="*/ 6778641 h 6858000"/>
              <a:gd name="connsiteX173" fmla="*/ 5984543 w 6128435"/>
              <a:gd name="connsiteY173" fmla="*/ 6811016 h 6858000"/>
              <a:gd name="connsiteX174" fmla="*/ 5981802 w 6128435"/>
              <a:gd name="connsiteY174" fmla="*/ 6838578 h 6858000"/>
              <a:gd name="connsiteX175" fmla="*/ 5979671 w 6128435"/>
              <a:gd name="connsiteY175" fmla="*/ 6858000 h 6858000"/>
              <a:gd name="connsiteX176" fmla="*/ 0 w 6128435"/>
              <a:gd name="connsiteY176" fmla="*/ 6858000 h 6858000"/>
              <a:gd name="connsiteX177" fmla="*/ 0 w 6128435"/>
              <a:gd name="connsiteY17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98758 w 6128435"/>
              <a:gd name="connsiteY44" fmla="*/ 2375971 h 6858000"/>
              <a:gd name="connsiteX45" fmla="*/ 5271650 w 6128435"/>
              <a:gd name="connsiteY45" fmla="*/ 2440467 h 6858000"/>
              <a:gd name="connsiteX46" fmla="*/ 5271438 w 6128435"/>
              <a:gd name="connsiteY46" fmla="*/ 2447186 h 6858000"/>
              <a:gd name="connsiteX47" fmla="*/ 5271722 w 6128435"/>
              <a:gd name="connsiteY47" fmla="*/ 2447359 h 6858000"/>
              <a:gd name="connsiteX48" fmla="*/ 5272069 w 6128435"/>
              <a:gd name="connsiteY48" fmla="*/ 2454523 h 6858000"/>
              <a:gd name="connsiteX49" fmla="*/ 5271049 w 6128435"/>
              <a:gd name="connsiteY49" fmla="*/ 2459442 h 6858000"/>
              <a:gd name="connsiteX50" fmla="*/ 5307538 w 6128435"/>
              <a:gd name="connsiteY50" fmla="*/ 2514685 h 6858000"/>
              <a:gd name="connsiteX51" fmla="*/ 5337604 w 6128435"/>
              <a:gd name="connsiteY51" fmla="*/ 2597632 h 6858000"/>
              <a:gd name="connsiteX52" fmla="*/ 5407503 w 6128435"/>
              <a:gd name="connsiteY52" fmla="*/ 2786290 h 6858000"/>
              <a:gd name="connsiteX53" fmla="*/ 5407356 w 6128435"/>
              <a:gd name="connsiteY53" fmla="*/ 2787545 h 6858000"/>
              <a:gd name="connsiteX54" fmla="*/ 5411130 w 6128435"/>
              <a:gd name="connsiteY54" fmla="*/ 2788640 h 6858000"/>
              <a:gd name="connsiteX55" fmla="*/ 5416439 w 6128435"/>
              <a:gd name="connsiteY55" fmla="*/ 2805666 h 6858000"/>
              <a:gd name="connsiteX56" fmla="*/ 5416589 w 6128435"/>
              <a:gd name="connsiteY56" fmla="*/ 2810822 h 6858000"/>
              <a:gd name="connsiteX57" fmla="*/ 5418542 w 6128435"/>
              <a:gd name="connsiteY57" fmla="*/ 2817745 h 6858000"/>
              <a:gd name="connsiteX58" fmla="*/ 5418847 w 6128435"/>
              <a:gd name="connsiteY58" fmla="*/ 2817825 h 6858000"/>
              <a:gd name="connsiteX59" fmla="*/ 5423364 w 6128435"/>
              <a:gd name="connsiteY59" fmla="*/ 2858292 h 6858000"/>
              <a:gd name="connsiteX60" fmla="*/ 5479298 w 6128435"/>
              <a:gd name="connsiteY60" fmla="*/ 2947791 h 6858000"/>
              <a:gd name="connsiteX61" fmla="*/ 5481770 w 6128435"/>
              <a:gd name="connsiteY61" fmla="*/ 2951352 h 6858000"/>
              <a:gd name="connsiteX62" fmla="*/ 5481013 w 6128435"/>
              <a:gd name="connsiteY62" fmla="*/ 2973461 h 6858000"/>
              <a:gd name="connsiteX63" fmla="*/ 5482045 w 6128435"/>
              <a:gd name="connsiteY63" fmla="*/ 2984371 h 6858000"/>
              <a:gd name="connsiteX64" fmla="*/ 5479405 w 6128435"/>
              <a:gd name="connsiteY64" fmla="*/ 2988507 h 6858000"/>
              <a:gd name="connsiteX65" fmla="*/ 5482415 w 6128435"/>
              <a:gd name="connsiteY65" fmla="*/ 3004079 h 6858000"/>
              <a:gd name="connsiteX66" fmla="*/ 5483865 w 6128435"/>
              <a:gd name="connsiteY66" fmla="*/ 3005467 h 6858000"/>
              <a:gd name="connsiteX67" fmla="*/ 5482236 w 6128435"/>
              <a:gd name="connsiteY67" fmla="*/ 3019791 h 6858000"/>
              <a:gd name="connsiteX68" fmla="*/ 5475895 w 6128435"/>
              <a:gd name="connsiteY68" fmla="*/ 3033578 h 6858000"/>
              <a:gd name="connsiteX69" fmla="*/ 5477595 w 6128435"/>
              <a:gd name="connsiteY69" fmla="*/ 3250534 h 6858000"/>
              <a:gd name="connsiteX70" fmla="*/ 5532836 w 6128435"/>
              <a:gd name="connsiteY70" fmla="*/ 3353840 h 6858000"/>
              <a:gd name="connsiteX71" fmla="*/ 5561229 w 6128435"/>
              <a:gd name="connsiteY71" fmla="*/ 3395784 h 6858000"/>
              <a:gd name="connsiteX72" fmla="*/ 5589758 w 6128435"/>
              <a:gd name="connsiteY72" fmla="*/ 3506453 h 6858000"/>
              <a:gd name="connsiteX73" fmla="*/ 5596144 w 6128435"/>
              <a:gd name="connsiteY73" fmla="*/ 3534624 h 6858000"/>
              <a:gd name="connsiteX74" fmla="*/ 5597750 w 6128435"/>
              <a:gd name="connsiteY74" fmla="*/ 3534129 h 6858000"/>
              <a:gd name="connsiteX75" fmla="*/ 5599700 w 6128435"/>
              <a:gd name="connsiteY75" fmla="*/ 3547221 h 6858000"/>
              <a:gd name="connsiteX76" fmla="*/ 5615031 w 6128435"/>
              <a:gd name="connsiteY76" fmla="*/ 3557482 h 6858000"/>
              <a:gd name="connsiteX77" fmla="*/ 5618377 w 6128435"/>
              <a:gd name="connsiteY77" fmla="*/ 3588431 h 6858000"/>
              <a:gd name="connsiteX78" fmla="*/ 5612155 w 6128435"/>
              <a:gd name="connsiteY78" fmla="*/ 3589869 h 6858000"/>
              <a:gd name="connsiteX79" fmla="*/ 5620843 w 6128435"/>
              <a:gd name="connsiteY79" fmla="*/ 3606745 h 6858000"/>
              <a:gd name="connsiteX80" fmla="*/ 5655472 w 6128435"/>
              <a:gd name="connsiteY80" fmla="*/ 3678877 h 6858000"/>
              <a:gd name="connsiteX81" fmla="*/ 5680448 w 6128435"/>
              <a:gd name="connsiteY81" fmla="*/ 3717760 h 6858000"/>
              <a:gd name="connsiteX82" fmla="*/ 5683015 w 6128435"/>
              <a:gd name="connsiteY82" fmla="*/ 3762025 h 6858000"/>
              <a:gd name="connsiteX83" fmla="*/ 5696643 w 6128435"/>
              <a:gd name="connsiteY83" fmla="*/ 3773888 h 6858000"/>
              <a:gd name="connsiteX84" fmla="*/ 5699203 w 6128435"/>
              <a:gd name="connsiteY84" fmla="*/ 3775823 h 6858000"/>
              <a:gd name="connsiteX85" fmla="*/ 5704824 w 6128435"/>
              <a:gd name="connsiteY85" fmla="*/ 3785966 h 6858000"/>
              <a:gd name="connsiteX86" fmla="*/ 5712204 w 6128435"/>
              <a:gd name="connsiteY86" fmla="*/ 3785830 h 6858000"/>
              <a:gd name="connsiteX87" fmla="*/ 5724816 w 6128435"/>
              <a:gd name="connsiteY87" fmla="*/ 3798949 h 6858000"/>
              <a:gd name="connsiteX88" fmla="*/ 5733539 w 6128435"/>
              <a:gd name="connsiteY88" fmla="*/ 3818457 h 6858000"/>
              <a:gd name="connsiteX89" fmla="*/ 5768491 w 6128435"/>
              <a:gd name="connsiteY89" fmla="*/ 3914399 h 6858000"/>
              <a:gd name="connsiteX90" fmla="*/ 5793123 w 6128435"/>
              <a:gd name="connsiteY90" fmla="*/ 3969952 h 6858000"/>
              <a:gd name="connsiteX91" fmla="*/ 5808321 w 6128435"/>
              <a:gd name="connsiteY91" fmla="*/ 3988153 h 6858000"/>
              <a:gd name="connsiteX92" fmla="*/ 5825621 w 6128435"/>
              <a:gd name="connsiteY92" fmla="*/ 4015525 h 6858000"/>
              <a:gd name="connsiteX93" fmla="*/ 5860672 w 6128435"/>
              <a:gd name="connsiteY93" fmla="*/ 4061579 h 6858000"/>
              <a:gd name="connsiteX94" fmla="*/ 5872173 w 6128435"/>
              <a:gd name="connsiteY94" fmla="*/ 4088497 h 6858000"/>
              <a:gd name="connsiteX95" fmla="*/ 5883705 w 6128435"/>
              <a:gd name="connsiteY95" fmla="*/ 4101899 h 6858000"/>
              <a:gd name="connsiteX96" fmla="*/ 5885314 w 6128435"/>
              <a:gd name="connsiteY96" fmla="*/ 4108387 h 6858000"/>
              <a:gd name="connsiteX97" fmla="*/ 5894095 w 6128435"/>
              <a:gd name="connsiteY97" fmla="*/ 4128857 h 6858000"/>
              <a:gd name="connsiteX98" fmla="*/ 5898339 w 6128435"/>
              <a:gd name="connsiteY98" fmla="*/ 4140800 h 6858000"/>
              <a:gd name="connsiteX99" fmla="*/ 5899734 w 6128435"/>
              <a:gd name="connsiteY99" fmla="*/ 4145632 h 6858000"/>
              <a:gd name="connsiteX100" fmla="*/ 5897098 w 6128435"/>
              <a:gd name="connsiteY100" fmla="*/ 4157819 h 6858000"/>
              <a:gd name="connsiteX101" fmla="*/ 5903513 w 6128435"/>
              <a:gd name="connsiteY101" fmla="*/ 4187661 h 6858000"/>
              <a:gd name="connsiteX102" fmla="*/ 5917114 w 6128435"/>
              <a:gd name="connsiteY102" fmla="*/ 4213096 h 6858000"/>
              <a:gd name="connsiteX103" fmla="*/ 5921153 w 6128435"/>
              <a:gd name="connsiteY103" fmla="*/ 4236222 h 6858000"/>
              <a:gd name="connsiteX104" fmla="*/ 5924233 w 6128435"/>
              <a:gd name="connsiteY104" fmla="*/ 4242060 h 6858000"/>
              <a:gd name="connsiteX105" fmla="*/ 5928910 w 6128435"/>
              <a:gd name="connsiteY105" fmla="*/ 4300973 h 6858000"/>
              <a:gd name="connsiteX106" fmla="*/ 5939320 w 6128435"/>
              <a:gd name="connsiteY106" fmla="*/ 4340435 h 6858000"/>
              <a:gd name="connsiteX107" fmla="*/ 5946705 w 6128435"/>
              <a:gd name="connsiteY107" fmla="*/ 4428051 h 6858000"/>
              <a:gd name="connsiteX108" fmla="*/ 5949261 w 6128435"/>
              <a:gd name="connsiteY108" fmla="*/ 4449185 h 6858000"/>
              <a:gd name="connsiteX109" fmla="*/ 5957504 w 6128435"/>
              <a:gd name="connsiteY109" fmla="*/ 4465911 h 6858000"/>
              <a:gd name="connsiteX110" fmla="*/ 5964689 w 6128435"/>
              <a:gd name="connsiteY110" fmla="*/ 4468532 h 6858000"/>
              <a:gd name="connsiteX111" fmla="*/ 5967062 w 6128435"/>
              <a:gd name="connsiteY111" fmla="*/ 4479923 h 6858000"/>
              <a:gd name="connsiteX112" fmla="*/ 5968960 w 6128435"/>
              <a:gd name="connsiteY112" fmla="*/ 4482655 h 6858000"/>
              <a:gd name="connsiteX113" fmla="*/ 5978567 w 6128435"/>
              <a:gd name="connsiteY113" fmla="*/ 4498605 h 6858000"/>
              <a:gd name="connsiteX114" fmla="*/ 5980106 w 6128435"/>
              <a:gd name="connsiteY114" fmla="*/ 4585087 h 6858000"/>
              <a:gd name="connsiteX115" fmla="*/ 5998138 w 6128435"/>
              <a:gd name="connsiteY115" fmla="*/ 4697518 h 6858000"/>
              <a:gd name="connsiteX116" fmla="*/ 6013516 w 6128435"/>
              <a:gd name="connsiteY116" fmla="*/ 4786619 h 6858000"/>
              <a:gd name="connsiteX117" fmla="*/ 6025404 w 6128435"/>
              <a:gd name="connsiteY117" fmla="*/ 4858148 h 6858000"/>
              <a:gd name="connsiteX118" fmla="*/ 6007749 w 6128435"/>
              <a:gd name="connsiteY118" fmla="*/ 4964715 h 6858000"/>
              <a:gd name="connsiteX119" fmla="*/ 6005269 w 6128435"/>
              <a:gd name="connsiteY119" fmla="*/ 5150567 h 6858000"/>
              <a:gd name="connsiteX120" fmla="*/ 6001127 w 6128435"/>
              <a:gd name="connsiteY120" fmla="*/ 5164609 h 6858000"/>
              <a:gd name="connsiteX121" fmla="*/ 5996647 w 6128435"/>
              <a:gd name="connsiteY121" fmla="*/ 5185640 h 6858000"/>
              <a:gd name="connsiteX122" fmla="*/ 5998514 w 6128435"/>
              <a:gd name="connsiteY122" fmla="*/ 5189673 h 6858000"/>
              <a:gd name="connsiteX123" fmla="*/ 5995970 w 6128435"/>
              <a:gd name="connsiteY123" fmla="*/ 5221547 h 6858000"/>
              <a:gd name="connsiteX124" fmla="*/ 5997218 w 6128435"/>
              <a:gd name="connsiteY124" fmla="*/ 5222031 h 6858000"/>
              <a:gd name="connsiteX125" fmla="*/ 6002116 w 6128435"/>
              <a:gd name="connsiteY125" fmla="*/ 5231223 h 6858000"/>
              <a:gd name="connsiteX126" fmla="*/ 6008541 w 6128435"/>
              <a:gd name="connsiteY126" fmla="*/ 5248680 h 6858000"/>
              <a:gd name="connsiteX127" fmla="*/ 6039260 w 6128435"/>
              <a:gd name="connsiteY127" fmla="*/ 5289518 h 6858000"/>
              <a:gd name="connsiteX128" fmla="*/ 6036748 w 6128435"/>
              <a:gd name="connsiteY128" fmla="*/ 5322752 h 6858000"/>
              <a:gd name="connsiteX129" fmla="*/ 6036943 w 6128435"/>
              <a:gd name="connsiteY129" fmla="*/ 5329480 h 6858000"/>
              <a:gd name="connsiteX130" fmla="*/ 6037236 w 6128435"/>
              <a:gd name="connsiteY130" fmla="*/ 5329634 h 6858000"/>
              <a:gd name="connsiteX131" fmla="*/ 6038019 w 6128435"/>
              <a:gd name="connsiteY131" fmla="*/ 5336764 h 6858000"/>
              <a:gd name="connsiteX132" fmla="*/ 6037298 w 6128435"/>
              <a:gd name="connsiteY132" fmla="*/ 5341753 h 6858000"/>
              <a:gd name="connsiteX133" fmla="*/ 6037677 w 6128435"/>
              <a:gd name="connsiteY133" fmla="*/ 5354807 h 6858000"/>
              <a:gd name="connsiteX134" fmla="*/ 6039728 w 6128435"/>
              <a:gd name="connsiteY134" fmla="*/ 5359416 h 6858000"/>
              <a:gd name="connsiteX135" fmla="*/ 6043311 w 6128435"/>
              <a:gd name="connsiteY135" fmla="*/ 5361407 h 6858000"/>
              <a:gd name="connsiteX136" fmla="*/ 6042954 w 6128435"/>
              <a:gd name="connsiteY136" fmla="*/ 5362576 h 6858000"/>
              <a:gd name="connsiteX137" fmla="*/ 6053435 w 6128435"/>
              <a:gd name="connsiteY137" fmla="*/ 5387547 h 6858000"/>
              <a:gd name="connsiteX138" fmla="*/ 6065933 w 6128435"/>
              <a:gd name="connsiteY138" fmla="*/ 5443002 h 6858000"/>
              <a:gd name="connsiteX139" fmla="*/ 6068640 w 6128435"/>
              <a:gd name="connsiteY139" fmla="*/ 5474503 h 6858000"/>
              <a:gd name="connsiteX140" fmla="*/ 6080922 w 6128435"/>
              <a:gd name="connsiteY140" fmla="*/ 5561070 h 6858000"/>
              <a:gd name="connsiteX141" fmla="*/ 6096949 w 6128435"/>
              <a:gd name="connsiteY141" fmla="*/ 5648179 h 6858000"/>
              <a:gd name="connsiteX142" fmla="*/ 6125703 w 6128435"/>
              <a:gd name="connsiteY142" fmla="*/ 5692894 h 6858000"/>
              <a:gd name="connsiteX143" fmla="*/ 6126670 w 6128435"/>
              <a:gd name="connsiteY143" fmla="*/ 5697882 h 6858000"/>
              <a:gd name="connsiteX144" fmla="*/ 6124061 w 6128435"/>
              <a:gd name="connsiteY144" fmla="*/ 5710294 h 6858000"/>
              <a:gd name="connsiteX145" fmla="*/ 6122213 w 6128435"/>
              <a:gd name="connsiteY145" fmla="*/ 5714762 h 6858000"/>
              <a:gd name="connsiteX146" fmla="*/ 6121353 w 6128435"/>
              <a:gd name="connsiteY146" fmla="*/ 5721725 h 6858000"/>
              <a:gd name="connsiteX147" fmla="*/ 6121607 w 6128435"/>
              <a:gd name="connsiteY147" fmla="*/ 5721959 h 6858000"/>
              <a:gd name="connsiteX148" fmla="*/ 6120262 w 6128435"/>
              <a:gd name="connsiteY148" fmla="*/ 5728358 h 6858000"/>
              <a:gd name="connsiteX149" fmla="*/ 6110194 w 6128435"/>
              <a:gd name="connsiteY149" fmla="*/ 5758853 h 6858000"/>
              <a:gd name="connsiteX150" fmla="*/ 6127519 w 6128435"/>
              <a:gd name="connsiteY150" fmla="*/ 5865775 h 6858000"/>
              <a:gd name="connsiteX151" fmla="*/ 6128435 w 6128435"/>
              <a:gd name="connsiteY151" fmla="*/ 5870164 h 6858000"/>
              <a:gd name="connsiteX152" fmla="*/ 6119217 w 6128435"/>
              <a:gd name="connsiteY152" fmla="*/ 5888542 h 6858000"/>
              <a:gd name="connsiteX153" fmla="*/ 6115966 w 6128435"/>
              <a:gd name="connsiteY153" fmla="*/ 5898387 h 6858000"/>
              <a:gd name="connsiteX154" fmla="*/ 6111924 w 6128435"/>
              <a:gd name="connsiteY154" fmla="*/ 5900444 h 6858000"/>
              <a:gd name="connsiteX155" fmla="*/ 6108716 w 6128435"/>
              <a:gd name="connsiteY155" fmla="*/ 5915345 h 6858000"/>
              <a:gd name="connsiteX156" fmla="*/ 6109524 w 6128435"/>
              <a:gd name="connsiteY156" fmla="*/ 5917328 h 6858000"/>
              <a:gd name="connsiteX157" fmla="*/ 6102493 w 6128435"/>
              <a:gd name="connsiteY157" fmla="*/ 5928602 h 6858000"/>
              <a:gd name="connsiteX158" fmla="*/ 6056863 w 6128435"/>
              <a:gd name="connsiteY158" fmla="*/ 6000643 h 6858000"/>
              <a:gd name="connsiteX159" fmla="*/ 6045436 w 6128435"/>
              <a:gd name="connsiteY159" fmla="*/ 6124480 h 6858000"/>
              <a:gd name="connsiteX160" fmla="*/ 6030489 w 6128435"/>
              <a:gd name="connsiteY160" fmla="*/ 6317666 h 6858000"/>
              <a:gd name="connsiteX161" fmla="*/ 6007492 w 6128435"/>
              <a:gd name="connsiteY161" fmla="*/ 6440818 h 6858000"/>
              <a:gd name="connsiteX162" fmla="*/ 6009467 w 6128435"/>
              <a:gd name="connsiteY162" fmla="*/ 6487076 h 6858000"/>
              <a:gd name="connsiteX163" fmla="*/ 5995064 w 6128435"/>
              <a:gd name="connsiteY163" fmla="*/ 6540791 h 6858000"/>
              <a:gd name="connsiteX164" fmla="*/ 5996309 w 6128435"/>
              <a:gd name="connsiteY164" fmla="*/ 6543961 h 6858000"/>
              <a:gd name="connsiteX165" fmla="*/ 5996048 w 6128435"/>
              <a:gd name="connsiteY165" fmla="*/ 6555444 h 6858000"/>
              <a:gd name="connsiteX166" fmla="*/ 6002524 w 6128435"/>
              <a:gd name="connsiteY166" fmla="*/ 6560188 h 6858000"/>
              <a:gd name="connsiteX167" fmla="*/ 6006823 w 6128435"/>
              <a:gd name="connsiteY167" fmla="*/ 6578546 h 6858000"/>
              <a:gd name="connsiteX168" fmla="*/ 6004510 w 6128435"/>
              <a:gd name="connsiteY168" fmla="*/ 6599256 h 6858000"/>
              <a:gd name="connsiteX169" fmla="*/ 5986207 w 6128435"/>
              <a:gd name="connsiteY169" fmla="*/ 6695855 h 6858000"/>
              <a:gd name="connsiteX170" fmla="*/ 5979428 w 6128435"/>
              <a:gd name="connsiteY170" fmla="*/ 6754678 h 6858000"/>
              <a:gd name="connsiteX171" fmla="*/ 5983398 w 6128435"/>
              <a:gd name="connsiteY171" fmla="*/ 6778641 h 6858000"/>
              <a:gd name="connsiteX172" fmla="*/ 5984543 w 6128435"/>
              <a:gd name="connsiteY172" fmla="*/ 6811016 h 6858000"/>
              <a:gd name="connsiteX173" fmla="*/ 5981802 w 6128435"/>
              <a:gd name="connsiteY173" fmla="*/ 6838578 h 6858000"/>
              <a:gd name="connsiteX174" fmla="*/ 5979671 w 6128435"/>
              <a:gd name="connsiteY174" fmla="*/ 6858000 h 6858000"/>
              <a:gd name="connsiteX175" fmla="*/ 0 w 6128435"/>
              <a:gd name="connsiteY175" fmla="*/ 6858000 h 6858000"/>
              <a:gd name="connsiteX176" fmla="*/ 0 w 6128435"/>
              <a:gd name="connsiteY176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71650 w 6128435"/>
              <a:gd name="connsiteY44" fmla="*/ 2440467 h 6858000"/>
              <a:gd name="connsiteX45" fmla="*/ 5271438 w 6128435"/>
              <a:gd name="connsiteY45" fmla="*/ 2447186 h 6858000"/>
              <a:gd name="connsiteX46" fmla="*/ 5271722 w 6128435"/>
              <a:gd name="connsiteY46" fmla="*/ 2447359 h 6858000"/>
              <a:gd name="connsiteX47" fmla="*/ 5272069 w 6128435"/>
              <a:gd name="connsiteY47" fmla="*/ 2454523 h 6858000"/>
              <a:gd name="connsiteX48" fmla="*/ 5271049 w 6128435"/>
              <a:gd name="connsiteY48" fmla="*/ 2459442 h 6858000"/>
              <a:gd name="connsiteX49" fmla="*/ 5307538 w 6128435"/>
              <a:gd name="connsiteY49" fmla="*/ 2514685 h 6858000"/>
              <a:gd name="connsiteX50" fmla="*/ 5337604 w 6128435"/>
              <a:gd name="connsiteY50" fmla="*/ 2597632 h 6858000"/>
              <a:gd name="connsiteX51" fmla="*/ 5407503 w 6128435"/>
              <a:gd name="connsiteY51" fmla="*/ 2786290 h 6858000"/>
              <a:gd name="connsiteX52" fmla="*/ 5407356 w 6128435"/>
              <a:gd name="connsiteY52" fmla="*/ 2787545 h 6858000"/>
              <a:gd name="connsiteX53" fmla="*/ 5411130 w 6128435"/>
              <a:gd name="connsiteY53" fmla="*/ 2788640 h 6858000"/>
              <a:gd name="connsiteX54" fmla="*/ 5416439 w 6128435"/>
              <a:gd name="connsiteY54" fmla="*/ 2805666 h 6858000"/>
              <a:gd name="connsiteX55" fmla="*/ 5416589 w 6128435"/>
              <a:gd name="connsiteY55" fmla="*/ 2810822 h 6858000"/>
              <a:gd name="connsiteX56" fmla="*/ 5418542 w 6128435"/>
              <a:gd name="connsiteY56" fmla="*/ 2817745 h 6858000"/>
              <a:gd name="connsiteX57" fmla="*/ 5418847 w 6128435"/>
              <a:gd name="connsiteY57" fmla="*/ 2817825 h 6858000"/>
              <a:gd name="connsiteX58" fmla="*/ 5423364 w 6128435"/>
              <a:gd name="connsiteY58" fmla="*/ 2858292 h 6858000"/>
              <a:gd name="connsiteX59" fmla="*/ 5479298 w 6128435"/>
              <a:gd name="connsiteY59" fmla="*/ 2947791 h 6858000"/>
              <a:gd name="connsiteX60" fmla="*/ 5481770 w 6128435"/>
              <a:gd name="connsiteY60" fmla="*/ 2951352 h 6858000"/>
              <a:gd name="connsiteX61" fmla="*/ 5481013 w 6128435"/>
              <a:gd name="connsiteY61" fmla="*/ 2973461 h 6858000"/>
              <a:gd name="connsiteX62" fmla="*/ 5482045 w 6128435"/>
              <a:gd name="connsiteY62" fmla="*/ 2984371 h 6858000"/>
              <a:gd name="connsiteX63" fmla="*/ 5479405 w 6128435"/>
              <a:gd name="connsiteY63" fmla="*/ 2988507 h 6858000"/>
              <a:gd name="connsiteX64" fmla="*/ 5482415 w 6128435"/>
              <a:gd name="connsiteY64" fmla="*/ 3004079 h 6858000"/>
              <a:gd name="connsiteX65" fmla="*/ 5483865 w 6128435"/>
              <a:gd name="connsiteY65" fmla="*/ 3005467 h 6858000"/>
              <a:gd name="connsiteX66" fmla="*/ 5482236 w 6128435"/>
              <a:gd name="connsiteY66" fmla="*/ 3019791 h 6858000"/>
              <a:gd name="connsiteX67" fmla="*/ 5475895 w 6128435"/>
              <a:gd name="connsiteY67" fmla="*/ 3033578 h 6858000"/>
              <a:gd name="connsiteX68" fmla="*/ 5477595 w 6128435"/>
              <a:gd name="connsiteY68" fmla="*/ 3250534 h 6858000"/>
              <a:gd name="connsiteX69" fmla="*/ 5532836 w 6128435"/>
              <a:gd name="connsiteY69" fmla="*/ 3353840 h 6858000"/>
              <a:gd name="connsiteX70" fmla="*/ 5561229 w 6128435"/>
              <a:gd name="connsiteY70" fmla="*/ 3395784 h 6858000"/>
              <a:gd name="connsiteX71" fmla="*/ 5589758 w 6128435"/>
              <a:gd name="connsiteY71" fmla="*/ 3506453 h 6858000"/>
              <a:gd name="connsiteX72" fmla="*/ 5596144 w 6128435"/>
              <a:gd name="connsiteY72" fmla="*/ 3534624 h 6858000"/>
              <a:gd name="connsiteX73" fmla="*/ 5597750 w 6128435"/>
              <a:gd name="connsiteY73" fmla="*/ 3534129 h 6858000"/>
              <a:gd name="connsiteX74" fmla="*/ 5599700 w 6128435"/>
              <a:gd name="connsiteY74" fmla="*/ 3547221 h 6858000"/>
              <a:gd name="connsiteX75" fmla="*/ 5615031 w 6128435"/>
              <a:gd name="connsiteY75" fmla="*/ 3557482 h 6858000"/>
              <a:gd name="connsiteX76" fmla="*/ 5618377 w 6128435"/>
              <a:gd name="connsiteY76" fmla="*/ 3588431 h 6858000"/>
              <a:gd name="connsiteX77" fmla="*/ 5612155 w 6128435"/>
              <a:gd name="connsiteY77" fmla="*/ 3589869 h 6858000"/>
              <a:gd name="connsiteX78" fmla="*/ 5620843 w 6128435"/>
              <a:gd name="connsiteY78" fmla="*/ 3606745 h 6858000"/>
              <a:gd name="connsiteX79" fmla="*/ 5655472 w 6128435"/>
              <a:gd name="connsiteY79" fmla="*/ 3678877 h 6858000"/>
              <a:gd name="connsiteX80" fmla="*/ 5680448 w 6128435"/>
              <a:gd name="connsiteY80" fmla="*/ 3717760 h 6858000"/>
              <a:gd name="connsiteX81" fmla="*/ 5683015 w 6128435"/>
              <a:gd name="connsiteY81" fmla="*/ 3762025 h 6858000"/>
              <a:gd name="connsiteX82" fmla="*/ 5696643 w 6128435"/>
              <a:gd name="connsiteY82" fmla="*/ 3773888 h 6858000"/>
              <a:gd name="connsiteX83" fmla="*/ 5699203 w 6128435"/>
              <a:gd name="connsiteY83" fmla="*/ 3775823 h 6858000"/>
              <a:gd name="connsiteX84" fmla="*/ 5704824 w 6128435"/>
              <a:gd name="connsiteY84" fmla="*/ 3785966 h 6858000"/>
              <a:gd name="connsiteX85" fmla="*/ 5712204 w 6128435"/>
              <a:gd name="connsiteY85" fmla="*/ 3785830 h 6858000"/>
              <a:gd name="connsiteX86" fmla="*/ 5724816 w 6128435"/>
              <a:gd name="connsiteY86" fmla="*/ 3798949 h 6858000"/>
              <a:gd name="connsiteX87" fmla="*/ 5733539 w 6128435"/>
              <a:gd name="connsiteY87" fmla="*/ 3818457 h 6858000"/>
              <a:gd name="connsiteX88" fmla="*/ 5768491 w 6128435"/>
              <a:gd name="connsiteY88" fmla="*/ 3914399 h 6858000"/>
              <a:gd name="connsiteX89" fmla="*/ 5793123 w 6128435"/>
              <a:gd name="connsiteY89" fmla="*/ 3969952 h 6858000"/>
              <a:gd name="connsiteX90" fmla="*/ 5808321 w 6128435"/>
              <a:gd name="connsiteY90" fmla="*/ 3988153 h 6858000"/>
              <a:gd name="connsiteX91" fmla="*/ 5825621 w 6128435"/>
              <a:gd name="connsiteY91" fmla="*/ 4015525 h 6858000"/>
              <a:gd name="connsiteX92" fmla="*/ 5860672 w 6128435"/>
              <a:gd name="connsiteY92" fmla="*/ 4061579 h 6858000"/>
              <a:gd name="connsiteX93" fmla="*/ 5872173 w 6128435"/>
              <a:gd name="connsiteY93" fmla="*/ 4088497 h 6858000"/>
              <a:gd name="connsiteX94" fmla="*/ 5883705 w 6128435"/>
              <a:gd name="connsiteY94" fmla="*/ 4101899 h 6858000"/>
              <a:gd name="connsiteX95" fmla="*/ 5885314 w 6128435"/>
              <a:gd name="connsiteY95" fmla="*/ 4108387 h 6858000"/>
              <a:gd name="connsiteX96" fmla="*/ 5894095 w 6128435"/>
              <a:gd name="connsiteY96" fmla="*/ 4128857 h 6858000"/>
              <a:gd name="connsiteX97" fmla="*/ 5898339 w 6128435"/>
              <a:gd name="connsiteY97" fmla="*/ 4140800 h 6858000"/>
              <a:gd name="connsiteX98" fmla="*/ 5899734 w 6128435"/>
              <a:gd name="connsiteY98" fmla="*/ 4145632 h 6858000"/>
              <a:gd name="connsiteX99" fmla="*/ 5897098 w 6128435"/>
              <a:gd name="connsiteY99" fmla="*/ 4157819 h 6858000"/>
              <a:gd name="connsiteX100" fmla="*/ 5903513 w 6128435"/>
              <a:gd name="connsiteY100" fmla="*/ 4187661 h 6858000"/>
              <a:gd name="connsiteX101" fmla="*/ 5917114 w 6128435"/>
              <a:gd name="connsiteY101" fmla="*/ 4213096 h 6858000"/>
              <a:gd name="connsiteX102" fmla="*/ 5921153 w 6128435"/>
              <a:gd name="connsiteY102" fmla="*/ 4236222 h 6858000"/>
              <a:gd name="connsiteX103" fmla="*/ 5924233 w 6128435"/>
              <a:gd name="connsiteY103" fmla="*/ 4242060 h 6858000"/>
              <a:gd name="connsiteX104" fmla="*/ 5928910 w 6128435"/>
              <a:gd name="connsiteY104" fmla="*/ 4300973 h 6858000"/>
              <a:gd name="connsiteX105" fmla="*/ 5939320 w 6128435"/>
              <a:gd name="connsiteY105" fmla="*/ 4340435 h 6858000"/>
              <a:gd name="connsiteX106" fmla="*/ 5946705 w 6128435"/>
              <a:gd name="connsiteY106" fmla="*/ 4428051 h 6858000"/>
              <a:gd name="connsiteX107" fmla="*/ 5949261 w 6128435"/>
              <a:gd name="connsiteY107" fmla="*/ 4449185 h 6858000"/>
              <a:gd name="connsiteX108" fmla="*/ 5957504 w 6128435"/>
              <a:gd name="connsiteY108" fmla="*/ 4465911 h 6858000"/>
              <a:gd name="connsiteX109" fmla="*/ 5964689 w 6128435"/>
              <a:gd name="connsiteY109" fmla="*/ 4468532 h 6858000"/>
              <a:gd name="connsiteX110" fmla="*/ 5967062 w 6128435"/>
              <a:gd name="connsiteY110" fmla="*/ 4479923 h 6858000"/>
              <a:gd name="connsiteX111" fmla="*/ 5968960 w 6128435"/>
              <a:gd name="connsiteY111" fmla="*/ 4482655 h 6858000"/>
              <a:gd name="connsiteX112" fmla="*/ 5978567 w 6128435"/>
              <a:gd name="connsiteY112" fmla="*/ 4498605 h 6858000"/>
              <a:gd name="connsiteX113" fmla="*/ 5980106 w 6128435"/>
              <a:gd name="connsiteY113" fmla="*/ 4585087 h 6858000"/>
              <a:gd name="connsiteX114" fmla="*/ 5998138 w 6128435"/>
              <a:gd name="connsiteY114" fmla="*/ 4697518 h 6858000"/>
              <a:gd name="connsiteX115" fmla="*/ 6013516 w 6128435"/>
              <a:gd name="connsiteY115" fmla="*/ 4786619 h 6858000"/>
              <a:gd name="connsiteX116" fmla="*/ 6025404 w 6128435"/>
              <a:gd name="connsiteY116" fmla="*/ 4858148 h 6858000"/>
              <a:gd name="connsiteX117" fmla="*/ 6007749 w 6128435"/>
              <a:gd name="connsiteY117" fmla="*/ 4964715 h 6858000"/>
              <a:gd name="connsiteX118" fmla="*/ 6005269 w 6128435"/>
              <a:gd name="connsiteY118" fmla="*/ 5150567 h 6858000"/>
              <a:gd name="connsiteX119" fmla="*/ 6001127 w 6128435"/>
              <a:gd name="connsiteY119" fmla="*/ 5164609 h 6858000"/>
              <a:gd name="connsiteX120" fmla="*/ 5996647 w 6128435"/>
              <a:gd name="connsiteY120" fmla="*/ 5185640 h 6858000"/>
              <a:gd name="connsiteX121" fmla="*/ 5998514 w 6128435"/>
              <a:gd name="connsiteY121" fmla="*/ 5189673 h 6858000"/>
              <a:gd name="connsiteX122" fmla="*/ 5995970 w 6128435"/>
              <a:gd name="connsiteY122" fmla="*/ 5221547 h 6858000"/>
              <a:gd name="connsiteX123" fmla="*/ 5997218 w 6128435"/>
              <a:gd name="connsiteY123" fmla="*/ 5222031 h 6858000"/>
              <a:gd name="connsiteX124" fmla="*/ 6002116 w 6128435"/>
              <a:gd name="connsiteY124" fmla="*/ 5231223 h 6858000"/>
              <a:gd name="connsiteX125" fmla="*/ 6008541 w 6128435"/>
              <a:gd name="connsiteY125" fmla="*/ 5248680 h 6858000"/>
              <a:gd name="connsiteX126" fmla="*/ 6039260 w 6128435"/>
              <a:gd name="connsiteY126" fmla="*/ 5289518 h 6858000"/>
              <a:gd name="connsiteX127" fmla="*/ 6036748 w 6128435"/>
              <a:gd name="connsiteY127" fmla="*/ 5322752 h 6858000"/>
              <a:gd name="connsiteX128" fmla="*/ 6036943 w 6128435"/>
              <a:gd name="connsiteY128" fmla="*/ 5329480 h 6858000"/>
              <a:gd name="connsiteX129" fmla="*/ 6037236 w 6128435"/>
              <a:gd name="connsiteY129" fmla="*/ 5329634 h 6858000"/>
              <a:gd name="connsiteX130" fmla="*/ 6038019 w 6128435"/>
              <a:gd name="connsiteY130" fmla="*/ 5336764 h 6858000"/>
              <a:gd name="connsiteX131" fmla="*/ 6037298 w 6128435"/>
              <a:gd name="connsiteY131" fmla="*/ 5341753 h 6858000"/>
              <a:gd name="connsiteX132" fmla="*/ 6037677 w 6128435"/>
              <a:gd name="connsiteY132" fmla="*/ 5354807 h 6858000"/>
              <a:gd name="connsiteX133" fmla="*/ 6039728 w 6128435"/>
              <a:gd name="connsiteY133" fmla="*/ 5359416 h 6858000"/>
              <a:gd name="connsiteX134" fmla="*/ 6043311 w 6128435"/>
              <a:gd name="connsiteY134" fmla="*/ 5361407 h 6858000"/>
              <a:gd name="connsiteX135" fmla="*/ 6042954 w 6128435"/>
              <a:gd name="connsiteY135" fmla="*/ 5362576 h 6858000"/>
              <a:gd name="connsiteX136" fmla="*/ 6053435 w 6128435"/>
              <a:gd name="connsiteY136" fmla="*/ 5387547 h 6858000"/>
              <a:gd name="connsiteX137" fmla="*/ 6065933 w 6128435"/>
              <a:gd name="connsiteY137" fmla="*/ 5443002 h 6858000"/>
              <a:gd name="connsiteX138" fmla="*/ 6068640 w 6128435"/>
              <a:gd name="connsiteY138" fmla="*/ 5474503 h 6858000"/>
              <a:gd name="connsiteX139" fmla="*/ 6080922 w 6128435"/>
              <a:gd name="connsiteY139" fmla="*/ 5561070 h 6858000"/>
              <a:gd name="connsiteX140" fmla="*/ 6096949 w 6128435"/>
              <a:gd name="connsiteY140" fmla="*/ 5648179 h 6858000"/>
              <a:gd name="connsiteX141" fmla="*/ 6125703 w 6128435"/>
              <a:gd name="connsiteY141" fmla="*/ 5692894 h 6858000"/>
              <a:gd name="connsiteX142" fmla="*/ 6126670 w 6128435"/>
              <a:gd name="connsiteY142" fmla="*/ 5697882 h 6858000"/>
              <a:gd name="connsiteX143" fmla="*/ 6124061 w 6128435"/>
              <a:gd name="connsiteY143" fmla="*/ 5710294 h 6858000"/>
              <a:gd name="connsiteX144" fmla="*/ 6122213 w 6128435"/>
              <a:gd name="connsiteY144" fmla="*/ 5714762 h 6858000"/>
              <a:gd name="connsiteX145" fmla="*/ 6121353 w 6128435"/>
              <a:gd name="connsiteY145" fmla="*/ 5721725 h 6858000"/>
              <a:gd name="connsiteX146" fmla="*/ 6121607 w 6128435"/>
              <a:gd name="connsiteY146" fmla="*/ 5721959 h 6858000"/>
              <a:gd name="connsiteX147" fmla="*/ 6120262 w 6128435"/>
              <a:gd name="connsiteY147" fmla="*/ 5728358 h 6858000"/>
              <a:gd name="connsiteX148" fmla="*/ 6110194 w 6128435"/>
              <a:gd name="connsiteY148" fmla="*/ 5758853 h 6858000"/>
              <a:gd name="connsiteX149" fmla="*/ 6127519 w 6128435"/>
              <a:gd name="connsiteY149" fmla="*/ 5865775 h 6858000"/>
              <a:gd name="connsiteX150" fmla="*/ 6128435 w 6128435"/>
              <a:gd name="connsiteY150" fmla="*/ 5870164 h 6858000"/>
              <a:gd name="connsiteX151" fmla="*/ 6119217 w 6128435"/>
              <a:gd name="connsiteY151" fmla="*/ 5888542 h 6858000"/>
              <a:gd name="connsiteX152" fmla="*/ 6115966 w 6128435"/>
              <a:gd name="connsiteY152" fmla="*/ 5898387 h 6858000"/>
              <a:gd name="connsiteX153" fmla="*/ 6111924 w 6128435"/>
              <a:gd name="connsiteY153" fmla="*/ 5900444 h 6858000"/>
              <a:gd name="connsiteX154" fmla="*/ 6108716 w 6128435"/>
              <a:gd name="connsiteY154" fmla="*/ 5915345 h 6858000"/>
              <a:gd name="connsiteX155" fmla="*/ 6109524 w 6128435"/>
              <a:gd name="connsiteY155" fmla="*/ 5917328 h 6858000"/>
              <a:gd name="connsiteX156" fmla="*/ 6102493 w 6128435"/>
              <a:gd name="connsiteY156" fmla="*/ 5928602 h 6858000"/>
              <a:gd name="connsiteX157" fmla="*/ 6056863 w 6128435"/>
              <a:gd name="connsiteY157" fmla="*/ 6000643 h 6858000"/>
              <a:gd name="connsiteX158" fmla="*/ 6045436 w 6128435"/>
              <a:gd name="connsiteY158" fmla="*/ 6124480 h 6858000"/>
              <a:gd name="connsiteX159" fmla="*/ 6030489 w 6128435"/>
              <a:gd name="connsiteY159" fmla="*/ 6317666 h 6858000"/>
              <a:gd name="connsiteX160" fmla="*/ 6007492 w 6128435"/>
              <a:gd name="connsiteY160" fmla="*/ 6440818 h 6858000"/>
              <a:gd name="connsiteX161" fmla="*/ 6009467 w 6128435"/>
              <a:gd name="connsiteY161" fmla="*/ 6487076 h 6858000"/>
              <a:gd name="connsiteX162" fmla="*/ 5995064 w 6128435"/>
              <a:gd name="connsiteY162" fmla="*/ 6540791 h 6858000"/>
              <a:gd name="connsiteX163" fmla="*/ 5996309 w 6128435"/>
              <a:gd name="connsiteY163" fmla="*/ 6543961 h 6858000"/>
              <a:gd name="connsiteX164" fmla="*/ 5996048 w 6128435"/>
              <a:gd name="connsiteY164" fmla="*/ 6555444 h 6858000"/>
              <a:gd name="connsiteX165" fmla="*/ 6002524 w 6128435"/>
              <a:gd name="connsiteY165" fmla="*/ 6560188 h 6858000"/>
              <a:gd name="connsiteX166" fmla="*/ 6006823 w 6128435"/>
              <a:gd name="connsiteY166" fmla="*/ 6578546 h 6858000"/>
              <a:gd name="connsiteX167" fmla="*/ 6004510 w 6128435"/>
              <a:gd name="connsiteY167" fmla="*/ 6599256 h 6858000"/>
              <a:gd name="connsiteX168" fmla="*/ 5986207 w 6128435"/>
              <a:gd name="connsiteY168" fmla="*/ 6695855 h 6858000"/>
              <a:gd name="connsiteX169" fmla="*/ 5979428 w 6128435"/>
              <a:gd name="connsiteY169" fmla="*/ 6754678 h 6858000"/>
              <a:gd name="connsiteX170" fmla="*/ 5983398 w 6128435"/>
              <a:gd name="connsiteY170" fmla="*/ 6778641 h 6858000"/>
              <a:gd name="connsiteX171" fmla="*/ 5984543 w 6128435"/>
              <a:gd name="connsiteY171" fmla="*/ 6811016 h 6858000"/>
              <a:gd name="connsiteX172" fmla="*/ 5981802 w 6128435"/>
              <a:gd name="connsiteY172" fmla="*/ 6838578 h 6858000"/>
              <a:gd name="connsiteX173" fmla="*/ 5979671 w 6128435"/>
              <a:gd name="connsiteY173" fmla="*/ 6858000 h 6858000"/>
              <a:gd name="connsiteX174" fmla="*/ 0 w 6128435"/>
              <a:gd name="connsiteY174" fmla="*/ 6858000 h 6858000"/>
              <a:gd name="connsiteX175" fmla="*/ 0 w 6128435"/>
              <a:gd name="connsiteY17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71650 w 6128435"/>
              <a:gd name="connsiteY44" fmla="*/ 2440467 h 6858000"/>
              <a:gd name="connsiteX45" fmla="*/ 5271438 w 6128435"/>
              <a:gd name="connsiteY45" fmla="*/ 2447186 h 6858000"/>
              <a:gd name="connsiteX46" fmla="*/ 5271722 w 6128435"/>
              <a:gd name="connsiteY46" fmla="*/ 2447359 h 6858000"/>
              <a:gd name="connsiteX47" fmla="*/ 5272069 w 6128435"/>
              <a:gd name="connsiteY47" fmla="*/ 2454523 h 6858000"/>
              <a:gd name="connsiteX48" fmla="*/ 5192511 w 6128435"/>
              <a:gd name="connsiteY48" fmla="*/ 2549199 h 6858000"/>
              <a:gd name="connsiteX49" fmla="*/ 5307538 w 6128435"/>
              <a:gd name="connsiteY49" fmla="*/ 2514685 h 6858000"/>
              <a:gd name="connsiteX50" fmla="*/ 5337604 w 6128435"/>
              <a:gd name="connsiteY50" fmla="*/ 2597632 h 6858000"/>
              <a:gd name="connsiteX51" fmla="*/ 5407503 w 6128435"/>
              <a:gd name="connsiteY51" fmla="*/ 2786290 h 6858000"/>
              <a:gd name="connsiteX52" fmla="*/ 5407356 w 6128435"/>
              <a:gd name="connsiteY52" fmla="*/ 2787545 h 6858000"/>
              <a:gd name="connsiteX53" fmla="*/ 5411130 w 6128435"/>
              <a:gd name="connsiteY53" fmla="*/ 2788640 h 6858000"/>
              <a:gd name="connsiteX54" fmla="*/ 5416439 w 6128435"/>
              <a:gd name="connsiteY54" fmla="*/ 2805666 h 6858000"/>
              <a:gd name="connsiteX55" fmla="*/ 5416589 w 6128435"/>
              <a:gd name="connsiteY55" fmla="*/ 2810822 h 6858000"/>
              <a:gd name="connsiteX56" fmla="*/ 5418542 w 6128435"/>
              <a:gd name="connsiteY56" fmla="*/ 2817745 h 6858000"/>
              <a:gd name="connsiteX57" fmla="*/ 5418847 w 6128435"/>
              <a:gd name="connsiteY57" fmla="*/ 2817825 h 6858000"/>
              <a:gd name="connsiteX58" fmla="*/ 5423364 w 6128435"/>
              <a:gd name="connsiteY58" fmla="*/ 2858292 h 6858000"/>
              <a:gd name="connsiteX59" fmla="*/ 5479298 w 6128435"/>
              <a:gd name="connsiteY59" fmla="*/ 2947791 h 6858000"/>
              <a:gd name="connsiteX60" fmla="*/ 5481770 w 6128435"/>
              <a:gd name="connsiteY60" fmla="*/ 2951352 h 6858000"/>
              <a:gd name="connsiteX61" fmla="*/ 5481013 w 6128435"/>
              <a:gd name="connsiteY61" fmla="*/ 2973461 h 6858000"/>
              <a:gd name="connsiteX62" fmla="*/ 5482045 w 6128435"/>
              <a:gd name="connsiteY62" fmla="*/ 2984371 h 6858000"/>
              <a:gd name="connsiteX63" fmla="*/ 5479405 w 6128435"/>
              <a:gd name="connsiteY63" fmla="*/ 2988507 h 6858000"/>
              <a:gd name="connsiteX64" fmla="*/ 5482415 w 6128435"/>
              <a:gd name="connsiteY64" fmla="*/ 3004079 h 6858000"/>
              <a:gd name="connsiteX65" fmla="*/ 5483865 w 6128435"/>
              <a:gd name="connsiteY65" fmla="*/ 3005467 h 6858000"/>
              <a:gd name="connsiteX66" fmla="*/ 5482236 w 6128435"/>
              <a:gd name="connsiteY66" fmla="*/ 3019791 h 6858000"/>
              <a:gd name="connsiteX67" fmla="*/ 5475895 w 6128435"/>
              <a:gd name="connsiteY67" fmla="*/ 3033578 h 6858000"/>
              <a:gd name="connsiteX68" fmla="*/ 5477595 w 6128435"/>
              <a:gd name="connsiteY68" fmla="*/ 3250534 h 6858000"/>
              <a:gd name="connsiteX69" fmla="*/ 5532836 w 6128435"/>
              <a:gd name="connsiteY69" fmla="*/ 3353840 h 6858000"/>
              <a:gd name="connsiteX70" fmla="*/ 5561229 w 6128435"/>
              <a:gd name="connsiteY70" fmla="*/ 3395784 h 6858000"/>
              <a:gd name="connsiteX71" fmla="*/ 5589758 w 6128435"/>
              <a:gd name="connsiteY71" fmla="*/ 3506453 h 6858000"/>
              <a:gd name="connsiteX72" fmla="*/ 5596144 w 6128435"/>
              <a:gd name="connsiteY72" fmla="*/ 3534624 h 6858000"/>
              <a:gd name="connsiteX73" fmla="*/ 5597750 w 6128435"/>
              <a:gd name="connsiteY73" fmla="*/ 3534129 h 6858000"/>
              <a:gd name="connsiteX74" fmla="*/ 5599700 w 6128435"/>
              <a:gd name="connsiteY74" fmla="*/ 3547221 h 6858000"/>
              <a:gd name="connsiteX75" fmla="*/ 5615031 w 6128435"/>
              <a:gd name="connsiteY75" fmla="*/ 3557482 h 6858000"/>
              <a:gd name="connsiteX76" fmla="*/ 5618377 w 6128435"/>
              <a:gd name="connsiteY76" fmla="*/ 3588431 h 6858000"/>
              <a:gd name="connsiteX77" fmla="*/ 5612155 w 6128435"/>
              <a:gd name="connsiteY77" fmla="*/ 3589869 h 6858000"/>
              <a:gd name="connsiteX78" fmla="*/ 5620843 w 6128435"/>
              <a:gd name="connsiteY78" fmla="*/ 3606745 h 6858000"/>
              <a:gd name="connsiteX79" fmla="*/ 5655472 w 6128435"/>
              <a:gd name="connsiteY79" fmla="*/ 3678877 h 6858000"/>
              <a:gd name="connsiteX80" fmla="*/ 5680448 w 6128435"/>
              <a:gd name="connsiteY80" fmla="*/ 3717760 h 6858000"/>
              <a:gd name="connsiteX81" fmla="*/ 5683015 w 6128435"/>
              <a:gd name="connsiteY81" fmla="*/ 3762025 h 6858000"/>
              <a:gd name="connsiteX82" fmla="*/ 5696643 w 6128435"/>
              <a:gd name="connsiteY82" fmla="*/ 3773888 h 6858000"/>
              <a:gd name="connsiteX83" fmla="*/ 5699203 w 6128435"/>
              <a:gd name="connsiteY83" fmla="*/ 3775823 h 6858000"/>
              <a:gd name="connsiteX84" fmla="*/ 5704824 w 6128435"/>
              <a:gd name="connsiteY84" fmla="*/ 3785966 h 6858000"/>
              <a:gd name="connsiteX85" fmla="*/ 5712204 w 6128435"/>
              <a:gd name="connsiteY85" fmla="*/ 3785830 h 6858000"/>
              <a:gd name="connsiteX86" fmla="*/ 5724816 w 6128435"/>
              <a:gd name="connsiteY86" fmla="*/ 3798949 h 6858000"/>
              <a:gd name="connsiteX87" fmla="*/ 5733539 w 6128435"/>
              <a:gd name="connsiteY87" fmla="*/ 3818457 h 6858000"/>
              <a:gd name="connsiteX88" fmla="*/ 5768491 w 6128435"/>
              <a:gd name="connsiteY88" fmla="*/ 3914399 h 6858000"/>
              <a:gd name="connsiteX89" fmla="*/ 5793123 w 6128435"/>
              <a:gd name="connsiteY89" fmla="*/ 3969952 h 6858000"/>
              <a:gd name="connsiteX90" fmla="*/ 5808321 w 6128435"/>
              <a:gd name="connsiteY90" fmla="*/ 3988153 h 6858000"/>
              <a:gd name="connsiteX91" fmla="*/ 5825621 w 6128435"/>
              <a:gd name="connsiteY91" fmla="*/ 4015525 h 6858000"/>
              <a:gd name="connsiteX92" fmla="*/ 5860672 w 6128435"/>
              <a:gd name="connsiteY92" fmla="*/ 4061579 h 6858000"/>
              <a:gd name="connsiteX93" fmla="*/ 5872173 w 6128435"/>
              <a:gd name="connsiteY93" fmla="*/ 4088497 h 6858000"/>
              <a:gd name="connsiteX94" fmla="*/ 5883705 w 6128435"/>
              <a:gd name="connsiteY94" fmla="*/ 4101899 h 6858000"/>
              <a:gd name="connsiteX95" fmla="*/ 5885314 w 6128435"/>
              <a:gd name="connsiteY95" fmla="*/ 4108387 h 6858000"/>
              <a:gd name="connsiteX96" fmla="*/ 5894095 w 6128435"/>
              <a:gd name="connsiteY96" fmla="*/ 4128857 h 6858000"/>
              <a:gd name="connsiteX97" fmla="*/ 5898339 w 6128435"/>
              <a:gd name="connsiteY97" fmla="*/ 4140800 h 6858000"/>
              <a:gd name="connsiteX98" fmla="*/ 5899734 w 6128435"/>
              <a:gd name="connsiteY98" fmla="*/ 4145632 h 6858000"/>
              <a:gd name="connsiteX99" fmla="*/ 5897098 w 6128435"/>
              <a:gd name="connsiteY99" fmla="*/ 4157819 h 6858000"/>
              <a:gd name="connsiteX100" fmla="*/ 5903513 w 6128435"/>
              <a:gd name="connsiteY100" fmla="*/ 4187661 h 6858000"/>
              <a:gd name="connsiteX101" fmla="*/ 5917114 w 6128435"/>
              <a:gd name="connsiteY101" fmla="*/ 4213096 h 6858000"/>
              <a:gd name="connsiteX102" fmla="*/ 5921153 w 6128435"/>
              <a:gd name="connsiteY102" fmla="*/ 4236222 h 6858000"/>
              <a:gd name="connsiteX103" fmla="*/ 5924233 w 6128435"/>
              <a:gd name="connsiteY103" fmla="*/ 4242060 h 6858000"/>
              <a:gd name="connsiteX104" fmla="*/ 5928910 w 6128435"/>
              <a:gd name="connsiteY104" fmla="*/ 4300973 h 6858000"/>
              <a:gd name="connsiteX105" fmla="*/ 5939320 w 6128435"/>
              <a:gd name="connsiteY105" fmla="*/ 4340435 h 6858000"/>
              <a:gd name="connsiteX106" fmla="*/ 5946705 w 6128435"/>
              <a:gd name="connsiteY106" fmla="*/ 4428051 h 6858000"/>
              <a:gd name="connsiteX107" fmla="*/ 5949261 w 6128435"/>
              <a:gd name="connsiteY107" fmla="*/ 4449185 h 6858000"/>
              <a:gd name="connsiteX108" fmla="*/ 5957504 w 6128435"/>
              <a:gd name="connsiteY108" fmla="*/ 4465911 h 6858000"/>
              <a:gd name="connsiteX109" fmla="*/ 5964689 w 6128435"/>
              <a:gd name="connsiteY109" fmla="*/ 4468532 h 6858000"/>
              <a:gd name="connsiteX110" fmla="*/ 5967062 w 6128435"/>
              <a:gd name="connsiteY110" fmla="*/ 4479923 h 6858000"/>
              <a:gd name="connsiteX111" fmla="*/ 5968960 w 6128435"/>
              <a:gd name="connsiteY111" fmla="*/ 4482655 h 6858000"/>
              <a:gd name="connsiteX112" fmla="*/ 5978567 w 6128435"/>
              <a:gd name="connsiteY112" fmla="*/ 4498605 h 6858000"/>
              <a:gd name="connsiteX113" fmla="*/ 5980106 w 6128435"/>
              <a:gd name="connsiteY113" fmla="*/ 4585087 h 6858000"/>
              <a:gd name="connsiteX114" fmla="*/ 5998138 w 6128435"/>
              <a:gd name="connsiteY114" fmla="*/ 4697518 h 6858000"/>
              <a:gd name="connsiteX115" fmla="*/ 6013516 w 6128435"/>
              <a:gd name="connsiteY115" fmla="*/ 4786619 h 6858000"/>
              <a:gd name="connsiteX116" fmla="*/ 6025404 w 6128435"/>
              <a:gd name="connsiteY116" fmla="*/ 4858148 h 6858000"/>
              <a:gd name="connsiteX117" fmla="*/ 6007749 w 6128435"/>
              <a:gd name="connsiteY117" fmla="*/ 4964715 h 6858000"/>
              <a:gd name="connsiteX118" fmla="*/ 6005269 w 6128435"/>
              <a:gd name="connsiteY118" fmla="*/ 5150567 h 6858000"/>
              <a:gd name="connsiteX119" fmla="*/ 6001127 w 6128435"/>
              <a:gd name="connsiteY119" fmla="*/ 5164609 h 6858000"/>
              <a:gd name="connsiteX120" fmla="*/ 5996647 w 6128435"/>
              <a:gd name="connsiteY120" fmla="*/ 5185640 h 6858000"/>
              <a:gd name="connsiteX121" fmla="*/ 5998514 w 6128435"/>
              <a:gd name="connsiteY121" fmla="*/ 5189673 h 6858000"/>
              <a:gd name="connsiteX122" fmla="*/ 5995970 w 6128435"/>
              <a:gd name="connsiteY122" fmla="*/ 5221547 h 6858000"/>
              <a:gd name="connsiteX123" fmla="*/ 5997218 w 6128435"/>
              <a:gd name="connsiteY123" fmla="*/ 5222031 h 6858000"/>
              <a:gd name="connsiteX124" fmla="*/ 6002116 w 6128435"/>
              <a:gd name="connsiteY124" fmla="*/ 5231223 h 6858000"/>
              <a:gd name="connsiteX125" fmla="*/ 6008541 w 6128435"/>
              <a:gd name="connsiteY125" fmla="*/ 5248680 h 6858000"/>
              <a:gd name="connsiteX126" fmla="*/ 6039260 w 6128435"/>
              <a:gd name="connsiteY126" fmla="*/ 5289518 h 6858000"/>
              <a:gd name="connsiteX127" fmla="*/ 6036748 w 6128435"/>
              <a:gd name="connsiteY127" fmla="*/ 5322752 h 6858000"/>
              <a:gd name="connsiteX128" fmla="*/ 6036943 w 6128435"/>
              <a:gd name="connsiteY128" fmla="*/ 5329480 h 6858000"/>
              <a:gd name="connsiteX129" fmla="*/ 6037236 w 6128435"/>
              <a:gd name="connsiteY129" fmla="*/ 5329634 h 6858000"/>
              <a:gd name="connsiteX130" fmla="*/ 6038019 w 6128435"/>
              <a:gd name="connsiteY130" fmla="*/ 5336764 h 6858000"/>
              <a:gd name="connsiteX131" fmla="*/ 6037298 w 6128435"/>
              <a:gd name="connsiteY131" fmla="*/ 5341753 h 6858000"/>
              <a:gd name="connsiteX132" fmla="*/ 6037677 w 6128435"/>
              <a:gd name="connsiteY132" fmla="*/ 5354807 h 6858000"/>
              <a:gd name="connsiteX133" fmla="*/ 6039728 w 6128435"/>
              <a:gd name="connsiteY133" fmla="*/ 5359416 h 6858000"/>
              <a:gd name="connsiteX134" fmla="*/ 6043311 w 6128435"/>
              <a:gd name="connsiteY134" fmla="*/ 5361407 h 6858000"/>
              <a:gd name="connsiteX135" fmla="*/ 6042954 w 6128435"/>
              <a:gd name="connsiteY135" fmla="*/ 5362576 h 6858000"/>
              <a:gd name="connsiteX136" fmla="*/ 6053435 w 6128435"/>
              <a:gd name="connsiteY136" fmla="*/ 5387547 h 6858000"/>
              <a:gd name="connsiteX137" fmla="*/ 6065933 w 6128435"/>
              <a:gd name="connsiteY137" fmla="*/ 5443002 h 6858000"/>
              <a:gd name="connsiteX138" fmla="*/ 6068640 w 6128435"/>
              <a:gd name="connsiteY138" fmla="*/ 5474503 h 6858000"/>
              <a:gd name="connsiteX139" fmla="*/ 6080922 w 6128435"/>
              <a:gd name="connsiteY139" fmla="*/ 5561070 h 6858000"/>
              <a:gd name="connsiteX140" fmla="*/ 6096949 w 6128435"/>
              <a:gd name="connsiteY140" fmla="*/ 5648179 h 6858000"/>
              <a:gd name="connsiteX141" fmla="*/ 6125703 w 6128435"/>
              <a:gd name="connsiteY141" fmla="*/ 5692894 h 6858000"/>
              <a:gd name="connsiteX142" fmla="*/ 6126670 w 6128435"/>
              <a:gd name="connsiteY142" fmla="*/ 5697882 h 6858000"/>
              <a:gd name="connsiteX143" fmla="*/ 6124061 w 6128435"/>
              <a:gd name="connsiteY143" fmla="*/ 5710294 h 6858000"/>
              <a:gd name="connsiteX144" fmla="*/ 6122213 w 6128435"/>
              <a:gd name="connsiteY144" fmla="*/ 5714762 h 6858000"/>
              <a:gd name="connsiteX145" fmla="*/ 6121353 w 6128435"/>
              <a:gd name="connsiteY145" fmla="*/ 5721725 h 6858000"/>
              <a:gd name="connsiteX146" fmla="*/ 6121607 w 6128435"/>
              <a:gd name="connsiteY146" fmla="*/ 5721959 h 6858000"/>
              <a:gd name="connsiteX147" fmla="*/ 6120262 w 6128435"/>
              <a:gd name="connsiteY147" fmla="*/ 5728358 h 6858000"/>
              <a:gd name="connsiteX148" fmla="*/ 6110194 w 6128435"/>
              <a:gd name="connsiteY148" fmla="*/ 5758853 h 6858000"/>
              <a:gd name="connsiteX149" fmla="*/ 6127519 w 6128435"/>
              <a:gd name="connsiteY149" fmla="*/ 5865775 h 6858000"/>
              <a:gd name="connsiteX150" fmla="*/ 6128435 w 6128435"/>
              <a:gd name="connsiteY150" fmla="*/ 5870164 h 6858000"/>
              <a:gd name="connsiteX151" fmla="*/ 6119217 w 6128435"/>
              <a:gd name="connsiteY151" fmla="*/ 5888542 h 6858000"/>
              <a:gd name="connsiteX152" fmla="*/ 6115966 w 6128435"/>
              <a:gd name="connsiteY152" fmla="*/ 5898387 h 6858000"/>
              <a:gd name="connsiteX153" fmla="*/ 6111924 w 6128435"/>
              <a:gd name="connsiteY153" fmla="*/ 5900444 h 6858000"/>
              <a:gd name="connsiteX154" fmla="*/ 6108716 w 6128435"/>
              <a:gd name="connsiteY154" fmla="*/ 5915345 h 6858000"/>
              <a:gd name="connsiteX155" fmla="*/ 6109524 w 6128435"/>
              <a:gd name="connsiteY155" fmla="*/ 5917328 h 6858000"/>
              <a:gd name="connsiteX156" fmla="*/ 6102493 w 6128435"/>
              <a:gd name="connsiteY156" fmla="*/ 5928602 h 6858000"/>
              <a:gd name="connsiteX157" fmla="*/ 6056863 w 6128435"/>
              <a:gd name="connsiteY157" fmla="*/ 6000643 h 6858000"/>
              <a:gd name="connsiteX158" fmla="*/ 6045436 w 6128435"/>
              <a:gd name="connsiteY158" fmla="*/ 6124480 h 6858000"/>
              <a:gd name="connsiteX159" fmla="*/ 6030489 w 6128435"/>
              <a:gd name="connsiteY159" fmla="*/ 6317666 h 6858000"/>
              <a:gd name="connsiteX160" fmla="*/ 6007492 w 6128435"/>
              <a:gd name="connsiteY160" fmla="*/ 6440818 h 6858000"/>
              <a:gd name="connsiteX161" fmla="*/ 6009467 w 6128435"/>
              <a:gd name="connsiteY161" fmla="*/ 6487076 h 6858000"/>
              <a:gd name="connsiteX162" fmla="*/ 5995064 w 6128435"/>
              <a:gd name="connsiteY162" fmla="*/ 6540791 h 6858000"/>
              <a:gd name="connsiteX163" fmla="*/ 5996309 w 6128435"/>
              <a:gd name="connsiteY163" fmla="*/ 6543961 h 6858000"/>
              <a:gd name="connsiteX164" fmla="*/ 5996048 w 6128435"/>
              <a:gd name="connsiteY164" fmla="*/ 6555444 h 6858000"/>
              <a:gd name="connsiteX165" fmla="*/ 6002524 w 6128435"/>
              <a:gd name="connsiteY165" fmla="*/ 6560188 h 6858000"/>
              <a:gd name="connsiteX166" fmla="*/ 6006823 w 6128435"/>
              <a:gd name="connsiteY166" fmla="*/ 6578546 h 6858000"/>
              <a:gd name="connsiteX167" fmla="*/ 6004510 w 6128435"/>
              <a:gd name="connsiteY167" fmla="*/ 6599256 h 6858000"/>
              <a:gd name="connsiteX168" fmla="*/ 5986207 w 6128435"/>
              <a:gd name="connsiteY168" fmla="*/ 6695855 h 6858000"/>
              <a:gd name="connsiteX169" fmla="*/ 5979428 w 6128435"/>
              <a:gd name="connsiteY169" fmla="*/ 6754678 h 6858000"/>
              <a:gd name="connsiteX170" fmla="*/ 5983398 w 6128435"/>
              <a:gd name="connsiteY170" fmla="*/ 6778641 h 6858000"/>
              <a:gd name="connsiteX171" fmla="*/ 5984543 w 6128435"/>
              <a:gd name="connsiteY171" fmla="*/ 6811016 h 6858000"/>
              <a:gd name="connsiteX172" fmla="*/ 5981802 w 6128435"/>
              <a:gd name="connsiteY172" fmla="*/ 6838578 h 6858000"/>
              <a:gd name="connsiteX173" fmla="*/ 5979671 w 6128435"/>
              <a:gd name="connsiteY173" fmla="*/ 6858000 h 6858000"/>
              <a:gd name="connsiteX174" fmla="*/ 0 w 6128435"/>
              <a:gd name="connsiteY174" fmla="*/ 6858000 h 6858000"/>
              <a:gd name="connsiteX175" fmla="*/ 0 w 6128435"/>
              <a:gd name="connsiteY17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71650 w 6128435"/>
              <a:gd name="connsiteY44" fmla="*/ 2440467 h 6858000"/>
              <a:gd name="connsiteX45" fmla="*/ 5271438 w 6128435"/>
              <a:gd name="connsiteY45" fmla="*/ 2447186 h 6858000"/>
              <a:gd name="connsiteX46" fmla="*/ 5271722 w 6128435"/>
              <a:gd name="connsiteY46" fmla="*/ 2447359 h 6858000"/>
              <a:gd name="connsiteX47" fmla="*/ 5148653 w 6128435"/>
              <a:gd name="connsiteY47" fmla="*/ 2460132 h 6858000"/>
              <a:gd name="connsiteX48" fmla="*/ 5192511 w 6128435"/>
              <a:gd name="connsiteY48" fmla="*/ 2549199 h 6858000"/>
              <a:gd name="connsiteX49" fmla="*/ 5307538 w 6128435"/>
              <a:gd name="connsiteY49" fmla="*/ 2514685 h 6858000"/>
              <a:gd name="connsiteX50" fmla="*/ 5337604 w 6128435"/>
              <a:gd name="connsiteY50" fmla="*/ 2597632 h 6858000"/>
              <a:gd name="connsiteX51" fmla="*/ 5407503 w 6128435"/>
              <a:gd name="connsiteY51" fmla="*/ 2786290 h 6858000"/>
              <a:gd name="connsiteX52" fmla="*/ 5407356 w 6128435"/>
              <a:gd name="connsiteY52" fmla="*/ 2787545 h 6858000"/>
              <a:gd name="connsiteX53" fmla="*/ 5411130 w 6128435"/>
              <a:gd name="connsiteY53" fmla="*/ 2788640 h 6858000"/>
              <a:gd name="connsiteX54" fmla="*/ 5416439 w 6128435"/>
              <a:gd name="connsiteY54" fmla="*/ 2805666 h 6858000"/>
              <a:gd name="connsiteX55" fmla="*/ 5416589 w 6128435"/>
              <a:gd name="connsiteY55" fmla="*/ 2810822 h 6858000"/>
              <a:gd name="connsiteX56" fmla="*/ 5418542 w 6128435"/>
              <a:gd name="connsiteY56" fmla="*/ 2817745 h 6858000"/>
              <a:gd name="connsiteX57" fmla="*/ 5418847 w 6128435"/>
              <a:gd name="connsiteY57" fmla="*/ 2817825 h 6858000"/>
              <a:gd name="connsiteX58" fmla="*/ 5423364 w 6128435"/>
              <a:gd name="connsiteY58" fmla="*/ 2858292 h 6858000"/>
              <a:gd name="connsiteX59" fmla="*/ 5479298 w 6128435"/>
              <a:gd name="connsiteY59" fmla="*/ 2947791 h 6858000"/>
              <a:gd name="connsiteX60" fmla="*/ 5481770 w 6128435"/>
              <a:gd name="connsiteY60" fmla="*/ 2951352 h 6858000"/>
              <a:gd name="connsiteX61" fmla="*/ 5481013 w 6128435"/>
              <a:gd name="connsiteY61" fmla="*/ 2973461 h 6858000"/>
              <a:gd name="connsiteX62" fmla="*/ 5482045 w 6128435"/>
              <a:gd name="connsiteY62" fmla="*/ 2984371 h 6858000"/>
              <a:gd name="connsiteX63" fmla="*/ 5479405 w 6128435"/>
              <a:gd name="connsiteY63" fmla="*/ 2988507 h 6858000"/>
              <a:gd name="connsiteX64" fmla="*/ 5482415 w 6128435"/>
              <a:gd name="connsiteY64" fmla="*/ 3004079 h 6858000"/>
              <a:gd name="connsiteX65" fmla="*/ 5483865 w 6128435"/>
              <a:gd name="connsiteY65" fmla="*/ 3005467 h 6858000"/>
              <a:gd name="connsiteX66" fmla="*/ 5482236 w 6128435"/>
              <a:gd name="connsiteY66" fmla="*/ 3019791 h 6858000"/>
              <a:gd name="connsiteX67" fmla="*/ 5475895 w 6128435"/>
              <a:gd name="connsiteY67" fmla="*/ 3033578 h 6858000"/>
              <a:gd name="connsiteX68" fmla="*/ 5477595 w 6128435"/>
              <a:gd name="connsiteY68" fmla="*/ 3250534 h 6858000"/>
              <a:gd name="connsiteX69" fmla="*/ 5532836 w 6128435"/>
              <a:gd name="connsiteY69" fmla="*/ 3353840 h 6858000"/>
              <a:gd name="connsiteX70" fmla="*/ 5561229 w 6128435"/>
              <a:gd name="connsiteY70" fmla="*/ 3395784 h 6858000"/>
              <a:gd name="connsiteX71" fmla="*/ 5589758 w 6128435"/>
              <a:gd name="connsiteY71" fmla="*/ 3506453 h 6858000"/>
              <a:gd name="connsiteX72" fmla="*/ 5596144 w 6128435"/>
              <a:gd name="connsiteY72" fmla="*/ 3534624 h 6858000"/>
              <a:gd name="connsiteX73" fmla="*/ 5597750 w 6128435"/>
              <a:gd name="connsiteY73" fmla="*/ 3534129 h 6858000"/>
              <a:gd name="connsiteX74" fmla="*/ 5599700 w 6128435"/>
              <a:gd name="connsiteY74" fmla="*/ 3547221 h 6858000"/>
              <a:gd name="connsiteX75" fmla="*/ 5615031 w 6128435"/>
              <a:gd name="connsiteY75" fmla="*/ 3557482 h 6858000"/>
              <a:gd name="connsiteX76" fmla="*/ 5618377 w 6128435"/>
              <a:gd name="connsiteY76" fmla="*/ 3588431 h 6858000"/>
              <a:gd name="connsiteX77" fmla="*/ 5612155 w 6128435"/>
              <a:gd name="connsiteY77" fmla="*/ 3589869 h 6858000"/>
              <a:gd name="connsiteX78" fmla="*/ 5620843 w 6128435"/>
              <a:gd name="connsiteY78" fmla="*/ 3606745 h 6858000"/>
              <a:gd name="connsiteX79" fmla="*/ 5655472 w 6128435"/>
              <a:gd name="connsiteY79" fmla="*/ 3678877 h 6858000"/>
              <a:gd name="connsiteX80" fmla="*/ 5680448 w 6128435"/>
              <a:gd name="connsiteY80" fmla="*/ 3717760 h 6858000"/>
              <a:gd name="connsiteX81" fmla="*/ 5683015 w 6128435"/>
              <a:gd name="connsiteY81" fmla="*/ 3762025 h 6858000"/>
              <a:gd name="connsiteX82" fmla="*/ 5696643 w 6128435"/>
              <a:gd name="connsiteY82" fmla="*/ 3773888 h 6858000"/>
              <a:gd name="connsiteX83" fmla="*/ 5699203 w 6128435"/>
              <a:gd name="connsiteY83" fmla="*/ 3775823 h 6858000"/>
              <a:gd name="connsiteX84" fmla="*/ 5704824 w 6128435"/>
              <a:gd name="connsiteY84" fmla="*/ 3785966 h 6858000"/>
              <a:gd name="connsiteX85" fmla="*/ 5712204 w 6128435"/>
              <a:gd name="connsiteY85" fmla="*/ 3785830 h 6858000"/>
              <a:gd name="connsiteX86" fmla="*/ 5724816 w 6128435"/>
              <a:gd name="connsiteY86" fmla="*/ 3798949 h 6858000"/>
              <a:gd name="connsiteX87" fmla="*/ 5733539 w 6128435"/>
              <a:gd name="connsiteY87" fmla="*/ 3818457 h 6858000"/>
              <a:gd name="connsiteX88" fmla="*/ 5768491 w 6128435"/>
              <a:gd name="connsiteY88" fmla="*/ 3914399 h 6858000"/>
              <a:gd name="connsiteX89" fmla="*/ 5793123 w 6128435"/>
              <a:gd name="connsiteY89" fmla="*/ 3969952 h 6858000"/>
              <a:gd name="connsiteX90" fmla="*/ 5808321 w 6128435"/>
              <a:gd name="connsiteY90" fmla="*/ 3988153 h 6858000"/>
              <a:gd name="connsiteX91" fmla="*/ 5825621 w 6128435"/>
              <a:gd name="connsiteY91" fmla="*/ 4015525 h 6858000"/>
              <a:gd name="connsiteX92" fmla="*/ 5860672 w 6128435"/>
              <a:gd name="connsiteY92" fmla="*/ 4061579 h 6858000"/>
              <a:gd name="connsiteX93" fmla="*/ 5872173 w 6128435"/>
              <a:gd name="connsiteY93" fmla="*/ 4088497 h 6858000"/>
              <a:gd name="connsiteX94" fmla="*/ 5883705 w 6128435"/>
              <a:gd name="connsiteY94" fmla="*/ 4101899 h 6858000"/>
              <a:gd name="connsiteX95" fmla="*/ 5885314 w 6128435"/>
              <a:gd name="connsiteY95" fmla="*/ 4108387 h 6858000"/>
              <a:gd name="connsiteX96" fmla="*/ 5894095 w 6128435"/>
              <a:gd name="connsiteY96" fmla="*/ 4128857 h 6858000"/>
              <a:gd name="connsiteX97" fmla="*/ 5898339 w 6128435"/>
              <a:gd name="connsiteY97" fmla="*/ 4140800 h 6858000"/>
              <a:gd name="connsiteX98" fmla="*/ 5899734 w 6128435"/>
              <a:gd name="connsiteY98" fmla="*/ 4145632 h 6858000"/>
              <a:gd name="connsiteX99" fmla="*/ 5897098 w 6128435"/>
              <a:gd name="connsiteY99" fmla="*/ 4157819 h 6858000"/>
              <a:gd name="connsiteX100" fmla="*/ 5903513 w 6128435"/>
              <a:gd name="connsiteY100" fmla="*/ 4187661 h 6858000"/>
              <a:gd name="connsiteX101" fmla="*/ 5917114 w 6128435"/>
              <a:gd name="connsiteY101" fmla="*/ 4213096 h 6858000"/>
              <a:gd name="connsiteX102" fmla="*/ 5921153 w 6128435"/>
              <a:gd name="connsiteY102" fmla="*/ 4236222 h 6858000"/>
              <a:gd name="connsiteX103" fmla="*/ 5924233 w 6128435"/>
              <a:gd name="connsiteY103" fmla="*/ 4242060 h 6858000"/>
              <a:gd name="connsiteX104" fmla="*/ 5928910 w 6128435"/>
              <a:gd name="connsiteY104" fmla="*/ 4300973 h 6858000"/>
              <a:gd name="connsiteX105" fmla="*/ 5939320 w 6128435"/>
              <a:gd name="connsiteY105" fmla="*/ 4340435 h 6858000"/>
              <a:gd name="connsiteX106" fmla="*/ 5946705 w 6128435"/>
              <a:gd name="connsiteY106" fmla="*/ 4428051 h 6858000"/>
              <a:gd name="connsiteX107" fmla="*/ 5949261 w 6128435"/>
              <a:gd name="connsiteY107" fmla="*/ 4449185 h 6858000"/>
              <a:gd name="connsiteX108" fmla="*/ 5957504 w 6128435"/>
              <a:gd name="connsiteY108" fmla="*/ 4465911 h 6858000"/>
              <a:gd name="connsiteX109" fmla="*/ 5964689 w 6128435"/>
              <a:gd name="connsiteY109" fmla="*/ 4468532 h 6858000"/>
              <a:gd name="connsiteX110" fmla="*/ 5967062 w 6128435"/>
              <a:gd name="connsiteY110" fmla="*/ 4479923 h 6858000"/>
              <a:gd name="connsiteX111" fmla="*/ 5968960 w 6128435"/>
              <a:gd name="connsiteY111" fmla="*/ 4482655 h 6858000"/>
              <a:gd name="connsiteX112" fmla="*/ 5978567 w 6128435"/>
              <a:gd name="connsiteY112" fmla="*/ 4498605 h 6858000"/>
              <a:gd name="connsiteX113" fmla="*/ 5980106 w 6128435"/>
              <a:gd name="connsiteY113" fmla="*/ 4585087 h 6858000"/>
              <a:gd name="connsiteX114" fmla="*/ 5998138 w 6128435"/>
              <a:gd name="connsiteY114" fmla="*/ 4697518 h 6858000"/>
              <a:gd name="connsiteX115" fmla="*/ 6013516 w 6128435"/>
              <a:gd name="connsiteY115" fmla="*/ 4786619 h 6858000"/>
              <a:gd name="connsiteX116" fmla="*/ 6025404 w 6128435"/>
              <a:gd name="connsiteY116" fmla="*/ 4858148 h 6858000"/>
              <a:gd name="connsiteX117" fmla="*/ 6007749 w 6128435"/>
              <a:gd name="connsiteY117" fmla="*/ 4964715 h 6858000"/>
              <a:gd name="connsiteX118" fmla="*/ 6005269 w 6128435"/>
              <a:gd name="connsiteY118" fmla="*/ 5150567 h 6858000"/>
              <a:gd name="connsiteX119" fmla="*/ 6001127 w 6128435"/>
              <a:gd name="connsiteY119" fmla="*/ 5164609 h 6858000"/>
              <a:gd name="connsiteX120" fmla="*/ 5996647 w 6128435"/>
              <a:gd name="connsiteY120" fmla="*/ 5185640 h 6858000"/>
              <a:gd name="connsiteX121" fmla="*/ 5998514 w 6128435"/>
              <a:gd name="connsiteY121" fmla="*/ 5189673 h 6858000"/>
              <a:gd name="connsiteX122" fmla="*/ 5995970 w 6128435"/>
              <a:gd name="connsiteY122" fmla="*/ 5221547 h 6858000"/>
              <a:gd name="connsiteX123" fmla="*/ 5997218 w 6128435"/>
              <a:gd name="connsiteY123" fmla="*/ 5222031 h 6858000"/>
              <a:gd name="connsiteX124" fmla="*/ 6002116 w 6128435"/>
              <a:gd name="connsiteY124" fmla="*/ 5231223 h 6858000"/>
              <a:gd name="connsiteX125" fmla="*/ 6008541 w 6128435"/>
              <a:gd name="connsiteY125" fmla="*/ 5248680 h 6858000"/>
              <a:gd name="connsiteX126" fmla="*/ 6039260 w 6128435"/>
              <a:gd name="connsiteY126" fmla="*/ 5289518 h 6858000"/>
              <a:gd name="connsiteX127" fmla="*/ 6036748 w 6128435"/>
              <a:gd name="connsiteY127" fmla="*/ 5322752 h 6858000"/>
              <a:gd name="connsiteX128" fmla="*/ 6036943 w 6128435"/>
              <a:gd name="connsiteY128" fmla="*/ 5329480 h 6858000"/>
              <a:gd name="connsiteX129" fmla="*/ 6037236 w 6128435"/>
              <a:gd name="connsiteY129" fmla="*/ 5329634 h 6858000"/>
              <a:gd name="connsiteX130" fmla="*/ 6038019 w 6128435"/>
              <a:gd name="connsiteY130" fmla="*/ 5336764 h 6858000"/>
              <a:gd name="connsiteX131" fmla="*/ 6037298 w 6128435"/>
              <a:gd name="connsiteY131" fmla="*/ 5341753 h 6858000"/>
              <a:gd name="connsiteX132" fmla="*/ 6037677 w 6128435"/>
              <a:gd name="connsiteY132" fmla="*/ 5354807 h 6858000"/>
              <a:gd name="connsiteX133" fmla="*/ 6039728 w 6128435"/>
              <a:gd name="connsiteY133" fmla="*/ 5359416 h 6858000"/>
              <a:gd name="connsiteX134" fmla="*/ 6043311 w 6128435"/>
              <a:gd name="connsiteY134" fmla="*/ 5361407 h 6858000"/>
              <a:gd name="connsiteX135" fmla="*/ 6042954 w 6128435"/>
              <a:gd name="connsiteY135" fmla="*/ 5362576 h 6858000"/>
              <a:gd name="connsiteX136" fmla="*/ 6053435 w 6128435"/>
              <a:gd name="connsiteY136" fmla="*/ 5387547 h 6858000"/>
              <a:gd name="connsiteX137" fmla="*/ 6065933 w 6128435"/>
              <a:gd name="connsiteY137" fmla="*/ 5443002 h 6858000"/>
              <a:gd name="connsiteX138" fmla="*/ 6068640 w 6128435"/>
              <a:gd name="connsiteY138" fmla="*/ 5474503 h 6858000"/>
              <a:gd name="connsiteX139" fmla="*/ 6080922 w 6128435"/>
              <a:gd name="connsiteY139" fmla="*/ 5561070 h 6858000"/>
              <a:gd name="connsiteX140" fmla="*/ 6096949 w 6128435"/>
              <a:gd name="connsiteY140" fmla="*/ 5648179 h 6858000"/>
              <a:gd name="connsiteX141" fmla="*/ 6125703 w 6128435"/>
              <a:gd name="connsiteY141" fmla="*/ 5692894 h 6858000"/>
              <a:gd name="connsiteX142" fmla="*/ 6126670 w 6128435"/>
              <a:gd name="connsiteY142" fmla="*/ 5697882 h 6858000"/>
              <a:gd name="connsiteX143" fmla="*/ 6124061 w 6128435"/>
              <a:gd name="connsiteY143" fmla="*/ 5710294 h 6858000"/>
              <a:gd name="connsiteX144" fmla="*/ 6122213 w 6128435"/>
              <a:gd name="connsiteY144" fmla="*/ 5714762 h 6858000"/>
              <a:gd name="connsiteX145" fmla="*/ 6121353 w 6128435"/>
              <a:gd name="connsiteY145" fmla="*/ 5721725 h 6858000"/>
              <a:gd name="connsiteX146" fmla="*/ 6121607 w 6128435"/>
              <a:gd name="connsiteY146" fmla="*/ 5721959 h 6858000"/>
              <a:gd name="connsiteX147" fmla="*/ 6120262 w 6128435"/>
              <a:gd name="connsiteY147" fmla="*/ 5728358 h 6858000"/>
              <a:gd name="connsiteX148" fmla="*/ 6110194 w 6128435"/>
              <a:gd name="connsiteY148" fmla="*/ 5758853 h 6858000"/>
              <a:gd name="connsiteX149" fmla="*/ 6127519 w 6128435"/>
              <a:gd name="connsiteY149" fmla="*/ 5865775 h 6858000"/>
              <a:gd name="connsiteX150" fmla="*/ 6128435 w 6128435"/>
              <a:gd name="connsiteY150" fmla="*/ 5870164 h 6858000"/>
              <a:gd name="connsiteX151" fmla="*/ 6119217 w 6128435"/>
              <a:gd name="connsiteY151" fmla="*/ 5888542 h 6858000"/>
              <a:gd name="connsiteX152" fmla="*/ 6115966 w 6128435"/>
              <a:gd name="connsiteY152" fmla="*/ 5898387 h 6858000"/>
              <a:gd name="connsiteX153" fmla="*/ 6111924 w 6128435"/>
              <a:gd name="connsiteY153" fmla="*/ 5900444 h 6858000"/>
              <a:gd name="connsiteX154" fmla="*/ 6108716 w 6128435"/>
              <a:gd name="connsiteY154" fmla="*/ 5915345 h 6858000"/>
              <a:gd name="connsiteX155" fmla="*/ 6109524 w 6128435"/>
              <a:gd name="connsiteY155" fmla="*/ 5917328 h 6858000"/>
              <a:gd name="connsiteX156" fmla="*/ 6102493 w 6128435"/>
              <a:gd name="connsiteY156" fmla="*/ 5928602 h 6858000"/>
              <a:gd name="connsiteX157" fmla="*/ 6056863 w 6128435"/>
              <a:gd name="connsiteY157" fmla="*/ 6000643 h 6858000"/>
              <a:gd name="connsiteX158" fmla="*/ 6045436 w 6128435"/>
              <a:gd name="connsiteY158" fmla="*/ 6124480 h 6858000"/>
              <a:gd name="connsiteX159" fmla="*/ 6030489 w 6128435"/>
              <a:gd name="connsiteY159" fmla="*/ 6317666 h 6858000"/>
              <a:gd name="connsiteX160" fmla="*/ 6007492 w 6128435"/>
              <a:gd name="connsiteY160" fmla="*/ 6440818 h 6858000"/>
              <a:gd name="connsiteX161" fmla="*/ 6009467 w 6128435"/>
              <a:gd name="connsiteY161" fmla="*/ 6487076 h 6858000"/>
              <a:gd name="connsiteX162" fmla="*/ 5995064 w 6128435"/>
              <a:gd name="connsiteY162" fmla="*/ 6540791 h 6858000"/>
              <a:gd name="connsiteX163" fmla="*/ 5996309 w 6128435"/>
              <a:gd name="connsiteY163" fmla="*/ 6543961 h 6858000"/>
              <a:gd name="connsiteX164" fmla="*/ 5996048 w 6128435"/>
              <a:gd name="connsiteY164" fmla="*/ 6555444 h 6858000"/>
              <a:gd name="connsiteX165" fmla="*/ 6002524 w 6128435"/>
              <a:gd name="connsiteY165" fmla="*/ 6560188 h 6858000"/>
              <a:gd name="connsiteX166" fmla="*/ 6006823 w 6128435"/>
              <a:gd name="connsiteY166" fmla="*/ 6578546 h 6858000"/>
              <a:gd name="connsiteX167" fmla="*/ 6004510 w 6128435"/>
              <a:gd name="connsiteY167" fmla="*/ 6599256 h 6858000"/>
              <a:gd name="connsiteX168" fmla="*/ 5986207 w 6128435"/>
              <a:gd name="connsiteY168" fmla="*/ 6695855 h 6858000"/>
              <a:gd name="connsiteX169" fmla="*/ 5979428 w 6128435"/>
              <a:gd name="connsiteY169" fmla="*/ 6754678 h 6858000"/>
              <a:gd name="connsiteX170" fmla="*/ 5983398 w 6128435"/>
              <a:gd name="connsiteY170" fmla="*/ 6778641 h 6858000"/>
              <a:gd name="connsiteX171" fmla="*/ 5984543 w 6128435"/>
              <a:gd name="connsiteY171" fmla="*/ 6811016 h 6858000"/>
              <a:gd name="connsiteX172" fmla="*/ 5981802 w 6128435"/>
              <a:gd name="connsiteY172" fmla="*/ 6838578 h 6858000"/>
              <a:gd name="connsiteX173" fmla="*/ 5979671 w 6128435"/>
              <a:gd name="connsiteY173" fmla="*/ 6858000 h 6858000"/>
              <a:gd name="connsiteX174" fmla="*/ 0 w 6128435"/>
              <a:gd name="connsiteY174" fmla="*/ 6858000 h 6858000"/>
              <a:gd name="connsiteX175" fmla="*/ 0 w 6128435"/>
              <a:gd name="connsiteY17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71650 w 6128435"/>
              <a:gd name="connsiteY44" fmla="*/ 2440467 h 6858000"/>
              <a:gd name="connsiteX45" fmla="*/ 5271438 w 6128435"/>
              <a:gd name="connsiteY45" fmla="*/ 2447186 h 6858000"/>
              <a:gd name="connsiteX46" fmla="*/ 5271722 w 6128435"/>
              <a:gd name="connsiteY46" fmla="*/ 2447359 h 6858000"/>
              <a:gd name="connsiteX47" fmla="*/ 5148653 w 6128435"/>
              <a:gd name="connsiteY47" fmla="*/ 2460132 h 6858000"/>
              <a:gd name="connsiteX48" fmla="*/ 5192511 w 6128435"/>
              <a:gd name="connsiteY48" fmla="*/ 2549199 h 6858000"/>
              <a:gd name="connsiteX49" fmla="*/ 5307538 w 6128435"/>
              <a:gd name="connsiteY49" fmla="*/ 2514685 h 6858000"/>
              <a:gd name="connsiteX50" fmla="*/ 5337604 w 6128435"/>
              <a:gd name="connsiteY50" fmla="*/ 2597632 h 6858000"/>
              <a:gd name="connsiteX51" fmla="*/ 5407503 w 6128435"/>
              <a:gd name="connsiteY51" fmla="*/ 2786290 h 6858000"/>
              <a:gd name="connsiteX52" fmla="*/ 5407356 w 6128435"/>
              <a:gd name="connsiteY52" fmla="*/ 2787545 h 6858000"/>
              <a:gd name="connsiteX53" fmla="*/ 5411130 w 6128435"/>
              <a:gd name="connsiteY53" fmla="*/ 2788640 h 6858000"/>
              <a:gd name="connsiteX54" fmla="*/ 5416439 w 6128435"/>
              <a:gd name="connsiteY54" fmla="*/ 2805666 h 6858000"/>
              <a:gd name="connsiteX55" fmla="*/ 5416589 w 6128435"/>
              <a:gd name="connsiteY55" fmla="*/ 2810822 h 6858000"/>
              <a:gd name="connsiteX56" fmla="*/ 5418542 w 6128435"/>
              <a:gd name="connsiteY56" fmla="*/ 2817745 h 6858000"/>
              <a:gd name="connsiteX57" fmla="*/ 5418847 w 6128435"/>
              <a:gd name="connsiteY57" fmla="*/ 2817825 h 6858000"/>
              <a:gd name="connsiteX58" fmla="*/ 5423364 w 6128435"/>
              <a:gd name="connsiteY58" fmla="*/ 2858292 h 6858000"/>
              <a:gd name="connsiteX59" fmla="*/ 5479298 w 6128435"/>
              <a:gd name="connsiteY59" fmla="*/ 2947791 h 6858000"/>
              <a:gd name="connsiteX60" fmla="*/ 5481770 w 6128435"/>
              <a:gd name="connsiteY60" fmla="*/ 2951352 h 6858000"/>
              <a:gd name="connsiteX61" fmla="*/ 5481013 w 6128435"/>
              <a:gd name="connsiteY61" fmla="*/ 2973461 h 6858000"/>
              <a:gd name="connsiteX62" fmla="*/ 5482045 w 6128435"/>
              <a:gd name="connsiteY62" fmla="*/ 2984371 h 6858000"/>
              <a:gd name="connsiteX63" fmla="*/ 5479405 w 6128435"/>
              <a:gd name="connsiteY63" fmla="*/ 2988507 h 6858000"/>
              <a:gd name="connsiteX64" fmla="*/ 5482415 w 6128435"/>
              <a:gd name="connsiteY64" fmla="*/ 3004079 h 6858000"/>
              <a:gd name="connsiteX65" fmla="*/ 5483865 w 6128435"/>
              <a:gd name="connsiteY65" fmla="*/ 3005467 h 6858000"/>
              <a:gd name="connsiteX66" fmla="*/ 5482236 w 6128435"/>
              <a:gd name="connsiteY66" fmla="*/ 3019791 h 6858000"/>
              <a:gd name="connsiteX67" fmla="*/ 5475895 w 6128435"/>
              <a:gd name="connsiteY67" fmla="*/ 3033578 h 6858000"/>
              <a:gd name="connsiteX68" fmla="*/ 5477595 w 6128435"/>
              <a:gd name="connsiteY68" fmla="*/ 3250534 h 6858000"/>
              <a:gd name="connsiteX69" fmla="*/ 5532836 w 6128435"/>
              <a:gd name="connsiteY69" fmla="*/ 3353840 h 6858000"/>
              <a:gd name="connsiteX70" fmla="*/ 5561229 w 6128435"/>
              <a:gd name="connsiteY70" fmla="*/ 3395784 h 6858000"/>
              <a:gd name="connsiteX71" fmla="*/ 5589758 w 6128435"/>
              <a:gd name="connsiteY71" fmla="*/ 3506453 h 6858000"/>
              <a:gd name="connsiteX72" fmla="*/ 5596144 w 6128435"/>
              <a:gd name="connsiteY72" fmla="*/ 3534624 h 6858000"/>
              <a:gd name="connsiteX73" fmla="*/ 5597750 w 6128435"/>
              <a:gd name="connsiteY73" fmla="*/ 3534129 h 6858000"/>
              <a:gd name="connsiteX74" fmla="*/ 5599700 w 6128435"/>
              <a:gd name="connsiteY74" fmla="*/ 3547221 h 6858000"/>
              <a:gd name="connsiteX75" fmla="*/ 5615031 w 6128435"/>
              <a:gd name="connsiteY75" fmla="*/ 3557482 h 6858000"/>
              <a:gd name="connsiteX76" fmla="*/ 5618377 w 6128435"/>
              <a:gd name="connsiteY76" fmla="*/ 3588431 h 6858000"/>
              <a:gd name="connsiteX77" fmla="*/ 5612155 w 6128435"/>
              <a:gd name="connsiteY77" fmla="*/ 3589869 h 6858000"/>
              <a:gd name="connsiteX78" fmla="*/ 5620843 w 6128435"/>
              <a:gd name="connsiteY78" fmla="*/ 3606745 h 6858000"/>
              <a:gd name="connsiteX79" fmla="*/ 5655472 w 6128435"/>
              <a:gd name="connsiteY79" fmla="*/ 3678877 h 6858000"/>
              <a:gd name="connsiteX80" fmla="*/ 5680448 w 6128435"/>
              <a:gd name="connsiteY80" fmla="*/ 3717760 h 6858000"/>
              <a:gd name="connsiteX81" fmla="*/ 5683015 w 6128435"/>
              <a:gd name="connsiteY81" fmla="*/ 3762025 h 6858000"/>
              <a:gd name="connsiteX82" fmla="*/ 5696643 w 6128435"/>
              <a:gd name="connsiteY82" fmla="*/ 3773888 h 6858000"/>
              <a:gd name="connsiteX83" fmla="*/ 5699203 w 6128435"/>
              <a:gd name="connsiteY83" fmla="*/ 3775823 h 6858000"/>
              <a:gd name="connsiteX84" fmla="*/ 5704824 w 6128435"/>
              <a:gd name="connsiteY84" fmla="*/ 3785966 h 6858000"/>
              <a:gd name="connsiteX85" fmla="*/ 5712204 w 6128435"/>
              <a:gd name="connsiteY85" fmla="*/ 3785830 h 6858000"/>
              <a:gd name="connsiteX86" fmla="*/ 5724816 w 6128435"/>
              <a:gd name="connsiteY86" fmla="*/ 3798949 h 6858000"/>
              <a:gd name="connsiteX87" fmla="*/ 5733539 w 6128435"/>
              <a:gd name="connsiteY87" fmla="*/ 3818457 h 6858000"/>
              <a:gd name="connsiteX88" fmla="*/ 5768491 w 6128435"/>
              <a:gd name="connsiteY88" fmla="*/ 3914399 h 6858000"/>
              <a:gd name="connsiteX89" fmla="*/ 5793123 w 6128435"/>
              <a:gd name="connsiteY89" fmla="*/ 3969952 h 6858000"/>
              <a:gd name="connsiteX90" fmla="*/ 5808321 w 6128435"/>
              <a:gd name="connsiteY90" fmla="*/ 3988153 h 6858000"/>
              <a:gd name="connsiteX91" fmla="*/ 5825621 w 6128435"/>
              <a:gd name="connsiteY91" fmla="*/ 4015525 h 6858000"/>
              <a:gd name="connsiteX92" fmla="*/ 5860672 w 6128435"/>
              <a:gd name="connsiteY92" fmla="*/ 4061579 h 6858000"/>
              <a:gd name="connsiteX93" fmla="*/ 5872173 w 6128435"/>
              <a:gd name="connsiteY93" fmla="*/ 4088497 h 6858000"/>
              <a:gd name="connsiteX94" fmla="*/ 5883705 w 6128435"/>
              <a:gd name="connsiteY94" fmla="*/ 4101899 h 6858000"/>
              <a:gd name="connsiteX95" fmla="*/ 5885314 w 6128435"/>
              <a:gd name="connsiteY95" fmla="*/ 4108387 h 6858000"/>
              <a:gd name="connsiteX96" fmla="*/ 5894095 w 6128435"/>
              <a:gd name="connsiteY96" fmla="*/ 4128857 h 6858000"/>
              <a:gd name="connsiteX97" fmla="*/ 5898339 w 6128435"/>
              <a:gd name="connsiteY97" fmla="*/ 4140800 h 6858000"/>
              <a:gd name="connsiteX98" fmla="*/ 5899734 w 6128435"/>
              <a:gd name="connsiteY98" fmla="*/ 4145632 h 6858000"/>
              <a:gd name="connsiteX99" fmla="*/ 5897098 w 6128435"/>
              <a:gd name="connsiteY99" fmla="*/ 4157819 h 6858000"/>
              <a:gd name="connsiteX100" fmla="*/ 5903513 w 6128435"/>
              <a:gd name="connsiteY100" fmla="*/ 4187661 h 6858000"/>
              <a:gd name="connsiteX101" fmla="*/ 5917114 w 6128435"/>
              <a:gd name="connsiteY101" fmla="*/ 4213096 h 6858000"/>
              <a:gd name="connsiteX102" fmla="*/ 5921153 w 6128435"/>
              <a:gd name="connsiteY102" fmla="*/ 4236222 h 6858000"/>
              <a:gd name="connsiteX103" fmla="*/ 5924233 w 6128435"/>
              <a:gd name="connsiteY103" fmla="*/ 4242060 h 6858000"/>
              <a:gd name="connsiteX104" fmla="*/ 5928910 w 6128435"/>
              <a:gd name="connsiteY104" fmla="*/ 4300973 h 6858000"/>
              <a:gd name="connsiteX105" fmla="*/ 5939320 w 6128435"/>
              <a:gd name="connsiteY105" fmla="*/ 4340435 h 6858000"/>
              <a:gd name="connsiteX106" fmla="*/ 5946705 w 6128435"/>
              <a:gd name="connsiteY106" fmla="*/ 4428051 h 6858000"/>
              <a:gd name="connsiteX107" fmla="*/ 5949261 w 6128435"/>
              <a:gd name="connsiteY107" fmla="*/ 4449185 h 6858000"/>
              <a:gd name="connsiteX108" fmla="*/ 5957504 w 6128435"/>
              <a:gd name="connsiteY108" fmla="*/ 4465911 h 6858000"/>
              <a:gd name="connsiteX109" fmla="*/ 5964689 w 6128435"/>
              <a:gd name="connsiteY109" fmla="*/ 4468532 h 6858000"/>
              <a:gd name="connsiteX110" fmla="*/ 5967062 w 6128435"/>
              <a:gd name="connsiteY110" fmla="*/ 4479923 h 6858000"/>
              <a:gd name="connsiteX111" fmla="*/ 5968960 w 6128435"/>
              <a:gd name="connsiteY111" fmla="*/ 4482655 h 6858000"/>
              <a:gd name="connsiteX112" fmla="*/ 5978567 w 6128435"/>
              <a:gd name="connsiteY112" fmla="*/ 4498605 h 6858000"/>
              <a:gd name="connsiteX113" fmla="*/ 5980106 w 6128435"/>
              <a:gd name="connsiteY113" fmla="*/ 4585087 h 6858000"/>
              <a:gd name="connsiteX114" fmla="*/ 5998138 w 6128435"/>
              <a:gd name="connsiteY114" fmla="*/ 4697518 h 6858000"/>
              <a:gd name="connsiteX115" fmla="*/ 6013516 w 6128435"/>
              <a:gd name="connsiteY115" fmla="*/ 4786619 h 6858000"/>
              <a:gd name="connsiteX116" fmla="*/ 6025404 w 6128435"/>
              <a:gd name="connsiteY116" fmla="*/ 4858148 h 6858000"/>
              <a:gd name="connsiteX117" fmla="*/ 6007749 w 6128435"/>
              <a:gd name="connsiteY117" fmla="*/ 4964715 h 6858000"/>
              <a:gd name="connsiteX118" fmla="*/ 6005269 w 6128435"/>
              <a:gd name="connsiteY118" fmla="*/ 5150567 h 6858000"/>
              <a:gd name="connsiteX119" fmla="*/ 6001127 w 6128435"/>
              <a:gd name="connsiteY119" fmla="*/ 5164609 h 6858000"/>
              <a:gd name="connsiteX120" fmla="*/ 5996647 w 6128435"/>
              <a:gd name="connsiteY120" fmla="*/ 5185640 h 6858000"/>
              <a:gd name="connsiteX121" fmla="*/ 5998514 w 6128435"/>
              <a:gd name="connsiteY121" fmla="*/ 5189673 h 6858000"/>
              <a:gd name="connsiteX122" fmla="*/ 5995970 w 6128435"/>
              <a:gd name="connsiteY122" fmla="*/ 5221547 h 6858000"/>
              <a:gd name="connsiteX123" fmla="*/ 5997218 w 6128435"/>
              <a:gd name="connsiteY123" fmla="*/ 5222031 h 6858000"/>
              <a:gd name="connsiteX124" fmla="*/ 6002116 w 6128435"/>
              <a:gd name="connsiteY124" fmla="*/ 5231223 h 6858000"/>
              <a:gd name="connsiteX125" fmla="*/ 6008541 w 6128435"/>
              <a:gd name="connsiteY125" fmla="*/ 5248680 h 6858000"/>
              <a:gd name="connsiteX126" fmla="*/ 6039260 w 6128435"/>
              <a:gd name="connsiteY126" fmla="*/ 5289518 h 6858000"/>
              <a:gd name="connsiteX127" fmla="*/ 6036748 w 6128435"/>
              <a:gd name="connsiteY127" fmla="*/ 5322752 h 6858000"/>
              <a:gd name="connsiteX128" fmla="*/ 6036943 w 6128435"/>
              <a:gd name="connsiteY128" fmla="*/ 5329480 h 6858000"/>
              <a:gd name="connsiteX129" fmla="*/ 6037236 w 6128435"/>
              <a:gd name="connsiteY129" fmla="*/ 5329634 h 6858000"/>
              <a:gd name="connsiteX130" fmla="*/ 6038019 w 6128435"/>
              <a:gd name="connsiteY130" fmla="*/ 5336764 h 6858000"/>
              <a:gd name="connsiteX131" fmla="*/ 6037298 w 6128435"/>
              <a:gd name="connsiteY131" fmla="*/ 5341753 h 6858000"/>
              <a:gd name="connsiteX132" fmla="*/ 6037677 w 6128435"/>
              <a:gd name="connsiteY132" fmla="*/ 5354807 h 6858000"/>
              <a:gd name="connsiteX133" fmla="*/ 6039728 w 6128435"/>
              <a:gd name="connsiteY133" fmla="*/ 5359416 h 6858000"/>
              <a:gd name="connsiteX134" fmla="*/ 6043311 w 6128435"/>
              <a:gd name="connsiteY134" fmla="*/ 5361407 h 6858000"/>
              <a:gd name="connsiteX135" fmla="*/ 6042954 w 6128435"/>
              <a:gd name="connsiteY135" fmla="*/ 5362576 h 6858000"/>
              <a:gd name="connsiteX136" fmla="*/ 6053435 w 6128435"/>
              <a:gd name="connsiteY136" fmla="*/ 5387547 h 6858000"/>
              <a:gd name="connsiteX137" fmla="*/ 6065933 w 6128435"/>
              <a:gd name="connsiteY137" fmla="*/ 5443002 h 6858000"/>
              <a:gd name="connsiteX138" fmla="*/ 6068640 w 6128435"/>
              <a:gd name="connsiteY138" fmla="*/ 5474503 h 6858000"/>
              <a:gd name="connsiteX139" fmla="*/ 6080922 w 6128435"/>
              <a:gd name="connsiteY139" fmla="*/ 5561070 h 6858000"/>
              <a:gd name="connsiteX140" fmla="*/ 6096949 w 6128435"/>
              <a:gd name="connsiteY140" fmla="*/ 5648179 h 6858000"/>
              <a:gd name="connsiteX141" fmla="*/ 6125703 w 6128435"/>
              <a:gd name="connsiteY141" fmla="*/ 5692894 h 6858000"/>
              <a:gd name="connsiteX142" fmla="*/ 6126670 w 6128435"/>
              <a:gd name="connsiteY142" fmla="*/ 5697882 h 6858000"/>
              <a:gd name="connsiteX143" fmla="*/ 6124061 w 6128435"/>
              <a:gd name="connsiteY143" fmla="*/ 5710294 h 6858000"/>
              <a:gd name="connsiteX144" fmla="*/ 6122213 w 6128435"/>
              <a:gd name="connsiteY144" fmla="*/ 5714762 h 6858000"/>
              <a:gd name="connsiteX145" fmla="*/ 6121353 w 6128435"/>
              <a:gd name="connsiteY145" fmla="*/ 5721725 h 6858000"/>
              <a:gd name="connsiteX146" fmla="*/ 6121607 w 6128435"/>
              <a:gd name="connsiteY146" fmla="*/ 5721959 h 6858000"/>
              <a:gd name="connsiteX147" fmla="*/ 6120262 w 6128435"/>
              <a:gd name="connsiteY147" fmla="*/ 5728358 h 6858000"/>
              <a:gd name="connsiteX148" fmla="*/ 6110194 w 6128435"/>
              <a:gd name="connsiteY148" fmla="*/ 5758853 h 6858000"/>
              <a:gd name="connsiteX149" fmla="*/ 6127519 w 6128435"/>
              <a:gd name="connsiteY149" fmla="*/ 5865775 h 6858000"/>
              <a:gd name="connsiteX150" fmla="*/ 6128435 w 6128435"/>
              <a:gd name="connsiteY150" fmla="*/ 5870164 h 6858000"/>
              <a:gd name="connsiteX151" fmla="*/ 6119217 w 6128435"/>
              <a:gd name="connsiteY151" fmla="*/ 5888542 h 6858000"/>
              <a:gd name="connsiteX152" fmla="*/ 6115966 w 6128435"/>
              <a:gd name="connsiteY152" fmla="*/ 5898387 h 6858000"/>
              <a:gd name="connsiteX153" fmla="*/ 6111924 w 6128435"/>
              <a:gd name="connsiteY153" fmla="*/ 5900444 h 6858000"/>
              <a:gd name="connsiteX154" fmla="*/ 6108716 w 6128435"/>
              <a:gd name="connsiteY154" fmla="*/ 5915345 h 6858000"/>
              <a:gd name="connsiteX155" fmla="*/ 6109524 w 6128435"/>
              <a:gd name="connsiteY155" fmla="*/ 5917328 h 6858000"/>
              <a:gd name="connsiteX156" fmla="*/ 6102493 w 6128435"/>
              <a:gd name="connsiteY156" fmla="*/ 5928602 h 6858000"/>
              <a:gd name="connsiteX157" fmla="*/ 6056863 w 6128435"/>
              <a:gd name="connsiteY157" fmla="*/ 6000643 h 6858000"/>
              <a:gd name="connsiteX158" fmla="*/ 6045436 w 6128435"/>
              <a:gd name="connsiteY158" fmla="*/ 6124480 h 6858000"/>
              <a:gd name="connsiteX159" fmla="*/ 6030489 w 6128435"/>
              <a:gd name="connsiteY159" fmla="*/ 6317666 h 6858000"/>
              <a:gd name="connsiteX160" fmla="*/ 6007492 w 6128435"/>
              <a:gd name="connsiteY160" fmla="*/ 6440818 h 6858000"/>
              <a:gd name="connsiteX161" fmla="*/ 6009467 w 6128435"/>
              <a:gd name="connsiteY161" fmla="*/ 6487076 h 6858000"/>
              <a:gd name="connsiteX162" fmla="*/ 5995064 w 6128435"/>
              <a:gd name="connsiteY162" fmla="*/ 6540791 h 6858000"/>
              <a:gd name="connsiteX163" fmla="*/ 5996309 w 6128435"/>
              <a:gd name="connsiteY163" fmla="*/ 6543961 h 6858000"/>
              <a:gd name="connsiteX164" fmla="*/ 5996048 w 6128435"/>
              <a:gd name="connsiteY164" fmla="*/ 6555444 h 6858000"/>
              <a:gd name="connsiteX165" fmla="*/ 6002524 w 6128435"/>
              <a:gd name="connsiteY165" fmla="*/ 6560188 h 6858000"/>
              <a:gd name="connsiteX166" fmla="*/ 6006823 w 6128435"/>
              <a:gd name="connsiteY166" fmla="*/ 6578546 h 6858000"/>
              <a:gd name="connsiteX167" fmla="*/ 6004510 w 6128435"/>
              <a:gd name="connsiteY167" fmla="*/ 6599256 h 6858000"/>
              <a:gd name="connsiteX168" fmla="*/ 5986207 w 6128435"/>
              <a:gd name="connsiteY168" fmla="*/ 6695855 h 6858000"/>
              <a:gd name="connsiteX169" fmla="*/ 5979428 w 6128435"/>
              <a:gd name="connsiteY169" fmla="*/ 6754678 h 6858000"/>
              <a:gd name="connsiteX170" fmla="*/ 5983398 w 6128435"/>
              <a:gd name="connsiteY170" fmla="*/ 6778641 h 6858000"/>
              <a:gd name="connsiteX171" fmla="*/ 5984543 w 6128435"/>
              <a:gd name="connsiteY171" fmla="*/ 6811016 h 6858000"/>
              <a:gd name="connsiteX172" fmla="*/ 5981802 w 6128435"/>
              <a:gd name="connsiteY172" fmla="*/ 6838578 h 6858000"/>
              <a:gd name="connsiteX173" fmla="*/ 5979671 w 6128435"/>
              <a:gd name="connsiteY173" fmla="*/ 6858000 h 6858000"/>
              <a:gd name="connsiteX174" fmla="*/ 0 w 6128435"/>
              <a:gd name="connsiteY174" fmla="*/ 6858000 h 6858000"/>
              <a:gd name="connsiteX175" fmla="*/ 0 w 6128435"/>
              <a:gd name="connsiteY17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71650 w 6128435"/>
              <a:gd name="connsiteY44" fmla="*/ 2440467 h 6858000"/>
              <a:gd name="connsiteX45" fmla="*/ 5271438 w 6128435"/>
              <a:gd name="connsiteY45" fmla="*/ 2447186 h 6858000"/>
              <a:gd name="connsiteX46" fmla="*/ 5148653 w 6128435"/>
              <a:gd name="connsiteY46" fmla="*/ 2460132 h 6858000"/>
              <a:gd name="connsiteX47" fmla="*/ 5192511 w 6128435"/>
              <a:gd name="connsiteY47" fmla="*/ 2549199 h 6858000"/>
              <a:gd name="connsiteX48" fmla="*/ 5307538 w 6128435"/>
              <a:gd name="connsiteY48" fmla="*/ 2514685 h 6858000"/>
              <a:gd name="connsiteX49" fmla="*/ 5337604 w 6128435"/>
              <a:gd name="connsiteY49" fmla="*/ 2597632 h 6858000"/>
              <a:gd name="connsiteX50" fmla="*/ 5407503 w 6128435"/>
              <a:gd name="connsiteY50" fmla="*/ 2786290 h 6858000"/>
              <a:gd name="connsiteX51" fmla="*/ 5407356 w 6128435"/>
              <a:gd name="connsiteY51" fmla="*/ 2787545 h 6858000"/>
              <a:gd name="connsiteX52" fmla="*/ 5411130 w 6128435"/>
              <a:gd name="connsiteY52" fmla="*/ 2788640 h 6858000"/>
              <a:gd name="connsiteX53" fmla="*/ 5416439 w 6128435"/>
              <a:gd name="connsiteY53" fmla="*/ 2805666 h 6858000"/>
              <a:gd name="connsiteX54" fmla="*/ 5416589 w 6128435"/>
              <a:gd name="connsiteY54" fmla="*/ 2810822 h 6858000"/>
              <a:gd name="connsiteX55" fmla="*/ 5418542 w 6128435"/>
              <a:gd name="connsiteY55" fmla="*/ 2817745 h 6858000"/>
              <a:gd name="connsiteX56" fmla="*/ 5418847 w 6128435"/>
              <a:gd name="connsiteY56" fmla="*/ 2817825 h 6858000"/>
              <a:gd name="connsiteX57" fmla="*/ 5423364 w 6128435"/>
              <a:gd name="connsiteY57" fmla="*/ 2858292 h 6858000"/>
              <a:gd name="connsiteX58" fmla="*/ 5479298 w 6128435"/>
              <a:gd name="connsiteY58" fmla="*/ 2947791 h 6858000"/>
              <a:gd name="connsiteX59" fmla="*/ 5481770 w 6128435"/>
              <a:gd name="connsiteY59" fmla="*/ 2951352 h 6858000"/>
              <a:gd name="connsiteX60" fmla="*/ 5481013 w 6128435"/>
              <a:gd name="connsiteY60" fmla="*/ 2973461 h 6858000"/>
              <a:gd name="connsiteX61" fmla="*/ 5482045 w 6128435"/>
              <a:gd name="connsiteY61" fmla="*/ 2984371 h 6858000"/>
              <a:gd name="connsiteX62" fmla="*/ 5479405 w 6128435"/>
              <a:gd name="connsiteY62" fmla="*/ 2988507 h 6858000"/>
              <a:gd name="connsiteX63" fmla="*/ 5482415 w 6128435"/>
              <a:gd name="connsiteY63" fmla="*/ 3004079 h 6858000"/>
              <a:gd name="connsiteX64" fmla="*/ 5483865 w 6128435"/>
              <a:gd name="connsiteY64" fmla="*/ 3005467 h 6858000"/>
              <a:gd name="connsiteX65" fmla="*/ 5482236 w 6128435"/>
              <a:gd name="connsiteY65" fmla="*/ 3019791 h 6858000"/>
              <a:gd name="connsiteX66" fmla="*/ 5475895 w 6128435"/>
              <a:gd name="connsiteY66" fmla="*/ 3033578 h 6858000"/>
              <a:gd name="connsiteX67" fmla="*/ 5477595 w 6128435"/>
              <a:gd name="connsiteY67" fmla="*/ 3250534 h 6858000"/>
              <a:gd name="connsiteX68" fmla="*/ 5532836 w 6128435"/>
              <a:gd name="connsiteY68" fmla="*/ 3353840 h 6858000"/>
              <a:gd name="connsiteX69" fmla="*/ 5561229 w 6128435"/>
              <a:gd name="connsiteY69" fmla="*/ 3395784 h 6858000"/>
              <a:gd name="connsiteX70" fmla="*/ 5589758 w 6128435"/>
              <a:gd name="connsiteY70" fmla="*/ 3506453 h 6858000"/>
              <a:gd name="connsiteX71" fmla="*/ 5596144 w 6128435"/>
              <a:gd name="connsiteY71" fmla="*/ 3534624 h 6858000"/>
              <a:gd name="connsiteX72" fmla="*/ 5597750 w 6128435"/>
              <a:gd name="connsiteY72" fmla="*/ 3534129 h 6858000"/>
              <a:gd name="connsiteX73" fmla="*/ 5599700 w 6128435"/>
              <a:gd name="connsiteY73" fmla="*/ 3547221 h 6858000"/>
              <a:gd name="connsiteX74" fmla="*/ 5615031 w 6128435"/>
              <a:gd name="connsiteY74" fmla="*/ 3557482 h 6858000"/>
              <a:gd name="connsiteX75" fmla="*/ 5618377 w 6128435"/>
              <a:gd name="connsiteY75" fmla="*/ 3588431 h 6858000"/>
              <a:gd name="connsiteX76" fmla="*/ 5612155 w 6128435"/>
              <a:gd name="connsiteY76" fmla="*/ 3589869 h 6858000"/>
              <a:gd name="connsiteX77" fmla="*/ 5620843 w 6128435"/>
              <a:gd name="connsiteY77" fmla="*/ 3606745 h 6858000"/>
              <a:gd name="connsiteX78" fmla="*/ 5655472 w 6128435"/>
              <a:gd name="connsiteY78" fmla="*/ 3678877 h 6858000"/>
              <a:gd name="connsiteX79" fmla="*/ 5680448 w 6128435"/>
              <a:gd name="connsiteY79" fmla="*/ 3717760 h 6858000"/>
              <a:gd name="connsiteX80" fmla="*/ 5683015 w 6128435"/>
              <a:gd name="connsiteY80" fmla="*/ 3762025 h 6858000"/>
              <a:gd name="connsiteX81" fmla="*/ 5696643 w 6128435"/>
              <a:gd name="connsiteY81" fmla="*/ 3773888 h 6858000"/>
              <a:gd name="connsiteX82" fmla="*/ 5699203 w 6128435"/>
              <a:gd name="connsiteY82" fmla="*/ 3775823 h 6858000"/>
              <a:gd name="connsiteX83" fmla="*/ 5704824 w 6128435"/>
              <a:gd name="connsiteY83" fmla="*/ 3785966 h 6858000"/>
              <a:gd name="connsiteX84" fmla="*/ 5712204 w 6128435"/>
              <a:gd name="connsiteY84" fmla="*/ 3785830 h 6858000"/>
              <a:gd name="connsiteX85" fmla="*/ 5724816 w 6128435"/>
              <a:gd name="connsiteY85" fmla="*/ 3798949 h 6858000"/>
              <a:gd name="connsiteX86" fmla="*/ 5733539 w 6128435"/>
              <a:gd name="connsiteY86" fmla="*/ 3818457 h 6858000"/>
              <a:gd name="connsiteX87" fmla="*/ 5768491 w 6128435"/>
              <a:gd name="connsiteY87" fmla="*/ 3914399 h 6858000"/>
              <a:gd name="connsiteX88" fmla="*/ 5793123 w 6128435"/>
              <a:gd name="connsiteY88" fmla="*/ 3969952 h 6858000"/>
              <a:gd name="connsiteX89" fmla="*/ 5808321 w 6128435"/>
              <a:gd name="connsiteY89" fmla="*/ 3988153 h 6858000"/>
              <a:gd name="connsiteX90" fmla="*/ 5825621 w 6128435"/>
              <a:gd name="connsiteY90" fmla="*/ 4015525 h 6858000"/>
              <a:gd name="connsiteX91" fmla="*/ 5860672 w 6128435"/>
              <a:gd name="connsiteY91" fmla="*/ 4061579 h 6858000"/>
              <a:gd name="connsiteX92" fmla="*/ 5872173 w 6128435"/>
              <a:gd name="connsiteY92" fmla="*/ 4088497 h 6858000"/>
              <a:gd name="connsiteX93" fmla="*/ 5883705 w 6128435"/>
              <a:gd name="connsiteY93" fmla="*/ 4101899 h 6858000"/>
              <a:gd name="connsiteX94" fmla="*/ 5885314 w 6128435"/>
              <a:gd name="connsiteY94" fmla="*/ 4108387 h 6858000"/>
              <a:gd name="connsiteX95" fmla="*/ 5894095 w 6128435"/>
              <a:gd name="connsiteY95" fmla="*/ 4128857 h 6858000"/>
              <a:gd name="connsiteX96" fmla="*/ 5898339 w 6128435"/>
              <a:gd name="connsiteY96" fmla="*/ 4140800 h 6858000"/>
              <a:gd name="connsiteX97" fmla="*/ 5899734 w 6128435"/>
              <a:gd name="connsiteY97" fmla="*/ 4145632 h 6858000"/>
              <a:gd name="connsiteX98" fmla="*/ 5897098 w 6128435"/>
              <a:gd name="connsiteY98" fmla="*/ 4157819 h 6858000"/>
              <a:gd name="connsiteX99" fmla="*/ 5903513 w 6128435"/>
              <a:gd name="connsiteY99" fmla="*/ 4187661 h 6858000"/>
              <a:gd name="connsiteX100" fmla="*/ 5917114 w 6128435"/>
              <a:gd name="connsiteY100" fmla="*/ 4213096 h 6858000"/>
              <a:gd name="connsiteX101" fmla="*/ 5921153 w 6128435"/>
              <a:gd name="connsiteY101" fmla="*/ 4236222 h 6858000"/>
              <a:gd name="connsiteX102" fmla="*/ 5924233 w 6128435"/>
              <a:gd name="connsiteY102" fmla="*/ 4242060 h 6858000"/>
              <a:gd name="connsiteX103" fmla="*/ 5928910 w 6128435"/>
              <a:gd name="connsiteY103" fmla="*/ 4300973 h 6858000"/>
              <a:gd name="connsiteX104" fmla="*/ 5939320 w 6128435"/>
              <a:gd name="connsiteY104" fmla="*/ 4340435 h 6858000"/>
              <a:gd name="connsiteX105" fmla="*/ 5946705 w 6128435"/>
              <a:gd name="connsiteY105" fmla="*/ 4428051 h 6858000"/>
              <a:gd name="connsiteX106" fmla="*/ 5949261 w 6128435"/>
              <a:gd name="connsiteY106" fmla="*/ 4449185 h 6858000"/>
              <a:gd name="connsiteX107" fmla="*/ 5957504 w 6128435"/>
              <a:gd name="connsiteY107" fmla="*/ 4465911 h 6858000"/>
              <a:gd name="connsiteX108" fmla="*/ 5964689 w 6128435"/>
              <a:gd name="connsiteY108" fmla="*/ 4468532 h 6858000"/>
              <a:gd name="connsiteX109" fmla="*/ 5967062 w 6128435"/>
              <a:gd name="connsiteY109" fmla="*/ 4479923 h 6858000"/>
              <a:gd name="connsiteX110" fmla="*/ 5968960 w 6128435"/>
              <a:gd name="connsiteY110" fmla="*/ 4482655 h 6858000"/>
              <a:gd name="connsiteX111" fmla="*/ 5978567 w 6128435"/>
              <a:gd name="connsiteY111" fmla="*/ 4498605 h 6858000"/>
              <a:gd name="connsiteX112" fmla="*/ 5980106 w 6128435"/>
              <a:gd name="connsiteY112" fmla="*/ 4585087 h 6858000"/>
              <a:gd name="connsiteX113" fmla="*/ 5998138 w 6128435"/>
              <a:gd name="connsiteY113" fmla="*/ 4697518 h 6858000"/>
              <a:gd name="connsiteX114" fmla="*/ 6013516 w 6128435"/>
              <a:gd name="connsiteY114" fmla="*/ 4786619 h 6858000"/>
              <a:gd name="connsiteX115" fmla="*/ 6025404 w 6128435"/>
              <a:gd name="connsiteY115" fmla="*/ 4858148 h 6858000"/>
              <a:gd name="connsiteX116" fmla="*/ 6007749 w 6128435"/>
              <a:gd name="connsiteY116" fmla="*/ 4964715 h 6858000"/>
              <a:gd name="connsiteX117" fmla="*/ 6005269 w 6128435"/>
              <a:gd name="connsiteY117" fmla="*/ 5150567 h 6858000"/>
              <a:gd name="connsiteX118" fmla="*/ 6001127 w 6128435"/>
              <a:gd name="connsiteY118" fmla="*/ 5164609 h 6858000"/>
              <a:gd name="connsiteX119" fmla="*/ 5996647 w 6128435"/>
              <a:gd name="connsiteY119" fmla="*/ 5185640 h 6858000"/>
              <a:gd name="connsiteX120" fmla="*/ 5998514 w 6128435"/>
              <a:gd name="connsiteY120" fmla="*/ 5189673 h 6858000"/>
              <a:gd name="connsiteX121" fmla="*/ 5995970 w 6128435"/>
              <a:gd name="connsiteY121" fmla="*/ 5221547 h 6858000"/>
              <a:gd name="connsiteX122" fmla="*/ 5997218 w 6128435"/>
              <a:gd name="connsiteY122" fmla="*/ 5222031 h 6858000"/>
              <a:gd name="connsiteX123" fmla="*/ 6002116 w 6128435"/>
              <a:gd name="connsiteY123" fmla="*/ 5231223 h 6858000"/>
              <a:gd name="connsiteX124" fmla="*/ 6008541 w 6128435"/>
              <a:gd name="connsiteY124" fmla="*/ 5248680 h 6858000"/>
              <a:gd name="connsiteX125" fmla="*/ 6039260 w 6128435"/>
              <a:gd name="connsiteY125" fmla="*/ 5289518 h 6858000"/>
              <a:gd name="connsiteX126" fmla="*/ 6036748 w 6128435"/>
              <a:gd name="connsiteY126" fmla="*/ 5322752 h 6858000"/>
              <a:gd name="connsiteX127" fmla="*/ 6036943 w 6128435"/>
              <a:gd name="connsiteY127" fmla="*/ 5329480 h 6858000"/>
              <a:gd name="connsiteX128" fmla="*/ 6037236 w 6128435"/>
              <a:gd name="connsiteY128" fmla="*/ 5329634 h 6858000"/>
              <a:gd name="connsiteX129" fmla="*/ 6038019 w 6128435"/>
              <a:gd name="connsiteY129" fmla="*/ 5336764 h 6858000"/>
              <a:gd name="connsiteX130" fmla="*/ 6037298 w 6128435"/>
              <a:gd name="connsiteY130" fmla="*/ 5341753 h 6858000"/>
              <a:gd name="connsiteX131" fmla="*/ 6037677 w 6128435"/>
              <a:gd name="connsiteY131" fmla="*/ 5354807 h 6858000"/>
              <a:gd name="connsiteX132" fmla="*/ 6039728 w 6128435"/>
              <a:gd name="connsiteY132" fmla="*/ 5359416 h 6858000"/>
              <a:gd name="connsiteX133" fmla="*/ 6043311 w 6128435"/>
              <a:gd name="connsiteY133" fmla="*/ 5361407 h 6858000"/>
              <a:gd name="connsiteX134" fmla="*/ 6042954 w 6128435"/>
              <a:gd name="connsiteY134" fmla="*/ 5362576 h 6858000"/>
              <a:gd name="connsiteX135" fmla="*/ 6053435 w 6128435"/>
              <a:gd name="connsiteY135" fmla="*/ 5387547 h 6858000"/>
              <a:gd name="connsiteX136" fmla="*/ 6065933 w 6128435"/>
              <a:gd name="connsiteY136" fmla="*/ 5443002 h 6858000"/>
              <a:gd name="connsiteX137" fmla="*/ 6068640 w 6128435"/>
              <a:gd name="connsiteY137" fmla="*/ 5474503 h 6858000"/>
              <a:gd name="connsiteX138" fmla="*/ 6080922 w 6128435"/>
              <a:gd name="connsiteY138" fmla="*/ 5561070 h 6858000"/>
              <a:gd name="connsiteX139" fmla="*/ 6096949 w 6128435"/>
              <a:gd name="connsiteY139" fmla="*/ 5648179 h 6858000"/>
              <a:gd name="connsiteX140" fmla="*/ 6125703 w 6128435"/>
              <a:gd name="connsiteY140" fmla="*/ 5692894 h 6858000"/>
              <a:gd name="connsiteX141" fmla="*/ 6126670 w 6128435"/>
              <a:gd name="connsiteY141" fmla="*/ 5697882 h 6858000"/>
              <a:gd name="connsiteX142" fmla="*/ 6124061 w 6128435"/>
              <a:gd name="connsiteY142" fmla="*/ 5710294 h 6858000"/>
              <a:gd name="connsiteX143" fmla="*/ 6122213 w 6128435"/>
              <a:gd name="connsiteY143" fmla="*/ 5714762 h 6858000"/>
              <a:gd name="connsiteX144" fmla="*/ 6121353 w 6128435"/>
              <a:gd name="connsiteY144" fmla="*/ 5721725 h 6858000"/>
              <a:gd name="connsiteX145" fmla="*/ 6121607 w 6128435"/>
              <a:gd name="connsiteY145" fmla="*/ 5721959 h 6858000"/>
              <a:gd name="connsiteX146" fmla="*/ 6120262 w 6128435"/>
              <a:gd name="connsiteY146" fmla="*/ 5728358 h 6858000"/>
              <a:gd name="connsiteX147" fmla="*/ 6110194 w 6128435"/>
              <a:gd name="connsiteY147" fmla="*/ 5758853 h 6858000"/>
              <a:gd name="connsiteX148" fmla="*/ 6127519 w 6128435"/>
              <a:gd name="connsiteY148" fmla="*/ 5865775 h 6858000"/>
              <a:gd name="connsiteX149" fmla="*/ 6128435 w 6128435"/>
              <a:gd name="connsiteY149" fmla="*/ 5870164 h 6858000"/>
              <a:gd name="connsiteX150" fmla="*/ 6119217 w 6128435"/>
              <a:gd name="connsiteY150" fmla="*/ 5888542 h 6858000"/>
              <a:gd name="connsiteX151" fmla="*/ 6115966 w 6128435"/>
              <a:gd name="connsiteY151" fmla="*/ 5898387 h 6858000"/>
              <a:gd name="connsiteX152" fmla="*/ 6111924 w 6128435"/>
              <a:gd name="connsiteY152" fmla="*/ 5900444 h 6858000"/>
              <a:gd name="connsiteX153" fmla="*/ 6108716 w 6128435"/>
              <a:gd name="connsiteY153" fmla="*/ 5915345 h 6858000"/>
              <a:gd name="connsiteX154" fmla="*/ 6109524 w 6128435"/>
              <a:gd name="connsiteY154" fmla="*/ 5917328 h 6858000"/>
              <a:gd name="connsiteX155" fmla="*/ 6102493 w 6128435"/>
              <a:gd name="connsiteY155" fmla="*/ 5928602 h 6858000"/>
              <a:gd name="connsiteX156" fmla="*/ 6056863 w 6128435"/>
              <a:gd name="connsiteY156" fmla="*/ 6000643 h 6858000"/>
              <a:gd name="connsiteX157" fmla="*/ 6045436 w 6128435"/>
              <a:gd name="connsiteY157" fmla="*/ 6124480 h 6858000"/>
              <a:gd name="connsiteX158" fmla="*/ 6030489 w 6128435"/>
              <a:gd name="connsiteY158" fmla="*/ 6317666 h 6858000"/>
              <a:gd name="connsiteX159" fmla="*/ 6007492 w 6128435"/>
              <a:gd name="connsiteY159" fmla="*/ 6440818 h 6858000"/>
              <a:gd name="connsiteX160" fmla="*/ 6009467 w 6128435"/>
              <a:gd name="connsiteY160" fmla="*/ 6487076 h 6858000"/>
              <a:gd name="connsiteX161" fmla="*/ 5995064 w 6128435"/>
              <a:gd name="connsiteY161" fmla="*/ 6540791 h 6858000"/>
              <a:gd name="connsiteX162" fmla="*/ 5996309 w 6128435"/>
              <a:gd name="connsiteY162" fmla="*/ 6543961 h 6858000"/>
              <a:gd name="connsiteX163" fmla="*/ 5996048 w 6128435"/>
              <a:gd name="connsiteY163" fmla="*/ 6555444 h 6858000"/>
              <a:gd name="connsiteX164" fmla="*/ 6002524 w 6128435"/>
              <a:gd name="connsiteY164" fmla="*/ 6560188 h 6858000"/>
              <a:gd name="connsiteX165" fmla="*/ 6006823 w 6128435"/>
              <a:gd name="connsiteY165" fmla="*/ 6578546 h 6858000"/>
              <a:gd name="connsiteX166" fmla="*/ 6004510 w 6128435"/>
              <a:gd name="connsiteY166" fmla="*/ 6599256 h 6858000"/>
              <a:gd name="connsiteX167" fmla="*/ 5986207 w 6128435"/>
              <a:gd name="connsiteY167" fmla="*/ 6695855 h 6858000"/>
              <a:gd name="connsiteX168" fmla="*/ 5979428 w 6128435"/>
              <a:gd name="connsiteY168" fmla="*/ 6754678 h 6858000"/>
              <a:gd name="connsiteX169" fmla="*/ 5983398 w 6128435"/>
              <a:gd name="connsiteY169" fmla="*/ 6778641 h 6858000"/>
              <a:gd name="connsiteX170" fmla="*/ 5984543 w 6128435"/>
              <a:gd name="connsiteY170" fmla="*/ 6811016 h 6858000"/>
              <a:gd name="connsiteX171" fmla="*/ 5981802 w 6128435"/>
              <a:gd name="connsiteY171" fmla="*/ 6838578 h 6858000"/>
              <a:gd name="connsiteX172" fmla="*/ 5979671 w 6128435"/>
              <a:gd name="connsiteY172" fmla="*/ 6858000 h 6858000"/>
              <a:gd name="connsiteX173" fmla="*/ 0 w 6128435"/>
              <a:gd name="connsiteY173" fmla="*/ 6858000 h 6858000"/>
              <a:gd name="connsiteX174" fmla="*/ 0 w 6128435"/>
              <a:gd name="connsiteY174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71650 w 6128435"/>
              <a:gd name="connsiteY44" fmla="*/ 2440467 h 6858000"/>
              <a:gd name="connsiteX45" fmla="*/ 5204120 w 6128435"/>
              <a:gd name="connsiteY45" fmla="*/ 2435967 h 6858000"/>
              <a:gd name="connsiteX46" fmla="*/ 5148653 w 6128435"/>
              <a:gd name="connsiteY46" fmla="*/ 2460132 h 6858000"/>
              <a:gd name="connsiteX47" fmla="*/ 5192511 w 6128435"/>
              <a:gd name="connsiteY47" fmla="*/ 2549199 h 6858000"/>
              <a:gd name="connsiteX48" fmla="*/ 5307538 w 6128435"/>
              <a:gd name="connsiteY48" fmla="*/ 2514685 h 6858000"/>
              <a:gd name="connsiteX49" fmla="*/ 5337604 w 6128435"/>
              <a:gd name="connsiteY49" fmla="*/ 2597632 h 6858000"/>
              <a:gd name="connsiteX50" fmla="*/ 5407503 w 6128435"/>
              <a:gd name="connsiteY50" fmla="*/ 2786290 h 6858000"/>
              <a:gd name="connsiteX51" fmla="*/ 5407356 w 6128435"/>
              <a:gd name="connsiteY51" fmla="*/ 2787545 h 6858000"/>
              <a:gd name="connsiteX52" fmla="*/ 5411130 w 6128435"/>
              <a:gd name="connsiteY52" fmla="*/ 2788640 h 6858000"/>
              <a:gd name="connsiteX53" fmla="*/ 5416439 w 6128435"/>
              <a:gd name="connsiteY53" fmla="*/ 2805666 h 6858000"/>
              <a:gd name="connsiteX54" fmla="*/ 5416589 w 6128435"/>
              <a:gd name="connsiteY54" fmla="*/ 2810822 h 6858000"/>
              <a:gd name="connsiteX55" fmla="*/ 5418542 w 6128435"/>
              <a:gd name="connsiteY55" fmla="*/ 2817745 h 6858000"/>
              <a:gd name="connsiteX56" fmla="*/ 5418847 w 6128435"/>
              <a:gd name="connsiteY56" fmla="*/ 2817825 h 6858000"/>
              <a:gd name="connsiteX57" fmla="*/ 5423364 w 6128435"/>
              <a:gd name="connsiteY57" fmla="*/ 2858292 h 6858000"/>
              <a:gd name="connsiteX58" fmla="*/ 5479298 w 6128435"/>
              <a:gd name="connsiteY58" fmla="*/ 2947791 h 6858000"/>
              <a:gd name="connsiteX59" fmla="*/ 5481770 w 6128435"/>
              <a:gd name="connsiteY59" fmla="*/ 2951352 h 6858000"/>
              <a:gd name="connsiteX60" fmla="*/ 5481013 w 6128435"/>
              <a:gd name="connsiteY60" fmla="*/ 2973461 h 6858000"/>
              <a:gd name="connsiteX61" fmla="*/ 5482045 w 6128435"/>
              <a:gd name="connsiteY61" fmla="*/ 2984371 h 6858000"/>
              <a:gd name="connsiteX62" fmla="*/ 5479405 w 6128435"/>
              <a:gd name="connsiteY62" fmla="*/ 2988507 h 6858000"/>
              <a:gd name="connsiteX63" fmla="*/ 5482415 w 6128435"/>
              <a:gd name="connsiteY63" fmla="*/ 3004079 h 6858000"/>
              <a:gd name="connsiteX64" fmla="*/ 5483865 w 6128435"/>
              <a:gd name="connsiteY64" fmla="*/ 3005467 h 6858000"/>
              <a:gd name="connsiteX65" fmla="*/ 5482236 w 6128435"/>
              <a:gd name="connsiteY65" fmla="*/ 3019791 h 6858000"/>
              <a:gd name="connsiteX66" fmla="*/ 5475895 w 6128435"/>
              <a:gd name="connsiteY66" fmla="*/ 3033578 h 6858000"/>
              <a:gd name="connsiteX67" fmla="*/ 5477595 w 6128435"/>
              <a:gd name="connsiteY67" fmla="*/ 3250534 h 6858000"/>
              <a:gd name="connsiteX68" fmla="*/ 5532836 w 6128435"/>
              <a:gd name="connsiteY68" fmla="*/ 3353840 h 6858000"/>
              <a:gd name="connsiteX69" fmla="*/ 5561229 w 6128435"/>
              <a:gd name="connsiteY69" fmla="*/ 3395784 h 6858000"/>
              <a:gd name="connsiteX70" fmla="*/ 5589758 w 6128435"/>
              <a:gd name="connsiteY70" fmla="*/ 3506453 h 6858000"/>
              <a:gd name="connsiteX71" fmla="*/ 5596144 w 6128435"/>
              <a:gd name="connsiteY71" fmla="*/ 3534624 h 6858000"/>
              <a:gd name="connsiteX72" fmla="*/ 5597750 w 6128435"/>
              <a:gd name="connsiteY72" fmla="*/ 3534129 h 6858000"/>
              <a:gd name="connsiteX73" fmla="*/ 5599700 w 6128435"/>
              <a:gd name="connsiteY73" fmla="*/ 3547221 h 6858000"/>
              <a:gd name="connsiteX74" fmla="*/ 5615031 w 6128435"/>
              <a:gd name="connsiteY74" fmla="*/ 3557482 h 6858000"/>
              <a:gd name="connsiteX75" fmla="*/ 5618377 w 6128435"/>
              <a:gd name="connsiteY75" fmla="*/ 3588431 h 6858000"/>
              <a:gd name="connsiteX76" fmla="*/ 5612155 w 6128435"/>
              <a:gd name="connsiteY76" fmla="*/ 3589869 h 6858000"/>
              <a:gd name="connsiteX77" fmla="*/ 5620843 w 6128435"/>
              <a:gd name="connsiteY77" fmla="*/ 3606745 h 6858000"/>
              <a:gd name="connsiteX78" fmla="*/ 5655472 w 6128435"/>
              <a:gd name="connsiteY78" fmla="*/ 3678877 h 6858000"/>
              <a:gd name="connsiteX79" fmla="*/ 5680448 w 6128435"/>
              <a:gd name="connsiteY79" fmla="*/ 3717760 h 6858000"/>
              <a:gd name="connsiteX80" fmla="*/ 5683015 w 6128435"/>
              <a:gd name="connsiteY80" fmla="*/ 3762025 h 6858000"/>
              <a:gd name="connsiteX81" fmla="*/ 5696643 w 6128435"/>
              <a:gd name="connsiteY81" fmla="*/ 3773888 h 6858000"/>
              <a:gd name="connsiteX82" fmla="*/ 5699203 w 6128435"/>
              <a:gd name="connsiteY82" fmla="*/ 3775823 h 6858000"/>
              <a:gd name="connsiteX83" fmla="*/ 5704824 w 6128435"/>
              <a:gd name="connsiteY83" fmla="*/ 3785966 h 6858000"/>
              <a:gd name="connsiteX84" fmla="*/ 5712204 w 6128435"/>
              <a:gd name="connsiteY84" fmla="*/ 3785830 h 6858000"/>
              <a:gd name="connsiteX85" fmla="*/ 5724816 w 6128435"/>
              <a:gd name="connsiteY85" fmla="*/ 3798949 h 6858000"/>
              <a:gd name="connsiteX86" fmla="*/ 5733539 w 6128435"/>
              <a:gd name="connsiteY86" fmla="*/ 3818457 h 6858000"/>
              <a:gd name="connsiteX87" fmla="*/ 5768491 w 6128435"/>
              <a:gd name="connsiteY87" fmla="*/ 3914399 h 6858000"/>
              <a:gd name="connsiteX88" fmla="*/ 5793123 w 6128435"/>
              <a:gd name="connsiteY88" fmla="*/ 3969952 h 6858000"/>
              <a:gd name="connsiteX89" fmla="*/ 5808321 w 6128435"/>
              <a:gd name="connsiteY89" fmla="*/ 3988153 h 6858000"/>
              <a:gd name="connsiteX90" fmla="*/ 5825621 w 6128435"/>
              <a:gd name="connsiteY90" fmla="*/ 4015525 h 6858000"/>
              <a:gd name="connsiteX91" fmla="*/ 5860672 w 6128435"/>
              <a:gd name="connsiteY91" fmla="*/ 4061579 h 6858000"/>
              <a:gd name="connsiteX92" fmla="*/ 5872173 w 6128435"/>
              <a:gd name="connsiteY92" fmla="*/ 4088497 h 6858000"/>
              <a:gd name="connsiteX93" fmla="*/ 5883705 w 6128435"/>
              <a:gd name="connsiteY93" fmla="*/ 4101899 h 6858000"/>
              <a:gd name="connsiteX94" fmla="*/ 5885314 w 6128435"/>
              <a:gd name="connsiteY94" fmla="*/ 4108387 h 6858000"/>
              <a:gd name="connsiteX95" fmla="*/ 5894095 w 6128435"/>
              <a:gd name="connsiteY95" fmla="*/ 4128857 h 6858000"/>
              <a:gd name="connsiteX96" fmla="*/ 5898339 w 6128435"/>
              <a:gd name="connsiteY96" fmla="*/ 4140800 h 6858000"/>
              <a:gd name="connsiteX97" fmla="*/ 5899734 w 6128435"/>
              <a:gd name="connsiteY97" fmla="*/ 4145632 h 6858000"/>
              <a:gd name="connsiteX98" fmla="*/ 5897098 w 6128435"/>
              <a:gd name="connsiteY98" fmla="*/ 4157819 h 6858000"/>
              <a:gd name="connsiteX99" fmla="*/ 5903513 w 6128435"/>
              <a:gd name="connsiteY99" fmla="*/ 4187661 h 6858000"/>
              <a:gd name="connsiteX100" fmla="*/ 5917114 w 6128435"/>
              <a:gd name="connsiteY100" fmla="*/ 4213096 h 6858000"/>
              <a:gd name="connsiteX101" fmla="*/ 5921153 w 6128435"/>
              <a:gd name="connsiteY101" fmla="*/ 4236222 h 6858000"/>
              <a:gd name="connsiteX102" fmla="*/ 5924233 w 6128435"/>
              <a:gd name="connsiteY102" fmla="*/ 4242060 h 6858000"/>
              <a:gd name="connsiteX103" fmla="*/ 5928910 w 6128435"/>
              <a:gd name="connsiteY103" fmla="*/ 4300973 h 6858000"/>
              <a:gd name="connsiteX104" fmla="*/ 5939320 w 6128435"/>
              <a:gd name="connsiteY104" fmla="*/ 4340435 h 6858000"/>
              <a:gd name="connsiteX105" fmla="*/ 5946705 w 6128435"/>
              <a:gd name="connsiteY105" fmla="*/ 4428051 h 6858000"/>
              <a:gd name="connsiteX106" fmla="*/ 5949261 w 6128435"/>
              <a:gd name="connsiteY106" fmla="*/ 4449185 h 6858000"/>
              <a:gd name="connsiteX107" fmla="*/ 5957504 w 6128435"/>
              <a:gd name="connsiteY107" fmla="*/ 4465911 h 6858000"/>
              <a:gd name="connsiteX108" fmla="*/ 5964689 w 6128435"/>
              <a:gd name="connsiteY108" fmla="*/ 4468532 h 6858000"/>
              <a:gd name="connsiteX109" fmla="*/ 5967062 w 6128435"/>
              <a:gd name="connsiteY109" fmla="*/ 4479923 h 6858000"/>
              <a:gd name="connsiteX110" fmla="*/ 5968960 w 6128435"/>
              <a:gd name="connsiteY110" fmla="*/ 4482655 h 6858000"/>
              <a:gd name="connsiteX111" fmla="*/ 5978567 w 6128435"/>
              <a:gd name="connsiteY111" fmla="*/ 4498605 h 6858000"/>
              <a:gd name="connsiteX112" fmla="*/ 5980106 w 6128435"/>
              <a:gd name="connsiteY112" fmla="*/ 4585087 h 6858000"/>
              <a:gd name="connsiteX113" fmla="*/ 5998138 w 6128435"/>
              <a:gd name="connsiteY113" fmla="*/ 4697518 h 6858000"/>
              <a:gd name="connsiteX114" fmla="*/ 6013516 w 6128435"/>
              <a:gd name="connsiteY114" fmla="*/ 4786619 h 6858000"/>
              <a:gd name="connsiteX115" fmla="*/ 6025404 w 6128435"/>
              <a:gd name="connsiteY115" fmla="*/ 4858148 h 6858000"/>
              <a:gd name="connsiteX116" fmla="*/ 6007749 w 6128435"/>
              <a:gd name="connsiteY116" fmla="*/ 4964715 h 6858000"/>
              <a:gd name="connsiteX117" fmla="*/ 6005269 w 6128435"/>
              <a:gd name="connsiteY117" fmla="*/ 5150567 h 6858000"/>
              <a:gd name="connsiteX118" fmla="*/ 6001127 w 6128435"/>
              <a:gd name="connsiteY118" fmla="*/ 5164609 h 6858000"/>
              <a:gd name="connsiteX119" fmla="*/ 5996647 w 6128435"/>
              <a:gd name="connsiteY119" fmla="*/ 5185640 h 6858000"/>
              <a:gd name="connsiteX120" fmla="*/ 5998514 w 6128435"/>
              <a:gd name="connsiteY120" fmla="*/ 5189673 h 6858000"/>
              <a:gd name="connsiteX121" fmla="*/ 5995970 w 6128435"/>
              <a:gd name="connsiteY121" fmla="*/ 5221547 h 6858000"/>
              <a:gd name="connsiteX122" fmla="*/ 5997218 w 6128435"/>
              <a:gd name="connsiteY122" fmla="*/ 5222031 h 6858000"/>
              <a:gd name="connsiteX123" fmla="*/ 6002116 w 6128435"/>
              <a:gd name="connsiteY123" fmla="*/ 5231223 h 6858000"/>
              <a:gd name="connsiteX124" fmla="*/ 6008541 w 6128435"/>
              <a:gd name="connsiteY124" fmla="*/ 5248680 h 6858000"/>
              <a:gd name="connsiteX125" fmla="*/ 6039260 w 6128435"/>
              <a:gd name="connsiteY125" fmla="*/ 5289518 h 6858000"/>
              <a:gd name="connsiteX126" fmla="*/ 6036748 w 6128435"/>
              <a:gd name="connsiteY126" fmla="*/ 5322752 h 6858000"/>
              <a:gd name="connsiteX127" fmla="*/ 6036943 w 6128435"/>
              <a:gd name="connsiteY127" fmla="*/ 5329480 h 6858000"/>
              <a:gd name="connsiteX128" fmla="*/ 6037236 w 6128435"/>
              <a:gd name="connsiteY128" fmla="*/ 5329634 h 6858000"/>
              <a:gd name="connsiteX129" fmla="*/ 6038019 w 6128435"/>
              <a:gd name="connsiteY129" fmla="*/ 5336764 h 6858000"/>
              <a:gd name="connsiteX130" fmla="*/ 6037298 w 6128435"/>
              <a:gd name="connsiteY130" fmla="*/ 5341753 h 6858000"/>
              <a:gd name="connsiteX131" fmla="*/ 6037677 w 6128435"/>
              <a:gd name="connsiteY131" fmla="*/ 5354807 h 6858000"/>
              <a:gd name="connsiteX132" fmla="*/ 6039728 w 6128435"/>
              <a:gd name="connsiteY132" fmla="*/ 5359416 h 6858000"/>
              <a:gd name="connsiteX133" fmla="*/ 6043311 w 6128435"/>
              <a:gd name="connsiteY133" fmla="*/ 5361407 h 6858000"/>
              <a:gd name="connsiteX134" fmla="*/ 6042954 w 6128435"/>
              <a:gd name="connsiteY134" fmla="*/ 5362576 h 6858000"/>
              <a:gd name="connsiteX135" fmla="*/ 6053435 w 6128435"/>
              <a:gd name="connsiteY135" fmla="*/ 5387547 h 6858000"/>
              <a:gd name="connsiteX136" fmla="*/ 6065933 w 6128435"/>
              <a:gd name="connsiteY136" fmla="*/ 5443002 h 6858000"/>
              <a:gd name="connsiteX137" fmla="*/ 6068640 w 6128435"/>
              <a:gd name="connsiteY137" fmla="*/ 5474503 h 6858000"/>
              <a:gd name="connsiteX138" fmla="*/ 6080922 w 6128435"/>
              <a:gd name="connsiteY138" fmla="*/ 5561070 h 6858000"/>
              <a:gd name="connsiteX139" fmla="*/ 6096949 w 6128435"/>
              <a:gd name="connsiteY139" fmla="*/ 5648179 h 6858000"/>
              <a:gd name="connsiteX140" fmla="*/ 6125703 w 6128435"/>
              <a:gd name="connsiteY140" fmla="*/ 5692894 h 6858000"/>
              <a:gd name="connsiteX141" fmla="*/ 6126670 w 6128435"/>
              <a:gd name="connsiteY141" fmla="*/ 5697882 h 6858000"/>
              <a:gd name="connsiteX142" fmla="*/ 6124061 w 6128435"/>
              <a:gd name="connsiteY142" fmla="*/ 5710294 h 6858000"/>
              <a:gd name="connsiteX143" fmla="*/ 6122213 w 6128435"/>
              <a:gd name="connsiteY143" fmla="*/ 5714762 h 6858000"/>
              <a:gd name="connsiteX144" fmla="*/ 6121353 w 6128435"/>
              <a:gd name="connsiteY144" fmla="*/ 5721725 h 6858000"/>
              <a:gd name="connsiteX145" fmla="*/ 6121607 w 6128435"/>
              <a:gd name="connsiteY145" fmla="*/ 5721959 h 6858000"/>
              <a:gd name="connsiteX146" fmla="*/ 6120262 w 6128435"/>
              <a:gd name="connsiteY146" fmla="*/ 5728358 h 6858000"/>
              <a:gd name="connsiteX147" fmla="*/ 6110194 w 6128435"/>
              <a:gd name="connsiteY147" fmla="*/ 5758853 h 6858000"/>
              <a:gd name="connsiteX148" fmla="*/ 6127519 w 6128435"/>
              <a:gd name="connsiteY148" fmla="*/ 5865775 h 6858000"/>
              <a:gd name="connsiteX149" fmla="*/ 6128435 w 6128435"/>
              <a:gd name="connsiteY149" fmla="*/ 5870164 h 6858000"/>
              <a:gd name="connsiteX150" fmla="*/ 6119217 w 6128435"/>
              <a:gd name="connsiteY150" fmla="*/ 5888542 h 6858000"/>
              <a:gd name="connsiteX151" fmla="*/ 6115966 w 6128435"/>
              <a:gd name="connsiteY151" fmla="*/ 5898387 h 6858000"/>
              <a:gd name="connsiteX152" fmla="*/ 6111924 w 6128435"/>
              <a:gd name="connsiteY152" fmla="*/ 5900444 h 6858000"/>
              <a:gd name="connsiteX153" fmla="*/ 6108716 w 6128435"/>
              <a:gd name="connsiteY153" fmla="*/ 5915345 h 6858000"/>
              <a:gd name="connsiteX154" fmla="*/ 6109524 w 6128435"/>
              <a:gd name="connsiteY154" fmla="*/ 5917328 h 6858000"/>
              <a:gd name="connsiteX155" fmla="*/ 6102493 w 6128435"/>
              <a:gd name="connsiteY155" fmla="*/ 5928602 h 6858000"/>
              <a:gd name="connsiteX156" fmla="*/ 6056863 w 6128435"/>
              <a:gd name="connsiteY156" fmla="*/ 6000643 h 6858000"/>
              <a:gd name="connsiteX157" fmla="*/ 6045436 w 6128435"/>
              <a:gd name="connsiteY157" fmla="*/ 6124480 h 6858000"/>
              <a:gd name="connsiteX158" fmla="*/ 6030489 w 6128435"/>
              <a:gd name="connsiteY158" fmla="*/ 6317666 h 6858000"/>
              <a:gd name="connsiteX159" fmla="*/ 6007492 w 6128435"/>
              <a:gd name="connsiteY159" fmla="*/ 6440818 h 6858000"/>
              <a:gd name="connsiteX160" fmla="*/ 6009467 w 6128435"/>
              <a:gd name="connsiteY160" fmla="*/ 6487076 h 6858000"/>
              <a:gd name="connsiteX161" fmla="*/ 5995064 w 6128435"/>
              <a:gd name="connsiteY161" fmla="*/ 6540791 h 6858000"/>
              <a:gd name="connsiteX162" fmla="*/ 5996309 w 6128435"/>
              <a:gd name="connsiteY162" fmla="*/ 6543961 h 6858000"/>
              <a:gd name="connsiteX163" fmla="*/ 5996048 w 6128435"/>
              <a:gd name="connsiteY163" fmla="*/ 6555444 h 6858000"/>
              <a:gd name="connsiteX164" fmla="*/ 6002524 w 6128435"/>
              <a:gd name="connsiteY164" fmla="*/ 6560188 h 6858000"/>
              <a:gd name="connsiteX165" fmla="*/ 6006823 w 6128435"/>
              <a:gd name="connsiteY165" fmla="*/ 6578546 h 6858000"/>
              <a:gd name="connsiteX166" fmla="*/ 6004510 w 6128435"/>
              <a:gd name="connsiteY166" fmla="*/ 6599256 h 6858000"/>
              <a:gd name="connsiteX167" fmla="*/ 5986207 w 6128435"/>
              <a:gd name="connsiteY167" fmla="*/ 6695855 h 6858000"/>
              <a:gd name="connsiteX168" fmla="*/ 5979428 w 6128435"/>
              <a:gd name="connsiteY168" fmla="*/ 6754678 h 6858000"/>
              <a:gd name="connsiteX169" fmla="*/ 5983398 w 6128435"/>
              <a:gd name="connsiteY169" fmla="*/ 6778641 h 6858000"/>
              <a:gd name="connsiteX170" fmla="*/ 5984543 w 6128435"/>
              <a:gd name="connsiteY170" fmla="*/ 6811016 h 6858000"/>
              <a:gd name="connsiteX171" fmla="*/ 5981802 w 6128435"/>
              <a:gd name="connsiteY171" fmla="*/ 6838578 h 6858000"/>
              <a:gd name="connsiteX172" fmla="*/ 5979671 w 6128435"/>
              <a:gd name="connsiteY172" fmla="*/ 6858000 h 6858000"/>
              <a:gd name="connsiteX173" fmla="*/ 0 w 6128435"/>
              <a:gd name="connsiteY173" fmla="*/ 6858000 h 6858000"/>
              <a:gd name="connsiteX174" fmla="*/ 0 w 6128435"/>
              <a:gd name="connsiteY174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04120 w 6128435"/>
              <a:gd name="connsiteY44" fmla="*/ 2435967 h 6858000"/>
              <a:gd name="connsiteX45" fmla="*/ 5148653 w 6128435"/>
              <a:gd name="connsiteY45" fmla="*/ 2460132 h 6858000"/>
              <a:gd name="connsiteX46" fmla="*/ 5192511 w 6128435"/>
              <a:gd name="connsiteY46" fmla="*/ 2549199 h 6858000"/>
              <a:gd name="connsiteX47" fmla="*/ 5307538 w 6128435"/>
              <a:gd name="connsiteY47" fmla="*/ 2514685 h 6858000"/>
              <a:gd name="connsiteX48" fmla="*/ 5337604 w 6128435"/>
              <a:gd name="connsiteY48" fmla="*/ 2597632 h 6858000"/>
              <a:gd name="connsiteX49" fmla="*/ 5407503 w 6128435"/>
              <a:gd name="connsiteY49" fmla="*/ 2786290 h 6858000"/>
              <a:gd name="connsiteX50" fmla="*/ 5407356 w 6128435"/>
              <a:gd name="connsiteY50" fmla="*/ 2787545 h 6858000"/>
              <a:gd name="connsiteX51" fmla="*/ 5411130 w 6128435"/>
              <a:gd name="connsiteY51" fmla="*/ 2788640 h 6858000"/>
              <a:gd name="connsiteX52" fmla="*/ 5416439 w 6128435"/>
              <a:gd name="connsiteY52" fmla="*/ 2805666 h 6858000"/>
              <a:gd name="connsiteX53" fmla="*/ 5416589 w 6128435"/>
              <a:gd name="connsiteY53" fmla="*/ 2810822 h 6858000"/>
              <a:gd name="connsiteX54" fmla="*/ 5418542 w 6128435"/>
              <a:gd name="connsiteY54" fmla="*/ 2817745 h 6858000"/>
              <a:gd name="connsiteX55" fmla="*/ 5418847 w 6128435"/>
              <a:gd name="connsiteY55" fmla="*/ 2817825 h 6858000"/>
              <a:gd name="connsiteX56" fmla="*/ 5423364 w 6128435"/>
              <a:gd name="connsiteY56" fmla="*/ 2858292 h 6858000"/>
              <a:gd name="connsiteX57" fmla="*/ 5479298 w 6128435"/>
              <a:gd name="connsiteY57" fmla="*/ 2947791 h 6858000"/>
              <a:gd name="connsiteX58" fmla="*/ 5481770 w 6128435"/>
              <a:gd name="connsiteY58" fmla="*/ 2951352 h 6858000"/>
              <a:gd name="connsiteX59" fmla="*/ 5481013 w 6128435"/>
              <a:gd name="connsiteY59" fmla="*/ 2973461 h 6858000"/>
              <a:gd name="connsiteX60" fmla="*/ 5482045 w 6128435"/>
              <a:gd name="connsiteY60" fmla="*/ 2984371 h 6858000"/>
              <a:gd name="connsiteX61" fmla="*/ 5479405 w 6128435"/>
              <a:gd name="connsiteY61" fmla="*/ 2988507 h 6858000"/>
              <a:gd name="connsiteX62" fmla="*/ 5482415 w 6128435"/>
              <a:gd name="connsiteY62" fmla="*/ 3004079 h 6858000"/>
              <a:gd name="connsiteX63" fmla="*/ 5483865 w 6128435"/>
              <a:gd name="connsiteY63" fmla="*/ 3005467 h 6858000"/>
              <a:gd name="connsiteX64" fmla="*/ 5482236 w 6128435"/>
              <a:gd name="connsiteY64" fmla="*/ 3019791 h 6858000"/>
              <a:gd name="connsiteX65" fmla="*/ 5475895 w 6128435"/>
              <a:gd name="connsiteY65" fmla="*/ 3033578 h 6858000"/>
              <a:gd name="connsiteX66" fmla="*/ 5477595 w 6128435"/>
              <a:gd name="connsiteY66" fmla="*/ 3250534 h 6858000"/>
              <a:gd name="connsiteX67" fmla="*/ 5532836 w 6128435"/>
              <a:gd name="connsiteY67" fmla="*/ 3353840 h 6858000"/>
              <a:gd name="connsiteX68" fmla="*/ 5561229 w 6128435"/>
              <a:gd name="connsiteY68" fmla="*/ 3395784 h 6858000"/>
              <a:gd name="connsiteX69" fmla="*/ 5589758 w 6128435"/>
              <a:gd name="connsiteY69" fmla="*/ 3506453 h 6858000"/>
              <a:gd name="connsiteX70" fmla="*/ 5596144 w 6128435"/>
              <a:gd name="connsiteY70" fmla="*/ 3534624 h 6858000"/>
              <a:gd name="connsiteX71" fmla="*/ 5597750 w 6128435"/>
              <a:gd name="connsiteY71" fmla="*/ 3534129 h 6858000"/>
              <a:gd name="connsiteX72" fmla="*/ 5599700 w 6128435"/>
              <a:gd name="connsiteY72" fmla="*/ 3547221 h 6858000"/>
              <a:gd name="connsiteX73" fmla="*/ 5615031 w 6128435"/>
              <a:gd name="connsiteY73" fmla="*/ 3557482 h 6858000"/>
              <a:gd name="connsiteX74" fmla="*/ 5618377 w 6128435"/>
              <a:gd name="connsiteY74" fmla="*/ 3588431 h 6858000"/>
              <a:gd name="connsiteX75" fmla="*/ 5612155 w 6128435"/>
              <a:gd name="connsiteY75" fmla="*/ 3589869 h 6858000"/>
              <a:gd name="connsiteX76" fmla="*/ 5620843 w 6128435"/>
              <a:gd name="connsiteY76" fmla="*/ 3606745 h 6858000"/>
              <a:gd name="connsiteX77" fmla="*/ 5655472 w 6128435"/>
              <a:gd name="connsiteY77" fmla="*/ 3678877 h 6858000"/>
              <a:gd name="connsiteX78" fmla="*/ 5680448 w 6128435"/>
              <a:gd name="connsiteY78" fmla="*/ 3717760 h 6858000"/>
              <a:gd name="connsiteX79" fmla="*/ 5683015 w 6128435"/>
              <a:gd name="connsiteY79" fmla="*/ 3762025 h 6858000"/>
              <a:gd name="connsiteX80" fmla="*/ 5696643 w 6128435"/>
              <a:gd name="connsiteY80" fmla="*/ 3773888 h 6858000"/>
              <a:gd name="connsiteX81" fmla="*/ 5699203 w 6128435"/>
              <a:gd name="connsiteY81" fmla="*/ 3775823 h 6858000"/>
              <a:gd name="connsiteX82" fmla="*/ 5704824 w 6128435"/>
              <a:gd name="connsiteY82" fmla="*/ 3785966 h 6858000"/>
              <a:gd name="connsiteX83" fmla="*/ 5712204 w 6128435"/>
              <a:gd name="connsiteY83" fmla="*/ 3785830 h 6858000"/>
              <a:gd name="connsiteX84" fmla="*/ 5724816 w 6128435"/>
              <a:gd name="connsiteY84" fmla="*/ 3798949 h 6858000"/>
              <a:gd name="connsiteX85" fmla="*/ 5733539 w 6128435"/>
              <a:gd name="connsiteY85" fmla="*/ 3818457 h 6858000"/>
              <a:gd name="connsiteX86" fmla="*/ 5768491 w 6128435"/>
              <a:gd name="connsiteY86" fmla="*/ 3914399 h 6858000"/>
              <a:gd name="connsiteX87" fmla="*/ 5793123 w 6128435"/>
              <a:gd name="connsiteY87" fmla="*/ 3969952 h 6858000"/>
              <a:gd name="connsiteX88" fmla="*/ 5808321 w 6128435"/>
              <a:gd name="connsiteY88" fmla="*/ 3988153 h 6858000"/>
              <a:gd name="connsiteX89" fmla="*/ 5825621 w 6128435"/>
              <a:gd name="connsiteY89" fmla="*/ 4015525 h 6858000"/>
              <a:gd name="connsiteX90" fmla="*/ 5860672 w 6128435"/>
              <a:gd name="connsiteY90" fmla="*/ 4061579 h 6858000"/>
              <a:gd name="connsiteX91" fmla="*/ 5872173 w 6128435"/>
              <a:gd name="connsiteY91" fmla="*/ 4088497 h 6858000"/>
              <a:gd name="connsiteX92" fmla="*/ 5883705 w 6128435"/>
              <a:gd name="connsiteY92" fmla="*/ 4101899 h 6858000"/>
              <a:gd name="connsiteX93" fmla="*/ 5885314 w 6128435"/>
              <a:gd name="connsiteY93" fmla="*/ 4108387 h 6858000"/>
              <a:gd name="connsiteX94" fmla="*/ 5894095 w 6128435"/>
              <a:gd name="connsiteY94" fmla="*/ 4128857 h 6858000"/>
              <a:gd name="connsiteX95" fmla="*/ 5898339 w 6128435"/>
              <a:gd name="connsiteY95" fmla="*/ 4140800 h 6858000"/>
              <a:gd name="connsiteX96" fmla="*/ 5899734 w 6128435"/>
              <a:gd name="connsiteY96" fmla="*/ 4145632 h 6858000"/>
              <a:gd name="connsiteX97" fmla="*/ 5897098 w 6128435"/>
              <a:gd name="connsiteY97" fmla="*/ 4157819 h 6858000"/>
              <a:gd name="connsiteX98" fmla="*/ 5903513 w 6128435"/>
              <a:gd name="connsiteY98" fmla="*/ 4187661 h 6858000"/>
              <a:gd name="connsiteX99" fmla="*/ 5917114 w 6128435"/>
              <a:gd name="connsiteY99" fmla="*/ 4213096 h 6858000"/>
              <a:gd name="connsiteX100" fmla="*/ 5921153 w 6128435"/>
              <a:gd name="connsiteY100" fmla="*/ 4236222 h 6858000"/>
              <a:gd name="connsiteX101" fmla="*/ 5924233 w 6128435"/>
              <a:gd name="connsiteY101" fmla="*/ 4242060 h 6858000"/>
              <a:gd name="connsiteX102" fmla="*/ 5928910 w 6128435"/>
              <a:gd name="connsiteY102" fmla="*/ 4300973 h 6858000"/>
              <a:gd name="connsiteX103" fmla="*/ 5939320 w 6128435"/>
              <a:gd name="connsiteY103" fmla="*/ 4340435 h 6858000"/>
              <a:gd name="connsiteX104" fmla="*/ 5946705 w 6128435"/>
              <a:gd name="connsiteY104" fmla="*/ 4428051 h 6858000"/>
              <a:gd name="connsiteX105" fmla="*/ 5949261 w 6128435"/>
              <a:gd name="connsiteY105" fmla="*/ 4449185 h 6858000"/>
              <a:gd name="connsiteX106" fmla="*/ 5957504 w 6128435"/>
              <a:gd name="connsiteY106" fmla="*/ 4465911 h 6858000"/>
              <a:gd name="connsiteX107" fmla="*/ 5964689 w 6128435"/>
              <a:gd name="connsiteY107" fmla="*/ 4468532 h 6858000"/>
              <a:gd name="connsiteX108" fmla="*/ 5967062 w 6128435"/>
              <a:gd name="connsiteY108" fmla="*/ 4479923 h 6858000"/>
              <a:gd name="connsiteX109" fmla="*/ 5968960 w 6128435"/>
              <a:gd name="connsiteY109" fmla="*/ 4482655 h 6858000"/>
              <a:gd name="connsiteX110" fmla="*/ 5978567 w 6128435"/>
              <a:gd name="connsiteY110" fmla="*/ 4498605 h 6858000"/>
              <a:gd name="connsiteX111" fmla="*/ 5980106 w 6128435"/>
              <a:gd name="connsiteY111" fmla="*/ 4585087 h 6858000"/>
              <a:gd name="connsiteX112" fmla="*/ 5998138 w 6128435"/>
              <a:gd name="connsiteY112" fmla="*/ 4697518 h 6858000"/>
              <a:gd name="connsiteX113" fmla="*/ 6013516 w 6128435"/>
              <a:gd name="connsiteY113" fmla="*/ 4786619 h 6858000"/>
              <a:gd name="connsiteX114" fmla="*/ 6025404 w 6128435"/>
              <a:gd name="connsiteY114" fmla="*/ 4858148 h 6858000"/>
              <a:gd name="connsiteX115" fmla="*/ 6007749 w 6128435"/>
              <a:gd name="connsiteY115" fmla="*/ 4964715 h 6858000"/>
              <a:gd name="connsiteX116" fmla="*/ 6005269 w 6128435"/>
              <a:gd name="connsiteY116" fmla="*/ 5150567 h 6858000"/>
              <a:gd name="connsiteX117" fmla="*/ 6001127 w 6128435"/>
              <a:gd name="connsiteY117" fmla="*/ 5164609 h 6858000"/>
              <a:gd name="connsiteX118" fmla="*/ 5996647 w 6128435"/>
              <a:gd name="connsiteY118" fmla="*/ 5185640 h 6858000"/>
              <a:gd name="connsiteX119" fmla="*/ 5998514 w 6128435"/>
              <a:gd name="connsiteY119" fmla="*/ 5189673 h 6858000"/>
              <a:gd name="connsiteX120" fmla="*/ 5995970 w 6128435"/>
              <a:gd name="connsiteY120" fmla="*/ 5221547 h 6858000"/>
              <a:gd name="connsiteX121" fmla="*/ 5997218 w 6128435"/>
              <a:gd name="connsiteY121" fmla="*/ 5222031 h 6858000"/>
              <a:gd name="connsiteX122" fmla="*/ 6002116 w 6128435"/>
              <a:gd name="connsiteY122" fmla="*/ 5231223 h 6858000"/>
              <a:gd name="connsiteX123" fmla="*/ 6008541 w 6128435"/>
              <a:gd name="connsiteY123" fmla="*/ 5248680 h 6858000"/>
              <a:gd name="connsiteX124" fmla="*/ 6039260 w 6128435"/>
              <a:gd name="connsiteY124" fmla="*/ 5289518 h 6858000"/>
              <a:gd name="connsiteX125" fmla="*/ 6036748 w 6128435"/>
              <a:gd name="connsiteY125" fmla="*/ 5322752 h 6858000"/>
              <a:gd name="connsiteX126" fmla="*/ 6036943 w 6128435"/>
              <a:gd name="connsiteY126" fmla="*/ 5329480 h 6858000"/>
              <a:gd name="connsiteX127" fmla="*/ 6037236 w 6128435"/>
              <a:gd name="connsiteY127" fmla="*/ 5329634 h 6858000"/>
              <a:gd name="connsiteX128" fmla="*/ 6038019 w 6128435"/>
              <a:gd name="connsiteY128" fmla="*/ 5336764 h 6858000"/>
              <a:gd name="connsiteX129" fmla="*/ 6037298 w 6128435"/>
              <a:gd name="connsiteY129" fmla="*/ 5341753 h 6858000"/>
              <a:gd name="connsiteX130" fmla="*/ 6037677 w 6128435"/>
              <a:gd name="connsiteY130" fmla="*/ 5354807 h 6858000"/>
              <a:gd name="connsiteX131" fmla="*/ 6039728 w 6128435"/>
              <a:gd name="connsiteY131" fmla="*/ 5359416 h 6858000"/>
              <a:gd name="connsiteX132" fmla="*/ 6043311 w 6128435"/>
              <a:gd name="connsiteY132" fmla="*/ 5361407 h 6858000"/>
              <a:gd name="connsiteX133" fmla="*/ 6042954 w 6128435"/>
              <a:gd name="connsiteY133" fmla="*/ 5362576 h 6858000"/>
              <a:gd name="connsiteX134" fmla="*/ 6053435 w 6128435"/>
              <a:gd name="connsiteY134" fmla="*/ 5387547 h 6858000"/>
              <a:gd name="connsiteX135" fmla="*/ 6065933 w 6128435"/>
              <a:gd name="connsiteY135" fmla="*/ 5443002 h 6858000"/>
              <a:gd name="connsiteX136" fmla="*/ 6068640 w 6128435"/>
              <a:gd name="connsiteY136" fmla="*/ 5474503 h 6858000"/>
              <a:gd name="connsiteX137" fmla="*/ 6080922 w 6128435"/>
              <a:gd name="connsiteY137" fmla="*/ 5561070 h 6858000"/>
              <a:gd name="connsiteX138" fmla="*/ 6096949 w 6128435"/>
              <a:gd name="connsiteY138" fmla="*/ 5648179 h 6858000"/>
              <a:gd name="connsiteX139" fmla="*/ 6125703 w 6128435"/>
              <a:gd name="connsiteY139" fmla="*/ 5692894 h 6858000"/>
              <a:gd name="connsiteX140" fmla="*/ 6126670 w 6128435"/>
              <a:gd name="connsiteY140" fmla="*/ 5697882 h 6858000"/>
              <a:gd name="connsiteX141" fmla="*/ 6124061 w 6128435"/>
              <a:gd name="connsiteY141" fmla="*/ 5710294 h 6858000"/>
              <a:gd name="connsiteX142" fmla="*/ 6122213 w 6128435"/>
              <a:gd name="connsiteY142" fmla="*/ 5714762 h 6858000"/>
              <a:gd name="connsiteX143" fmla="*/ 6121353 w 6128435"/>
              <a:gd name="connsiteY143" fmla="*/ 5721725 h 6858000"/>
              <a:gd name="connsiteX144" fmla="*/ 6121607 w 6128435"/>
              <a:gd name="connsiteY144" fmla="*/ 5721959 h 6858000"/>
              <a:gd name="connsiteX145" fmla="*/ 6120262 w 6128435"/>
              <a:gd name="connsiteY145" fmla="*/ 5728358 h 6858000"/>
              <a:gd name="connsiteX146" fmla="*/ 6110194 w 6128435"/>
              <a:gd name="connsiteY146" fmla="*/ 5758853 h 6858000"/>
              <a:gd name="connsiteX147" fmla="*/ 6127519 w 6128435"/>
              <a:gd name="connsiteY147" fmla="*/ 5865775 h 6858000"/>
              <a:gd name="connsiteX148" fmla="*/ 6128435 w 6128435"/>
              <a:gd name="connsiteY148" fmla="*/ 5870164 h 6858000"/>
              <a:gd name="connsiteX149" fmla="*/ 6119217 w 6128435"/>
              <a:gd name="connsiteY149" fmla="*/ 5888542 h 6858000"/>
              <a:gd name="connsiteX150" fmla="*/ 6115966 w 6128435"/>
              <a:gd name="connsiteY150" fmla="*/ 5898387 h 6858000"/>
              <a:gd name="connsiteX151" fmla="*/ 6111924 w 6128435"/>
              <a:gd name="connsiteY151" fmla="*/ 5900444 h 6858000"/>
              <a:gd name="connsiteX152" fmla="*/ 6108716 w 6128435"/>
              <a:gd name="connsiteY152" fmla="*/ 5915345 h 6858000"/>
              <a:gd name="connsiteX153" fmla="*/ 6109524 w 6128435"/>
              <a:gd name="connsiteY153" fmla="*/ 5917328 h 6858000"/>
              <a:gd name="connsiteX154" fmla="*/ 6102493 w 6128435"/>
              <a:gd name="connsiteY154" fmla="*/ 5928602 h 6858000"/>
              <a:gd name="connsiteX155" fmla="*/ 6056863 w 6128435"/>
              <a:gd name="connsiteY155" fmla="*/ 6000643 h 6858000"/>
              <a:gd name="connsiteX156" fmla="*/ 6045436 w 6128435"/>
              <a:gd name="connsiteY156" fmla="*/ 6124480 h 6858000"/>
              <a:gd name="connsiteX157" fmla="*/ 6030489 w 6128435"/>
              <a:gd name="connsiteY157" fmla="*/ 6317666 h 6858000"/>
              <a:gd name="connsiteX158" fmla="*/ 6007492 w 6128435"/>
              <a:gd name="connsiteY158" fmla="*/ 6440818 h 6858000"/>
              <a:gd name="connsiteX159" fmla="*/ 6009467 w 6128435"/>
              <a:gd name="connsiteY159" fmla="*/ 6487076 h 6858000"/>
              <a:gd name="connsiteX160" fmla="*/ 5995064 w 6128435"/>
              <a:gd name="connsiteY160" fmla="*/ 6540791 h 6858000"/>
              <a:gd name="connsiteX161" fmla="*/ 5996309 w 6128435"/>
              <a:gd name="connsiteY161" fmla="*/ 6543961 h 6858000"/>
              <a:gd name="connsiteX162" fmla="*/ 5996048 w 6128435"/>
              <a:gd name="connsiteY162" fmla="*/ 6555444 h 6858000"/>
              <a:gd name="connsiteX163" fmla="*/ 6002524 w 6128435"/>
              <a:gd name="connsiteY163" fmla="*/ 6560188 h 6858000"/>
              <a:gd name="connsiteX164" fmla="*/ 6006823 w 6128435"/>
              <a:gd name="connsiteY164" fmla="*/ 6578546 h 6858000"/>
              <a:gd name="connsiteX165" fmla="*/ 6004510 w 6128435"/>
              <a:gd name="connsiteY165" fmla="*/ 6599256 h 6858000"/>
              <a:gd name="connsiteX166" fmla="*/ 5986207 w 6128435"/>
              <a:gd name="connsiteY166" fmla="*/ 6695855 h 6858000"/>
              <a:gd name="connsiteX167" fmla="*/ 5979428 w 6128435"/>
              <a:gd name="connsiteY167" fmla="*/ 6754678 h 6858000"/>
              <a:gd name="connsiteX168" fmla="*/ 5983398 w 6128435"/>
              <a:gd name="connsiteY168" fmla="*/ 6778641 h 6858000"/>
              <a:gd name="connsiteX169" fmla="*/ 5984543 w 6128435"/>
              <a:gd name="connsiteY169" fmla="*/ 6811016 h 6858000"/>
              <a:gd name="connsiteX170" fmla="*/ 5981802 w 6128435"/>
              <a:gd name="connsiteY170" fmla="*/ 6838578 h 6858000"/>
              <a:gd name="connsiteX171" fmla="*/ 5979671 w 6128435"/>
              <a:gd name="connsiteY171" fmla="*/ 6858000 h 6858000"/>
              <a:gd name="connsiteX172" fmla="*/ 0 w 6128435"/>
              <a:gd name="connsiteY172" fmla="*/ 6858000 h 6858000"/>
              <a:gd name="connsiteX173" fmla="*/ 0 w 6128435"/>
              <a:gd name="connsiteY17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93877 w 6128435"/>
              <a:gd name="connsiteY44" fmla="*/ 2368649 h 6858000"/>
              <a:gd name="connsiteX45" fmla="*/ 5148653 w 6128435"/>
              <a:gd name="connsiteY45" fmla="*/ 2460132 h 6858000"/>
              <a:gd name="connsiteX46" fmla="*/ 5192511 w 6128435"/>
              <a:gd name="connsiteY46" fmla="*/ 2549199 h 6858000"/>
              <a:gd name="connsiteX47" fmla="*/ 5307538 w 6128435"/>
              <a:gd name="connsiteY47" fmla="*/ 2514685 h 6858000"/>
              <a:gd name="connsiteX48" fmla="*/ 5337604 w 6128435"/>
              <a:gd name="connsiteY48" fmla="*/ 2597632 h 6858000"/>
              <a:gd name="connsiteX49" fmla="*/ 5407503 w 6128435"/>
              <a:gd name="connsiteY49" fmla="*/ 2786290 h 6858000"/>
              <a:gd name="connsiteX50" fmla="*/ 5407356 w 6128435"/>
              <a:gd name="connsiteY50" fmla="*/ 2787545 h 6858000"/>
              <a:gd name="connsiteX51" fmla="*/ 5411130 w 6128435"/>
              <a:gd name="connsiteY51" fmla="*/ 2788640 h 6858000"/>
              <a:gd name="connsiteX52" fmla="*/ 5416439 w 6128435"/>
              <a:gd name="connsiteY52" fmla="*/ 2805666 h 6858000"/>
              <a:gd name="connsiteX53" fmla="*/ 5416589 w 6128435"/>
              <a:gd name="connsiteY53" fmla="*/ 2810822 h 6858000"/>
              <a:gd name="connsiteX54" fmla="*/ 5418542 w 6128435"/>
              <a:gd name="connsiteY54" fmla="*/ 2817745 h 6858000"/>
              <a:gd name="connsiteX55" fmla="*/ 5418847 w 6128435"/>
              <a:gd name="connsiteY55" fmla="*/ 2817825 h 6858000"/>
              <a:gd name="connsiteX56" fmla="*/ 5423364 w 6128435"/>
              <a:gd name="connsiteY56" fmla="*/ 2858292 h 6858000"/>
              <a:gd name="connsiteX57" fmla="*/ 5479298 w 6128435"/>
              <a:gd name="connsiteY57" fmla="*/ 2947791 h 6858000"/>
              <a:gd name="connsiteX58" fmla="*/ 5481770 w 6128435"/>
              <a:gd name="connsiteY58" fmla="*/ 2951352 h 6858000"/>
              <a:gd name="connsiteX59" fmla="*/ 5481013 w 6128435"/>
              <a:gd name="connsiteY59" fmla="*/ 2973461 h 6858000"/>
              <a:gd name="connsiteX60" fmla="*/ 5482045 w 6128435"/>
              <a:gd name="connsiteY60" fmla="*/ 2984371 h 6858000"/>
              <a:gd name="connsiteX61" fmla="*/ 5479405 w 6128435"/>
              <a:gd name="connsiteY61" fmla="*/ 2988507 h 6858000"/>
              <a:gd name="connsiteX62" fmla="*/ 5482415 w 6128435"/>
              <a:gd name="connsiteY62" fmla="*/ 3004079 h 6858000"/>
              <a:gd name="connsiteX63" fmla="*/ 5483865 w 6128435"/>
              <a:gd name="connsiteY63" fmla="*/ 3005467 h 6858000"/>
              <a:gd name="connsiteX64" fmla="*/ 5482236 w 6128435"/>
              <a:gd name="connsiteY64" fmla="*/ 3019791 h 6858000"/>
              <a:gd name="connsiteX65" fmla="*/ 5475895 w 6128435"/>
              <a:gd name="connsiteY65" fmla="*/ 3033578 h 6858000"/>
              <a:gd name="connsiteX66" fmla="*/ 5477595 w 6128435"/>
              <a:gd name="connsiteY66" fmla="*/ 3250534 h 6858000"/>
              <a:gd name="connsiteX67" fmla="*/ 5532836 w 6128435"/>
              <a:gd name="connsiteY67" fmla="*/ 3353840 h 6858000"/>
              <a:gd name="connsiteX68" fmla="*/ 5561229 w 6128435"/>
              <a:gd name="connsiteY68" fmla="*/ 3395784 h 6858000"/>
              <a:gd name="connsiteX69" fmla="*/ 5589758 w 6128435"/>
              <a:gd name="connsiteY69" fmla="*/ 3506453 h 6858000"/>
              <a:gd name="connsiteX70" fmla="*/ 5596144 w 6128435"/>
              <a:gd name="connsiteY70" fmla="*/ 3534624 h 6858000"/>
              <a:gd name="connsiteX71" fmla="*/ 5597750 w 6128435"/>
              <a:gd name="connsiteY71" fmla="*/ 3534129 h 6858000"/>
              <a:gd name="connsiteX72" fmla="*/ 5599700 w 6128435"/>
              <a:gd name="connsiteY72" fmla="*/ 3547221 h 6858000"/>
              <a:gd name="connsiteX73" fmla="*/ 5615031 w 6128435"/>
              <a:gd name="connsiteY73" fmla="*/ 3557482 h 6858000"/>
              <a:gd name="connsiteX74" fmla="*/ 5618377 w 6128435"/>
              <a:gd name="connsiteY74" fmla="*/ 3588431 h 6858000"/>
              <a:gd name="connsiteX75" fmla="*/ 5612155 w 6128435"/>
              <a:gd name="connsiteY75" fmla="*/ 3589869 h 6858000"/>
              <a:gd name="connsiteX76" fmla="*/ 5620843 w 6128435"/>
              <a:gd name="connsiteY76" fmla="*/ 3606745 h 6858000"/>
              <a:gd name="connsiteX77" fmla="*/ 5655472 w 6128435"/>
              <a:gd name="connsiteY77" fmla="*/ 3678877 h 6858000"/>
              <a:gd name="connsiteX78" fmla="*/ 5680448 w 6128435"/>
              <a:gd name="connsiteY78" fmla="*/ 3717760 h 6858000"/>
              <a:gd name="connsiteX79" fmla="*/ 5683015 w 6128435"/>
              <a:gd name="connsiteY79" fmla="*/ 3762025 h 6858000"/>
              <a:gd name="connsiteX80" fmla="*/ 5696643 w 6128435"/>
              <a:gd name="connsiteY80" fmla="*/ 3773888 h 6858000"/>
              <a:gd name="connsiteX81" fmla="*/ 5699203 w 6128435"/>
              <a:gd name="connsiteY81" fmla="*/ 3775823 h 6858000"/>
              <a:gd name="connsiteX82" fmla="*/ 5704824 w 6128435"/>
              <a:gd name="connsiteY82" fmla="*/ 3785966 h 6858000"/>
              <a:gd name="connsiteX83" fmla="*/ 5712204 w 6128435"/>
              <a:gd name="connsiteY83" fmla="*/ 3785830 h 6858000"/>
              <a:gd name="connsiteX84" fmla="*/ 5724816 w 6128435"/>
              <a:gd name="connsiteY84" fmla="*/ 3798949 h 6858000"/>
              <a:gd name="connsiteX85" fmla="*/ 5733539 w 6128435"/>
              <a:gd name="connsiteY85" fmla="*/ 3818457 h 6858000"/>
              <a:gd name="connsiteX86" fmla="*/ 5768491 w 6128435"/>
              <a:gd name="connsiteY86" fmla="*/ 3914399 h 6858000"/>
              <a:gd name="connsiteX87" fmla="*/ 5793123 w 6128435"/>
              <a:gd name="connsiteY87" fmla="*/ 3969952 h 6858000"/>
              <a:gd name="connsiteX88" fmla="*/ 5808321 w 6128435"/>
              <a:gd name="connsiteY88" fmla="*/ 3988153 h 6858000"/>
              <a:gd name="connsiteX89" fmla="*/ 5825621 w 6128435"/>
              <a:gd name="connsiteY89" fmla="*/ 4015525 h 6858000"/>
              <a:gd name="connsiteX90" fmla="*/ 5860672 w 6128435"/>
              <a:gd name="connsiteY90" fmla="*/ 4061579 h 6858000"/>
              <a:gd name="connsiteX91" fmla="*/ 5872173 w 6128435"/>
              <a:gd name="connsiteY91" fmla="*/ 4088497 h 6858000"/>
              <a:gd name="connsiteX92" fmla="*/ 5883705 w 6128435"/>
              <a:gd name="connsiteY92" fmla="*/ 4101899 h 6858000"/>
              <a:gd name="connsiteX93" fmla="*/ 5885314 w 6128435"/>
              <a:gd name="connsiteY93" fmla="*/ 4108387 h 6858000"/>
              <a:gd name="connsiteX94" fmla="*/ 5894095 w 6128435"/>
              <a:gd name="connsiteY94" fmla="*/ 4128857 h 6858000"/>
              <a:gd name="connsiteX95" fmla="*/ 5898339 w 6128435"/>
              <a:gd name="connsiteY95" fmla="*/ 4140800 h 6858000"/>
              <a:gd name="connsiteX96" fmla="*/ 5899734 w 6128435"/>
              <a:gd name="connsiteY96" fmla="*/ 4145632 h 6858000"/>
              <a:gd name="connsiteX97" fmla="*/ 5897098 w 6128435"/>
              <a:gd name="connsiteY97" fmla="*/ 4157819 h 6858000"/>
              <a:gd name="connsiteX98" fmla="*/ 5903513 w 6128435"/>
              <a:gd name="connsiteY98" fmla="*/ 4187661 h 6858000"/>
              <a:gd name="connsiteX99" fmla="*/ 5917114 w 6128435"/>
              <a:gd name="connsiteY99" fmla="*/ 4213096 h 6858000"/>
              <a:gd name="connsiteX100" fmla="*/ 5921153 w 6128435"/>
              <a:gd name="connsiteY100" fmla="*/ 4236222 h 6858000"/>
              <a:gd name="connsiteX101" fmla="*/ 5924233 w 6128435"/>
              <a:gd name="connsiteY101" fmla="*/ 4242060 h 6858000"/>
              <a:gd name="connsiteX102" fmla="*/ 5928910 w 6128435"/>
              <a:gd name="connsiteY102" fmla="*/ 4300973 h 6858000"/>
              <a:gd name="connsiteX103" fmla="*/ 5939320 w 6128435"/>
              <a:gd name="connsiteY103" fmla="*/ 4340435 h 6858000"/>
              <a:gd name="connsiteX104" fmla="*/ 5946705 w 6128435"/>
              <a:gd name="connsiteY104" fmla="*/ 4428051 h 6858000"/>
              <a:gd name="connsiteX105" fmla="*/ 5949261 w 6128435"/>
              <a:gd name="connsiteY105" fmla="*/ 4449185 h 6858000"/>
              <a:gd name="connsiteX106" fmla="*/ 5957504 w 6128435"/>
              <a:gd name="connsiteY106" fmla="*/ 4465911 h 6858000"/>
              <a:gd name="connsiteX107" fmla="*/ 5964689 w 6128435"/>
              <a:gd name="connsiteY107" fmla="*/ 4468532 h 6858000"/>
              <a:gd name="connsiteX108" fmla="*/ 5967062 w 6128435"/>
              <a:gd name="connsiteY108" fmla="*/ 4479923 h 6858000"/>
              <a:gd name="connsiteX109" fmla="*/ 5968960 w 6128435"/>
              <a:gd name="connsiteY109" fmla="*/ 4482655 h 6858000"/>
              <a:gd name="connsiteX110" fmla="*/ 5978567 w 6128435"/>
              <a:gd name="connsiteY110" fmla="*/ 4498605 h 6858000"/>
              <a:gd name="connsiteX111" fmla="*/ 5980106 w 6128435"/>
              <a:gd name="connsiteY111" fmla="*/ 4585087 h 6858000"/>
              <a:gd name="connsiteX112" fmla="*/ 5998138 w 6128435"/>
              <a:gd name="connsiteY112" fmla="*/ 4697518 h 6858000"/>
              <a:gd name="connsiteX113" fmla="*/ 6013516 w 6128435"/>
              <a:gd name="connsiteY113" fmla="*/ 4786619 h 6858000"/>
              <a:gd name="connsiteX114" fmla="*/ 6025404 w 6128435"/>
              <a:gd name="connsiteY114" fmla="*/ 4858148 h 6858000"/>
              <a:gd name="connsiteX115" fmla="*/ 6007749 w 6128435"/>
              <a:gd name="connsiteY115" fmla="*/ 4964715 h 6858000"/>
              <a:gd name="connsiteX116" fmla="*/ 6005269 w 6128435"/>
              <a:gd name="connsiteY116" fmla="*/ 5150567 h 6858000"/>
              <a:gd name="connsiteX117" fmla="*/ 6001127 w 6128435"/>
              <a:gd name="connsiteY117" fmla="*/ 5164609 h 6858000"/>
              <a:gd name="connsiteX118" fmla="*/ 5996647 w 6128435"/>
              <a:gd name="connsiteY118" fmla="*/ 5185640 h 6858000"/>
              <a:gd name="connsiteX119" fmla="*/ 5998514 w 6128435"/>
              <a:gd name="connsiteY119" fmla="*/ 5189673 h 6858000"/>
              <a:gd name="connsiteX120" fmla="*/ 5995970 w 6128435"/>
              <a:gd name="connsiteY120" fmla="*/ 5221547 h 6858000"/>
              <a:gd name="connsiteX121" fmla="*/ 5997218 w 6128435"/>
              <a:gd name="connsiteY121" fmla="*/ 5222031 h 6858000"/>
              <a:gd name="connsiteX122" fmla="*/ 6002116 w 6128435"/>
              <a:gd name="connsiteY122" fmla="*/ 5231223 h 6858000"/>
              <a:gd name="connsiteX123" fmla="*/ 6008541 w 6128435"/>
              <a:gd name="connsiteY123" fmla="*/ 5248680 h 6858000"/>
              <a:gd name="connsiteX124" fmla="*/ 6039260 w 6128435"/>
              <a:gd name="connsiteY124" fmla="*/ 5289518 h 6858000"/>
              <a:gd name="connsiteX125" fmla="*/ 6036748 w 6128435"/>
              <a:gd name="connsiteY125" fmla="*/ 5322752 h 6858000"/>
              <a:gd name="connsiteX126" fmla="*/ 6036943 w 6128435"/>
              <a:gd name="connsiteY126" fmla="*/ 5329480 h 6858000"/>
              <a:gd name="connsiteX127" fmla="*/ 6037236 w 6128435"/>
              <a:gd name="connsiteY127" fmla="*/ 5329634 h 6858000"/>
              <a:gd name="connsiteX128" fmla="*/ 6038019 w 6128435"/>
              <a:gd name="connsiteY128" fmla="*/ 5336764 h 6858000"/>
              <a:gd name="connsiteX129" fmla="*/ 6037298 w 6128435"/>
              <a:gd name="connsiteY129" fmla="*/ 5341753 h 6858000"/>
              <a:gd name="connsiteX130" fmla="*/ 6037677 w 6128435"/>
              <a:gd name="connsiteY130" fmla="*/ 5354807 h 6858000"/>
              <a:gd name="connsiteX131" fmla="*/ 6039728 w 6128435"/>
              <a:gd name="connsiteY131" fmla="*/ 5359416 h 6858000"/>
              <a:gd name="connsiteX132" fmla="*/ 6043311 w 6128435"/>
              <a:gd name="connsiteY132" fmla="*/ 5361407 h 6858000"/>
              <a:gd name="connsiteX133" fmla="*/ 6042954 w 6128435"/>
              <a:gd name="connsiteY133" fmla="*/ 5362576 h 6858000"/>
              <a:gd name="connsiteX134" fmla="*/ 6053435 w 6128435"/>
              <a:gd name="connsiteY134" fmla="*/ 5387547 h 6858000"/>
              <a:gd name="connsiteX135" fmla="*/ 6065933 w 6128435"/>
              <a:gd name="connsiteY135" fmla="*/ 5443002 h 6858000"/>
              <a:gd name="connsiteX136" fmla="*/ 6068640 w 6128435"/>
              <a:gd name="connsiteY136" fmla="*/ 5474503 h 6858000"/>
              <a:gd name="connsiteX137" fmla="*/ 6080922 w 6128435"/>
              <a:gd name="connsiteY137" fmla="*/ 5561070 h 6858000"/>
              <a:gd name="connsiteX138" fmla="*/ 6096949 w 6128435"/>
              <a:gd name="connsiteY138" fmla="*/ 5648179 h 6858000"/>
              <a:gd name="connsiteX139" fmla="*/ 6125703 w 6128435"/>
              <a:gd name="connsiteY139" fmla="*/ 5692894 h 6858000"/>
              <a:gd name="connsiteX140" fmla="*/ 6126670 w 6128435"/>
              <a:gd name="connsiteY140" fmla="*/ 5697882 h 6858000"/>
              <a:gd name="connsiteX141" fmla="*/ 6124061 w 6128435"/>
              <a:gd name="connsiteY141" fmla="*/ 5710294 h 6858000"/>
              <a:gd name="connsiteX142" fmla="*/ 6122213 w 6128435"/>
              <a:gd name="connsiteY142" fmla="*/ 5714762 h 6858000"/>
              <a:gd name="connsiteX143" fmla="*/ 6121353 w 6128435"/>
              <a:gd name="connsiteY143" fmla="*/ 5721725 h 6858000"/>
              <a:gd name="connsiteX144" fmla="*/ 6121607 w 6128435"/>
              <a:gd name="connsiteY144" fmla="*/ 5721959 h 6858000"/>
              <a:gd name="connsiteX145" fmla="*/ 6120262 w 6128435"/>
              <a:gd name="connsiteY145" fmla="*/ 5728358 h 6858000"/>
              <a:gd name="connsiteX146" fmla="*/ 6110194 w 6128435"/>
              <a:gd name="connsiteY146" fmla="*/ 5758853 h 6858000"/>
              <a:gd name="connsiteX147" fmla="*/ 6127519 w 6128435"/>
              <a:gd name="connsiteY147" fmla="*/ 5865775 h 6858000"/>
              <a:gd name="connsiteX148" fmla="*/ 6128435 w 6128435"/>
              <a:gd name="connsiteY148" fmla="*/ 5870164 h 6858000"/>
              <a:gd name="connsiteX149" fmla="*/ 6119217 w 6128435"/>
              <a:gd name="connsiteY149" fmla="*/ 5888542 h 6858000"/>
              <a:gd name="connsiteX150" fmla="*/ 6115966 w 6128435"/>
              <a:gd name="connsiteY150" fmla="*/ 5898387 h 6858000"/>
              <a:gd name="connsiteX151" fmla="*/ 6111924 w 6128435"/>
              <a:gd name="connsiteY151" fmla="*/ 5900444 h 6858000"/>
              <a:gd name="connsiteX152" fmla="*/ 6108716 w 6128435"/>
              <a:gd name="connsiteY152" fmla="*/ 5915345 h 6858000"/>
              <a:gd name="connsiteX153" fmla="*/ 6109524 w 6128435"/>
              <a:gd name="connsiteY153" fmla="*/ 5917328 h 6858000"/>
              <a:gd name="connsiteX154" fmla="*/ 6102493 w 6128435"/>
              <a:gd name="connsiteY154" fmla="*/ 5928602 h 6858000"/>
              <a:gd name="connsiteX155" fmla="*/ 6056863 w 6128435"/>
              <a:gd name="connsiteY155" fmla="*/ 6000643 h 6858000"/>
              <a:gd name="connsiteX156" fmla="*/ 6045436 w 6128435"/>
              <a:gd name="connsiteY156" fmla="*/ 6124480 h 6858000"/>
              <a:gd name="connsiteX157" fmla="*/ 6030489 w 6128435"/>
              <a:gd name="connsiteY157" fmla="*/ 6317666 h 6858000"/>
              <a:gd name="connsiteX158" fmla="*/ 6007492 w 6128435"/>
              <a:gd name="connsiteY158" fmla="*/ 6440818 h 6858000"/>
              <a:gd name="connsiteX159" fmla="*/ 6009467 w 6128435"/>
              <a:gd name="connsiteY159" fmla="*/ 6487076 h 6858000"/>
              <a:gd name="connsiteX160" fmla="*/ 5995064 w 6128435"/>
              <a:gd name="connsiteY160" fmla="*/ 6540791 h 6858000"/>
              <a:gd name="connsiteX161" fmla="*/ 5996309 w 6128435"/>
              <a:gd name="connsiteY161" fmla="*/ 6543961 h 6858000"/>
              <a:gd name="connsiteX162" fmla="*/ 5996048 w 6128435"/>
              <a:gd name="connsiteY162" fmla="*/ 6555444 h 6858000"/>
              <a:gd name="connsiteX163" fmla="*/ 6002524 w 6128435"/>
              <a:gd name="connsiteY163" fmla="*/ 6560188 h 6858000"/>
              <a:gd name="connsiteX164" fmla="*/ 6006823 w 6128435"/>
              <a:gd name="connsiteY164" fmla="*/ 6578546 h 6858000"/>
              <a:gd name="connsiteX165" fmla="*/ 6004510 w 6128435"/>
              <a:gd name="connsiteY165" fmla="*/ 6599256 h 6858000"/>
              <a:gd name="connsiteX166" fmla="*/ 5986207 w 6128435"/>
              <a:gd name="connsiteY166" fmla="*/ 6695855 h 6858000"/>
              <a:gd name="connsiteX167" fmla="*/ 5979428 w 6128435"/>
              <a:gd name="connsiteY167" fmla="*/ 6754678 h 6858000"/>
              <a:gd name="connsiteX168" fmla="*/ 5983398 w 6128435"/>
              <a:gd name="connsiteY168" fmla="*/ 6778641 h 6858000"/>
              <a:gd name="connsiteX169" fmla="*/ 5984543 w 6128435"/>
              <a:gd name="connsiteY169" fmla="*/ 6811016 h 6858000"/>
              <a:gd name="connsiteX170" fmla="*/ 5981802 w 6128435"/>
              <a:gd name="connsiteY170" fmla="*/ 6838578 h 6858000"/>
              <a:gd name="connsiteX171" fmla="*/ 5979671 w 6128435"/>
              <a:gd name="connsiteY171" fmla="*/ 6858000 h 6858000"/>
              <a:gd name="connsiteX172" fmla="*/ 0 w 6128435"/>
              <a:gd name="connsiteY172" fmla="*/ 6858000 h 6858000"/>
              <a:gd name="connsiteX173" fmla="*/ 0 w 6128435"/>
              <a:gd name="connsiteY17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93877 w 6128435"/>
              <a:gd name="connsiteY44" fmla="*/ 2368649 h 6858000"/>
              <a:gd name="connsiteX45" fmla="*/ 5311338 w 6128435"/>
              <a:gd name="connsiteY45" fmla="*/ 2404034 h 6858000"/>
              <a:gd name="connsiteX46" fmla="*/ 5192511 w 6128435"/>
              <a:gd name="connsiteY46" fmla="*/ 2549199 h 6858000"/>
              <a:gd name="connsiteX47" fmla="*/ 5307538 w 6128435"/>
              <a:gd name="connsiteY47" fmla="*/ 2514685 h 6858000"/>
              <a:gd name="connsiteX48" fmla="*/ 5337604 w 6128435"/>
              <a:gd name="connsiteY48" fmla="*/ 2597632 h 6858000"/>
              <a:gd name="connsiteX49" fmla="*/ 5407503 w 6128435"/>
              <a:gd name="connsiteY49" fmla="*/ 2786290 h 6858000"/>
              <a:gd name="connsiteX50" fmla="*/ 5407356 w 6128435"/>
              <a:gd name="connsiteY50" fmla="*/ 2787545 h 6858000"/>
              <a:gd name="connsiteX51" fmla="*/ 5411130 w 6128435"/>
              <a:gd name="connsiteY51" fmla="*/ 2788640 h 6858000"/>
              <a:gd name="connsiteX52" fmla="*/ 5416439 w 6128435"/>
              <a:gd name="connsiteY52" fmla="*/ 2805666 h 6858000"/>
              <a:gd name="connsiteX53" fmla="*/ 5416589 w 6128435"/>
              <a:gd name="connsiteY53" fmla="*/ 2810822 h 6858000"/>
              <a:gd name="connsiteX54" fmla="*/ 5418542 w 6128435"/>
              <a:gd name="connsiteY54" fmla="*/ 2817745 h 6858000"/>
              <a:gd name="connsiteX55" fmla="*/ 5418847 w 6128435"/>
              <a:gd name="connsiteY55" fmla="*/ 2817825 h 6858000"/>
              <a:gd name="connsiteX56" fmla="*/ 5423364 w 6128435"/>
              <a:gd name="connsiteY56" fmla="*/ 2858292 h 6858000"/>
              <a:gd name="connsiteX57" fmla="*/ 5479298 w 6128435"/>
              <a:gd name="connsiteY57" fmla="*/ 2947791 h 6858000"/>
              <a:gd name="connsiteX58" fmla="*/ 5481770 w 6128435"/>
              <a:gd name="connsiteY58" fmla="*/ 2951352 h 6858000"/>
              <a:gd name="connsiteX59" fmla="*/ 5481013 w 6128435"/>
              <a:gd name="connsiteY59" fmla="*/ 2973461 h 6858000"/>
              <a:gd name="connsiteX60" fmla="*/ 5482045 w 6128435"/>
              <a:gd name="connsiteY60" fmla="*/ 2984371 h 6858000"/>
              <a:gd name="connsiteX61" fmla="*/ 5479405 w 6128435"/>
              <a:gd name="connsiteY61" fmla="*/ 2988507 h 6858000"/>
              <a:gd name="connsiteX62" fmla="*/ 5482415 w 6128435"/>
              <a:gd name="connsiteY62" fmla="*/ 3004079 h 6858000"/>
              <a:gd name="connsiteX63" fmla="*/ 5483865 w 6128435"/>
              <a:gd name="connsiteY63" fmla="*/ 3005467 h 6858000"/>
              <a:gd name="connsiteX64" fmla="*/ 5482236 w 6128435"/>
              <a:gd name="connsiteY64" fmla="*/ 3019791 h 6858000"/>
              <a:gd name="connsiteX65" fmla="*/ 5475895 w 6128435"/>
              <a:gd name="connsiteY65" fmla="*/ 3033578 h 6858000"/>
              <a:gd name="connsiteX66" fmla="*/ 5477595 w 6128435"/>
              <a:gd name="connsiteY66" fmla="*/ 3250534 h 6858000"/>
              <a:gd name="connsiteX67" fmla="*/ 5532836 w 6128435"/>
              <a:gd name="connsiteY67" fmla="*/ 3353840 h 6858000"/>
              <a:gd name="connsiteX68" fmla="*/ 5561229 w 6128435"/>
              <a:gd name="connsiteY68" fmla="*/ 3395784 h 6858000"/>
              <a:gd name="connsiteX69" fmla="*/ 5589758 w 6128435"/>
              <a:gd name="connsiteY69" fmla="*/ 3506453 h 6858000"/>
              <a:gd name="connsiteX70" fmla="*/ 5596144 w 6128435"/>
              <a:gd name="connsiteY70" fmla="*/ 3534624 h 6858000"/>
              <a:gd name="connsiteX71" fmla="*/ 5597750 w 6128435"/>
              <a:gd name="connsiteY71" fmla="*/ 3534129 h 6858000"/>
              <a:gd name="connsiteX72" fmla="*/ 5599700 w 6128435"/>
              <a:gd name="connsiteY72" fmla="*/ 3547221 h 6858000"/>
              <a:gd name="connsiteX73" fmla="*/ 5615031 w 6128435"/>
              <a:gd name="connsiteY73" fmla="*/ 3557482 h 6858000"/>
              <a:gd name="connsiteX74" fmla="*/ 5618377 w 6128435"/>
              <a:gd name="connsiteY74" fmla="*/ 3588431 h 6858000"/>
              <a:gd name="connsiteX75" fmla="*/ 5612155 w 6128435"/>
              <a:gd name="connsiteY75" fmla="*/ 3589869 h 6858000"/>
              <a:gd name="connsiteX76" fmla="*/ 5620843 w 6128435"/>
              <a:gd name="connsiteY76" fmla="*/ 3606745 h 6858000"/>
              <a:gd name="connsiteX77" fmla="*/ 5655472 w 6128435"/>
              <a:gd name="connsiteY77" fmla="*/ 3678877 h 6858000"/>
              <a:gd name="connsiteX78" fmla="*/ 5680448 w 6128435"/>
              <a:gd name="connsiteY78" fmla="*/ 3717760 h 6858000"/>
              <a:gd name="connsiteX79" fmla="*/ 5683015 w 6128435"/>
              <a:gd name="connsiteY79" fmla="*/ 3762025 h 6858000"/>
              <a:gd name="connsiteX80" fmla="*/ 5696643 w 6128435"/>
              <a:gd name="connsiteY80" fmla="*/ 3773888 h 6858000"/>
              <a:gd name="connsiteX81" fmla="*/ 5699203 w 6128435"/>
              <a:gd name="connsiteY81" fmla="*/ 3775823 h 6858000"/>
              <a:gd name="connsiteX82" fmla="*/ 5704824 w 6128435"/>
              <a:gd name="connsiteY82" fmla="*/ 3785966 h 6858000"/>
              <a:gd name="connsiteX83" fmla="*/ 5712204 w 6128435"/>
              <a:gd name="connsiteY83" fmla="*/ 3785830 h 6858000"/>
              <a:gd name="connsiteX84" fmla="*/ 5724816 w 6128435"/>
              <a:gd name="connsiteY84" fmla="*/ 3798949 h 6858000"/>
              <a:gd name="connsiteX85" fmla="*/ 5733539 w 6128435"/>
              <a:gd name="connsiteY85" fmla="*/ 3818457 h 6858000"/>
              <a:gd name="connsiteX86" fmla="*/ 5768491 w 6128435"/>
              <a:gd name="connsiteY86" fmla="*/ 3914399 h 6858000"/>
              <a:gd name="connsiteX87" fmla="*/ 5793123 w 6128435"/>
              <a:gd name="connsiteY87" fmla="*/ 3969952 h 6858000"/>
              <a:gd name="connsiteX88" fmla="*/ 5808321 w 6128435"/>
              <a:gd name="connsiteY88" fmla="*/ 3988153 h 6858000"/>
              <a:gd name="connsiteX89" fmla="*/ 5825621 w 6128435"/>
              <a:gd name="connsiteY89" fmla="*/ 4015525 h 6858000"/>
              <a:gd name="connsiteX90" fmla="*/ 5860672 w 6128435"/>
              <a:gd name="connsiteY90" fmla="*/ 4061579 h 6858000"/>
              <a:gd name="connsiteX91" fmla="*/ 5872173 w 6128435"/>
              <a:gd name="connsiteY91" fmla="*/ 4088497 h 6858000"/>
              <a:gd name="connsiteX92" fmla="*/ 5883705 w 6128435"/>
              <a:gd name="connsiteY92" fmla="*/ 4101899 h 6858000"/>
              <a:gd name="connsiteX93" fmla="*/ 5885314 w 6128435"/>
              <a:gd name="connsiteY93" fmla="*/ 4108387 h 6858000"/>
              <a:gd name="connsiteX94" fmla="*/ 5894095 w 6128435"/>
              <a:gd name="connsiteY94" fmla="*/ 4128857 h 6858000"/>
              <a:gd name="connsiteX95" fmla="*/ 5898339 w 6128435"/>
              <a:gd name="connsiteY95" fmla="*/ 4140800 h 6858000"/>
              <a:gd name="connsiteX96" fmla="*/ 5899734 w 6128435"/>
              <a:gd name="connsiteY96" fmla="*/ 4145632 h 6858000"/>
              <a:gd name="connsiteX97" fmla="*/ 5897098 w 6128435"/>
              <a:gd name="connsiteY97" fmla="*/ 4157819 h 6858000"/>
              <a:gd name="connsiteX98" fmla="*/ 5903513 w 6128435"/>
              <a:gd name="connsiteY98" fmla="*/ 4187661 h 6858000"/>
              <a:gd name="connsiteX99" fmla="*/ 5917114 w 6128435"/>
              <a:gd name="connsiteY99" fmla="*/ 4213096 h 6858000"/>
              <a:gd name="connsiteX100" fmla="*/ 5921153 w 6128435"/>
              <a:gd name="connsiteY100" fmla="*/ 4236222 h 6858000"/>
              <a:gd name="connsiteX101" fmla="*/ 5924233 w 6128435"/>
              <a:gd name="connsiteY101" fmla="*/ 4242060 h 6858000"/>
              <a:gd name="connsiteX102" fmla="*/ 5928910 w 6128435"/>
              <a:gd name="connsiteY102" fmla="*/ 4300973 h 6858000"/>
              <a:gd name="connsiteX103" fmla="*/ 5939320 w 6128435"/>
              <a:gd name="connsiteY103" fmla="*/ 4340435 h 6858000"/>
              <a:gd name="connsiteX104" fmla="*/ 5946705 w 6128435"/>
              <a:gd name="connsiteY104" fmla="*/ 4428051 h 6858000"/>
              <a:gd name="connsiteX105" fmla="*/ 5949261 w 6128435"/>
              <a:gd name="connsiteY105" fmla="*/ 4449185 h 6858000"/>
              <a:gd name="connsiteX106" fmla="*/ 5957504 w 6128435"/>
              <a:gd name="connsiteY106" fmla="*/ 4465911 h 6858000"/>
              <a:gd name="connsiteX107" fmla="*/ 5964689 w 6128435"/>
              <a:gd name="connsiteY107" fmla="*/ 4468532 h 6858000"/>
              <a:gd name="connsiteX108" fmla="*/ 5967062 w 6128435"/>
              <a:gd name="connsiteY108" fmla="*/ 4479923 h 6858000"/>
              <a:gd name="connsiteX109" fmla="*/ 5968960 w 6128435"/>
              <a:gd name="connsiteY109" fmla="*/ 4482655 h 6858000"/>
              <a:gd name="connsiteX110" fmla="*/ 5978567 w 6128435"/>
              <a:gd name="connsiteY110" fmla="*/ 4498605 h 6858000"/>
              <a:gd name="connsiteX111" fmla="*/ 5980106 w 6128435"/>
              <a:gd name="connsiteY111" fmla="*/ 4585087 h 6858000"/>
              <a:gd name="connsiteX112" fmla="*/ 5998138 w 6128435"/>
              <a:gd name="connsiteY112" fmla="*/ 4697518 h 6858000"/>
              <a:gd name="connsiteX113" fmla="*/ 6013516 w 6128435"/>
              <a:gd name="connsiteY113" fmla="*/ 4786619 h 6858000"/>
              <a:gd name="connsiteX114" fmla="*/ 6025404 w 6128435"/>
              <a:gd name="connsiteY114" fmla="*/ 4858148 h 6858000"/>
              <a:gd name="connsiteX115" fmla="*/ 6007749 w 6128435"/>
              <a:gd name="connsiteY115" fmla="*/ 4964715 h 6858000"/>
              <a:gd name="connsiteX116" fmla="*/ 6005269 w 6128435"/>
              <a:gd name="connsiteY116" fmla="*/ 5150567 h 6858000"/>
              <a:gd name="connsiteX117" fmla="*/ 6001127 w 6128435"/>
              <a:gd name="connsiteY117" fmla="*/ 5164609 h 6858000"/>
              <a:gd name="connsiteX118" fmla="*/ 5996647 w 6128435"/>
              <a:gd name="connsiteY118" fmla="*/ 5185640 h 6858000"/>
              <a:gd name="connsiteX119" fmla="*/ 5998514 w 6128435"/>
              <a:gd name="connsiteY119" fmla="*/ 5189673 h 6858000"/>
              <a:gd name="connsiteX120" fmla="*/ 5995970 w 6128435"/>
              <a:gd name="connsiteY120" fmla="*/ 5221547 h 6858000"/>
              <a:gd name="connsiteX121" fmla="*/ 5997218 w 6128435"/>
              <a:gd name="connsiteY121" fmla="*/ 5222031 h 6858000"/>
              <a:gd name="connsiteX122" fmla="*/ 6002116 w 6128435"/>
              <a:gd name="connsiteY122" fmla="*/ 5231223 h 6858000"/>
              <a:gd name="connsiteX123" fmla="*/ 6008541 w 6128435"/>
              <a:gd name="connsiteY123" fmla="*/ 5248680 h 6858000"/>
              <a:gd name="connsiteX124" fmla="*/ 6039260 w 6128435"/>
              <a:gd name="connsiteY124" fmla="*/ 5289518 h 6858000"/>
              <a:gd name="connsiteX125" fmla="*/ 6036748 w 6128435"/>
              <a:gd name="connsiteY125" fmla="*/ 5322752 h 6858000"/>
              <a:gd name="connsiteX126" fmla="*/ 6036943 w 6128435"/>
              <a:gd name="connsiteY126" fmla="*/ 5329480 h 6858000"/>
              <a:gd name="connsiteX127" fmla="*/ 6037236 w 6128435"/>
              <a:gd name="connsiteY127" fmla="*/ 5329634 h 6858000"/>
              <a:gd name="connsiteX128" fmla="*/ 6038019 w 6128435"/>
              <a:gd name="connsiteY128" fmla="*/ 5336764 h 6858000"/>
              <a:gd name="connsiteX129" fmla="*/ 6037298 w 6128435"/>
              <a:gd name="connsiteY129" fmla="*/ 5341753 h 6858000"/>
              <a:gd name="connsiteX130" fmla="*/ 6037677 w 6128435"/>
              <a:gd name="connsiteY130" fmla="*/ 5354807 h 6858000"/>
              <a:gd name="connsiteX131" fmla="*/ 6039728 w 6128435"/>
              <a:gd name="connsiteY131" fmla="*/ 5359416 h 6858000"/>
              <a:gd name="connsiteX132" fmla="*/ 6043311 w 6128435"/>
              <a:gd name="connsiteY132" fmla="*/ 5361407 h 6858000"/>
              <a:gd name="connsiteX133" fmla="*/ 6042954 w 6128435"/>
              <a:gd name="connsiteY133" fmla="*/ 5362576 h 6858000"/>
              <a:gd name="connsiteX134" fmla="*/ 6053435 w 6128435"/>
              <a:gd name="connsiteY134" fmla="*/ 5387547 h 6858000"/>
              <a:gd name="connsiteX135" fmla="*/ 6065933 w 6128435"/>
              <a:gd name="connsiteY135" fmla="*/ 5443002 h 6858000"/>
              <a:gd name="connsiteX136" fmla="*/ 6068640 w 6128435"/>
              <a:gd name="connsiteY136" fmla="*/ 5474503 h 6858000"/>
              <a:gd name="connsiteX137" fmla="*/ 6080922 w 6128435"/>
              <a:gd name="connsiteY137" fmla="*/ 5561070 h 6858000"/>
              <a:gd name="connsiteX138" fmla="*/ 6096949 w 6128435"/>
              <a:gd name="connsiteY138" fmla="*/ 5648179 h 6858000"/>
              <a:gd name="connsiteX139" fmla="*/ 6125703 w 6128435"/>
              <a:gd name="connsiteY139" fmla="*/ 5692894 h 6858000"/>
              <a:gd name="connsiteX140" fmla="*/ 6126670 w 6128435"/>
              <a:gd name="connsiteY140" fmla="*/ 5697882 h 6858000"/>
              <a:gd name="connsiteX141" fmla="*/ 6124061 w 6128435"/>
              <a:gd name="connsiteY141" fmla="*/ 5710294 h 6858000"/>
              <a:gd name="connsiteX142" fmla="*/ 6122213 w 6128435"/>
              <a:gd name="connsiteY142" fmla="*/ 5714762 h 6858000"/>
              <a:gd name="connsiteX143" fmla="*/ 6121353 w 6128435"/>
              <a:gd name="connsiteY143" fmla="*/ 5721725 h 6858000"/>
              <a:gd name="connsiteX144" fmla="*/ 6121607 w 6128435"/>
              <a:gd name="connsiteY144" fmla="*/ 5721959 h 6858000"/>
              <a:gd name="connsiteX145" fmla="*/ 6120262 w 6128435"/>
              <a:gd name="connsiteY145" fmla="*/ 5728358 h 6858000"/>
              <a:gd name="connsiteX146" fmla="*/ 6110194 w 6128435"/>
              <a:gd name="connsiteY146" fmla="*/ 5758853 h 6858000"/>
              <a:gd name="connsiteX147" fmla="*/ 6127519 w 6128435"/>
              <a:gd name="connsiteY147" fmla="*/ 5865775 h 6858000"/>
              <a:gd name="connsiteX148" fmla="*/ 6128435 w 6128435"/>
              <a:gd name="connsiteY148" fmla="*/ 5870164 h 6858000"/>
              <a:gd name="connsiteX149" fmla="*/ 6119217 w 6128435"/>
              <a:gd name="connsiteY149" fmla="*/ 5888542 h 6858000"/>
              <a:gd name="connsiteX150" fmla="*/ 6115966 w 6128435"/>
              <a:gd name="connsiteY150" fmla="*/ 5898387 h 6858000"/>
              <a:gd name="connsiteX151" fmla="*/ 6111924 w 6128435"/>
              <a:gd name="connsiteY151" fmla="*/ 5900444 h 6858000"/>
              <a:gd name="connsiteX152" fmla="*/ 6108716 w 6128435"/>
              <a:gd name="connsiteY152" fmla="*/ 5915345 h 6858000"/>
              <a:gd name="connsiteX153" fmla="*/ 6109524 w 6128435"/>
              <a:gd name="connsiteY153" fmla="*/ 5917328 h 6858000"/>
              <a:gd name="connsiteX154" fmla="*/ 6102493 w 6128435"/>
              <a:gd name="connsiteY154" fmla="*/ 5928602 h 6858000"/>
              <a:gd name="connsiteX155" fmla="*/ 6056863 w 6128435"/>
              <a:gd name="connsiteY155" fmla="*/ 6000643 h 6858000"/>
              <a:gd name="connsiteX156" fmla="*/ 6045436 w 6128435"/>
              <a:gd name="connsiteY156" fmla="*/ 6124480 h 6858000"/>
              <a:gd name="connsiteX157" fmla="*/ 6030489 w 6128435"/>
              <a:gd name="connsiteY157" fmla="*/ 6317666 h 6858000"/>
              <a:gd name="connsiteX158" fmla="*/ 6007492 w 6128435"/>
              <a:gd name="connsiteY158" fmla="*/ 6440818 h 6858000"/>
              <a:gd name="connsiteX159" fmla="*/ 6009467 w 6128435"/>
              <a:gd name="connsiteY159" fmla="*/ 6487076 h 6858000"/>
              <a:gd name="connsiteX160" fmla="*/ 5995064 w 6128435"/>
              <a:gd name="connsiteY160" fmla="*/ 6540791 h 6858000"/>
              <a:gd name="connsiteX161" fmla="*/ 5996309 w 6128435"/>
              <a:gd name="connsiteY161" fmla="*/ 6543961 h 6858000"/>
              <a:gd name="connsiteX162" fmla="*/ 5996048 w 6128435"/>
              <a:gd name="connsiteY162" fmla="*/ 6555444 h 6858000"/>
              <a:gd name="connsiteX163" fmla="*/ 6002524 w 6128435"/>
              <a:gd name="connsiteY163" fmla="*/ 6560188 h 6858000"/>
              <a:gd name="connsiteX164" fmla="*/ 6006823 w 6128435"/>
              <a:gd name="connsiteY164" fmla="*/ 6578546 h 6858000"/>
              <a:gd name="connsiteX165" fmla="*/ 6004510 w 6128435"/>
              <a:gd name="connsiteY165" fmla="*/ 6599256 h 6858000"/>
              <a:gd name="connsiteX166" fmla="*/ 5986207 w 6128435"/>
              <a:gd name="connsiteY166" fmla="*/ 6695855 h 6858000"/>
              <a:gd name="connsiteX167" fmla="*/ 5979428 w 6128435"/>
              <a:gd name="connsiteY167" fmla="*/ 6754678 h 6858000"/>
              <a:gd name="connsiteX168" fmla="*/ 5983398 w 6128435"/>
              <a:gd name="connsiteY168" fmla="*/ 6778641 h 6858000"/>
              <a:gd name="connsiteX169" fmla="*/ 5984543 w 6128435"/>
              <a:gd name="connsiteY169" fmla="*/ 6811016 h 6858000"/>
              <a:gd name="connsiteX170" fmla="*/ 5981802 w 6128435"/>
              <a:gd name="connsiteY170" fmla="*/ 6838578 h 6858000"/>
              <a:gd name="connsiteX171" fmla="*/ 5979671 w 6128435"/>
              <a:gd name="connsiteY171" fmla="*/ 6858000 h 6858000"/>
              <a:gd name="connsiteX172" fmla="*/ 0 w 6128435"/>
              <a:gd name="connsiteY172" fmla="*/ 6858000 h 6858000"/>
              <a:gd name="connsiteX173" fmla="*/ 0 w 6128435"/>
              <a:gd name="connsiteY17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93877 w 6128435"/>
              <a:gd name="connsiteY44" fmla="*/ 2368649 h 6858000"/>
              <a:gd name="connsiteX45" fmla="*/ 5311338 w 6128435"/>
              <a:gd name="connsiteY45" fmla="*/ 2404034 h 6858000"/>
              <a:gd name="connsiteX46" fmla="*/ 5338366 w 6128435"/>
              <a:gd name="connsiteY46" fmla="*/ 2465052 h 6858000"/>
              <a:gd name="connsiteX47" fmla="*/ 5307538 w 6128435"/>
              <a:gd name="connsiteY47" fmla="*/ 2514685 h 6858000"/>
              <a:gd name="connsiteX48" fmla="*/ 5337604 w 6128435"/>
              <a:gd name="connsiteY48" fmla="*/ 2597632 h 6858000"/>
              <a:gd name="connsiteX49" fmla="*/ 5407503 w 6128435"/>
              <a:gd name="connsiteY49" fmla="*/ 2786290 h 6858000"/>
              <a:gd name="connsiteX50" fmla="*/ 5407356 w 6128435"/>
              <a:gd name="connsiteY50" fmla="*/ 2787545 h 6858000"/>
              <a:gd name="connsiteX51" fmla="*/ 5411130 w 6128435"/>
              <a:gd name="connsiteY51" fmla="*/ 2788640 h 6858000"/>
              <a:gd name="connsiteX52" fmla="*/ 5416439 w 6128435"/>
              <a:gd name="connsiteY52" fmla="*/ 2805666 h 6858000"/>
              <a:gd name="connsiteX53" fmla="*/ 5416589 w 6128435"/>
              <a:gd name="connsiteY53" fmla="*/ 2810822 h 6858000"/>
              <a:gd name="connsiteX54" fmla="*/ 5418542 w 6128435"/>
              <a:gd name="connsiteY54" fmla="*/ 2817745 h 6858000"/>
              <a:gd name="connsiteX55" fmla="*/ 5418847 w 6128435"/>
              <a:gd name="connsiteY55" fmla="*/ 2817825 h 6858000"/>
              <a:gd name="connsiteX56" fmla="*/ 5423364 w 6128435"/>
              <a:gd name="connsiteY56" fmla="*/ 2858292 h 6858000"/>
              <a:gd name="connsiteX57" fmla="*/ 5479298 w 6128435"/>
              <a:gd name="connsiteY57" fmla="*/ 2947791 h 6858000"/>
              <a:gd name="connsiteX58" fmla="*/ 5481770 w 6128435"/>
              <a:gd name="connsiteY58" fmla="*/ 2951352 h 6858000"/>
              <a:gd name="connsiteX59" fmla="*/ 5481013 w 6128435"/>
              <a:gd name="connsiteY59" fmla="*/ 2973461 h 6858000"/>
              <a:gd name="connsiteX60" fmla="*/ 5482045 w 6128435"/>
              <a:gd name="connsiteY60" fmla="*/ 2984371 h 6858000"/>
              <a:gd name="connsiteX61" fmla="*/ 5479405 w 6128435"/>
              <a:gd name="connsiteY61" fmla="*/ 2988507 h 6858000"/>
              <a:gd name="connsiteX62" fmla="*/ 5482415 w 6128435"/>
              <a:gd name="connsiteY62" fmla="*/ 3004079 h 6858000"/>
              <a:gd name="connsiteX63" fmla="*/ 5483865 w 6128435"/>
              <a:gd name="connsiteY63" fmla="*/ 3005467 h 6858000"/>
              <a:gd name="connsiteX64" fmla="*/ 5482236 w 6128435"/>
              <a:gd name="connsiteY64" fmla="*/ 3019791 h 6858000"/>
              <a:gd name="connsiteX65" fmla="*/ 5475895 w 6128435"/>
              <a:gd name="connsiteY65" fmla="*/ 3033578 h 6858000"/>
              <a:gd name="connsiteX66" fmla="*/ 5477595 w 6128435"/>
              <a:gd name="connsiteY66" fmla="*/ 3250534 h 6858000"/>
              <a:gd name="connsiteX67" fmla="*/ 5532836 w 6128435"/>
              <a:gd name="connsiteY67" fmla="*/ 3353840 h 6858000"/>
              <a:gd name="connsiteX68" fmla="*/ 5561229 w 6128435"/>
              <a:gd name="connsiteY68" fmla="*/ 3395784 h 6858000"/>
              <a:gd name="connsiteX69" fmla="*/ 5589758 w 6128435"/>
              <a:gd name="connsiteY69" fmla="*/ 3506453 h 6858000"/>
              <a:gd name="connsiteX70" fmla="*/ 5596144 w 6128435"/>
              <a:gd name="connsiteY70" fmla="*/ 3534624 h 6858000"/>
              <a:gd name="connsiteX71" fmla="*/ 5597750 w 6128435"/>
              <a:gd name="connsiteY71" fmla="*/ 3534129 h 6858000"/>
              <a:gd name="connsiteX72" fmla="*/ 5599700 w 6128435"/>
              <a:gd name="connsiteY72" fmla="*/ 3547221 h 6858000"/>
              <a:gd name="connsiteX73" fmla="*/ 5615031 w 6128435"/>
              <a:gd name="connsiteY73" fmla="*/ 3557482 h 6858000"/>
              <a:gd name="connsiteX74" fmla="*/ 5618377 w 6128435"/>
              <a:gd name="connsiteY74" fmla="*/ 3588431 h 6858000"/>
              <a:gd name="connsiteX75" fmla="*/ 5612155 w 6128435"/>
              <a:gd name="connsiteY75" fmla="*/ 3589869 h 6858000"/>
              <a:gd name="connsiteX76" fmla="*/ 5620843 w 6128435"/>
              <a:gd name="connsiteY76" fmla="*/ 3606745 h 6858000"/>
              <a:gd name="connsiteX77" fmla="*/ 5655472 w 6128435"/>
              <a:gd name="connsiteY77" fmla="*/ 3678877 h 6858000"/>
              <a:gd name="connsiteX78" fmla="*/ 5680448 w 6128435"/>
              <a:gd name="connsiteY78" fmla="*/ 3717760 h 6858000"/>
              <a:gd name="connsiteX79" fmla="*/ 5683015 w 6128435"/>
              <a:gd name="connsiteY79" fmla="*/ 3762025 h 6858000"/>
              <a:gd name="connsiteX80" fmla="*/ 5696643 w 6128435"/>
              <a:gd name="connsiteY80" fmla="*/ 3773888 h 6858000"/>
              <a:gd name="connsiteX81" fmla="*/ 5699203 w 6128435"/>
              <a:gd name="connsiteY81" fmla="*/ 3775823 h 6858000"/>
              <a:gd name="connsiteX82" fmla="*/ 5704824 w 6128435"/>
              <a:gd name="connsiteY82" fmla="*/ 3785966 h 6858000"/>
              <a:gd name="connsiteX83" fmla="*/ 5712204 w 6128435"/>
              <a:gd name="connsiteY83" fmla="*/ 3785830 h 6858000"/>
              <a:gd name="connsiteX84" fmla="*/ 5724816 w 6128435"/>
              <a:gd name="connsiteY84" fmla="*/ 3798949 h 6858000"/>
              <a:gd name="connsiteX85" fmla="*/ 5733539 w 6128435"/>
              <a:gd name="connsiteY85" fmla="*/ 3818457 h 6858000"/>
              <a:gd name="connsiteX86" fmla="*/ 5768491 w 6128435"/>
              <a:gd name="connsiteY86" fmla="*/ 3914399 h 6858000"/>
              <a:gd name="connsiteX87" fmla="*/ 5793123 w 6128435"/>
              <a:gd name="connsiteY87" fmla="*/ 3969952 h 6858000"/>
              <a:gd name="connsiteX88" fmla="*/ 5808321 w 6128435"/>
              <a:gd name="connsiteY88" fmla="*/ 3988153 h 6858000"/>
              <a:gd name="connsiteX89" fmla="*/ 5825621 w 6128435"/>
              <a:gd name="connsiteY89" fmla="*/ 4015525 h 6858000"/>
              <a:gd name="connsiteX90" fmla="*/ 5860672 w 6128435"/>
              <a:gd name="connsiteY90" fmla="*/ 4061579 h 6858000"/>
              <a:gd name="connsiteX91" fmla="*/ 5872173 w 6128435"/>
              <a:gd name="connsiteY91" fmla="*/ 4088497 h 6858000"/>
              <a:gd name="connsiteX92" fmla="*/ 5883705 w 6128435"/>
              <a:gd name="connsiteY92" fmla="*/ 4101899 h 6858000"/>
              <a:gd name="connsiteX93" fmla="*/ 5885314 w 6128435"/>
              <a:gd name="connsiteY93" fmla="*/ 4108387 h 6858000"/>
              <a:gd name="connsiteX94" fmla="*/ 5894095 w 6128435"/>
              <a:gd name="connsiteY94" fmla="*/ 4128857 h 6858000"/>
              <a:gd name="connsiteX95" fmla="*/ 5898339 w 6128435"/>
              <a:gd name="connsiteY95" fmla="*/ 4140800 h 6858000"/>
              <a:gd name="connsiteX96" fmla="*/ 5899734 w 6128435"/>
              <a:gd name="connsiteY96" fmla="*/ 4145632 h 6858000"/>
              <a:gd name="connsiteX97" fmla="*/ 5897098 w 6128435"/>
              <a:gd name="connsiteY97" fmla="*/ 4157819 h 6858000"/>
              <a:gd name="connsiteX98" fmla="*/ 5903513 w 6128435"/>
              <a:gd name="connsiteY98" fmla="*/ 4187661 h 6858000"/>
              <a:gd name="connsiteX99" fmla="*/ 5917114 w 6128435"/>
              <a:gd name="connsiteY99" fmla="*/ 4213096 h 6858000"/>
              <a:gd name="connsiteX100" fmla="*/ 5921153 w 6128435"/>
              <a:gd name="connsiteY100" fmla="*/ 4236222 h 6858000"/>
              <a:gd name="connsiteX101" fmla="*/ 5924233 w 6128435"/>
              <a:gd name="connsiteY101" fmla="*/ 4242060 h 6858000"/>
              <a:gd name="connsiteX102" fmla="*/ 5928910 w 6128435"/>
              <a:gd name="connsiteY102" fmla="*/ 4300973 h 6858000"/>
              <a:gd name="connsiteX103" fmla="*/ 5939320 w 6128435"/>
              <a:gd name="connsiteY103" fmla="*/ 4340435 h 6858000"/>
              <a:gd name="connsiteX104" fmla="*/ 5946705 w 6128435"/>
              <a:gd name="connsiteY104" fmla="*/ 4428051 h 6858000"/>
              <a:gd name="connsiteX105" fmla="*/ 5949261 w 6128435"/>
              <a:gd name="connsiteY105" fmla="*/ 4449185 h 6858000"/>
              <a:gd name="connsiteX106" fmla="*/ 5957504 w 6128435"/>
              <a:gd name="connsiteY106" fmla="*/ 4465911 h 6858000"/>
              <a:gd name="connsiteX107" fmla="*/ 5964689 w 6128435"/>
              <a:gd name="connsiteY107" fmla="*/ 4468532 h 6858000"/>
              <a:gd name="connsiteX108" fmla="*/ 5967062 w 6128435"/>
              <a:gd name="connsiteY108" fmla="*/ 4479923 h 6858000"/>
              <a:gd name="connsiteX109" fmla="*/ 5968960 w 6128435"/>
              <a:gd name="connsiteY109" fmla="*/ 4482655 h 6858000"/>
              <a:gd name="connsiteX110" fmla="*/ 5978567 w 6128435"/>
              <a:gd name="connsiteY110" fmla="*/ 4498605 h 6858000"/>
              <a:gd name="connsiteX111" fmla="*/ 5980106 w 6128435"/>
              <a:gd name="connsiteY111" fmla="*/ 4585087 h 6858000"/>
              <a:gd name="connsiteX112" fmla="*/ 5998138 w 6128435"/>
              <a:gd name="connsiteY112" fmla="*/ 4697518 h 6858000"/>
              <a:gd name="connsiteX113" fmla="*/ 6013516 w 6128435"/>
              <a:gd name="connsiteY113" fmla="*/ 4786619 h 6858000"/>
              <a:gd name="connsiteX114" fmla="*/ 6025404 w 6128435"/>
              <a:gd name="connsiteY114" fmla="*/ 4858148 h 6858000"/>
              <a:gd name="connsiteX115" fmla="*/ 6007749 w 6128435"/>
              <a:gd name="connsiteY115" fmla="*/ 4964715 h 6858000"/>
              <a:gd name="connsiteX116" fmla="*/ 6005269 w 6128435"/>
              <a:gd name="connsiteY116" fmla="*/ 5150567 h 6858000"/>
              <a:gd name="connsiteX117" fmla="*/ 6001127 w 6128435"/>
              <a:gd name="connsiteY117" fmla="*/ 5164609 h 6858000"/>
              <a:gd name="connsiteX118" fmla="*/ 5996647 w 6128435"/>
              <a:gd name="connsiteY118" fmla="*/ 5185640 h 6858000"/>
              <a:gd name="connsiteX119" fmla="*/ 5998514 w 6128435"/>
              <a:gd name="connsiteY119" fmla="*/ 5189673 h 6858000"/>
              <a:gd name="connsiteX120" fmla="*/ 5995970 w 6128435"/>
              <a:gd name="connsiteY120" fmla="*/ 5221547 h 6858000"/>
              <a:gd name="connsiteX121" fmla="*/ 5997218 w 6128435"/>
              <a:gd name="connsiteY121" fmla="*/ 5222031 h 6858000"/>
              <a:gd name="connsiteX122" fmla="*/ 6002116 w 6128435"/>
              <a:gd name="connsiteY122" fmla="*/ 5231223 h 6858000"/>
              <a:gd name="connsiteX123" fmla="*/ 6008541 w 6128435"/>
              <a:gd name="connsiteY123" fmla="*/ 5248680 h 6858000"/>
              <a:gd name="connsiteX124" fmla="*/ 6039260 w 6128435"/>
              <a:gd name="connsiteY124" fmla="*/ 5289518 h 6858000"/>
              <a:gd name="connsiteX125" fmla="*/ 6036748 w 6128435"/>
              <a:gd name="connsiteY125" fmla="*/ 5322752 h 6858000"/>
              <a:gd name="connsiteX126" fmla="*/ 6036943 w 6128435"/>
              <a:gd name="connsiteY126" fmla="*/ 5329480 h 6858000"/>
              <a:gd name="connsiteX127" fmla="*/ 6037236 w 6128435"/>
              <a:gd name="connsiteY127" fmla="*/ 5329634 h 6858000"/>
              <a:gd name="connsiteX128" fmla="*/ 6038019 w 6128435"/>
              <a:gd name="connsiteY128" fmla="*/ 5336764 h 6858000"/>
              <a:gd name="connsiteX129" fmla="*/ 6037298 w 6128435"/>
              <a:gd name="connsiteY129" fmla="*/ 5341753 h 6858000"/>
              <a:gd name="connsiteX130" fmla="*/ 6037677 w 6128435"/>
              <a:gd name="connsiteY130" fmla="*/ 5354807 h 6858000"/>
              <a:gd name="connsiteX131" fmla="*/ 6039728 w 6128435"/>
              <a:gd name="connsiteY131" fmla="*/ 5359416 h 6858000"/>
              <a:gd name="connsiteX132" fmla="*/ 6043311 w 6128435"/>
              <a:gd name="connsiteY132" fmla="*/ 5361407 h 6858000"/>
              <a:gd name="connsiteX133" fmla="*/ 6042954 w 6128435"/>
              <a:gd name="connsiteY133" fmla="*/ 5362576 h 6858000"/>
              <a:gd name="connsiteX134" fmla="*/ 6053435 w 6128435"/>
              <a:gd name="connsiteY134" fmla="*/ 5387547 h 6858000"/>
              <a:gd name="connsiteX135" fmla="*/ 6065933 w 6128435"/>
              <a:gd name="connsiteY135" fmla="*/ 5443002 h 6858000"/>
              <a:gd name="connsiteX136" fmla="*/ 6068640 w 6128435"/>
              <a:gd name="connsiteY136" fmla="*/ 5474503 h 6858000"/>
              <a:gd name="connsiteX137" fmla="*/ 6080922 w 6128435"/>
              <a:gd name="connsiteY137" fmla="*/ 5561070 h 6858000"/>
              <a:gd name="connsiteX138" fmla="*/ 6096949 w 6128435"/>
              <a:gd name="connsiteY138" fmla="*/ 5648179 h 6858000"/>
              <a:gd name="connsiteX139" fmla="*/ 6125703 w 6128435"/>
              <a:gd name="connsiteY139" fmla="*/ 5692894 h 6858000"/>
              <a:gd name="connsiteX140" fmla="*/ 6126670 w 6128435"/>
              <a:gd name="connsiteY140" fmla="*/ 5697882 h 6858000"/>
              <a:gd name="connsiteX141" fmla="*/ 6124061 w 6128435"/>
              <a:gd name="connsiteY141" fmla="*/ 5710294 h 6858000"/>
              <a:gd name="connsiteX142" fmla="*/ 6122213 w 6128435"/>
              <a:gd name="connsiteY142" fmla="*/ 5714762 h 6858000"/>
              <a:gd name="connsiteX143" fmla="*/ 6121353 w 6128435"/>
              <a:gd name="connsiteY143" fmla="*/ 5721725 h 6858000"/>
              <a:gd name="connsiteX144" fmla="*/ 6121607 w 6128435"/>
              <a:gd name="connsiteY144" fmla="*/ 5721959 h 6858000"/>
              <a:gd name="connsiteX145" fmla="*/ 6120262 w 6128435"/>
              <a:gd name="connsiteY145" fmla="*/ 5728358 h 6858000"/>
              <a:gd name="connsiteX146" fmla="*/ 6110194 w 6128435"/>
              <a:gd name="connsiteY146" fmla="*/ 5758853 h 6858000"/>
              <a:gd name="connsiteX147" fmla="*/ 6127519 w 6128435"/>
              <a:gd name="connsiteY147" fmla="*/ 5865775 h 6858000"/>
              <a:gd name="connsiteX148" fmla="*/ 6128435 w 6128435"/>
              <a:gd name="connsiteY148" fmla="*/ 5870164 h 6858000"/>
              <a:gd name="connsiteX149" fmla="*/ 6119217 w 6128435"/>
              <a:gd name="connsiteY149" fmla="*/ 5888542 h 6858000"/>
              <a:gd name="connsiteX150" fmla="*/ 6115966 w 6128435"/>
              <a:gd name="connsiteY150" fmla="*/ 5898387 h 6858000"/>
              <a:gd name="connsiteX151" fmla="*/ 6111924 w 6128435"/>
              <a:gd name="connsiteY151" fmla="*/ 5900444 h 6858000"/>
              <a:gd name="connsiteX152" fmla="*/ 6108716 w 6128435"/>
              <a:gd name="connsiteY152" fmla="*/ 5915345 h 6858000"/>
              <a:gd name="connsiteX153" fmla="*/ 6109524 w 6128435"/>
              <a:gd name="connsiteY153" fmla="*/ 5917328 h 6858000"/>
              <a:gd name="connsiteX154" fmla="*/ 6102493 w 6128435"/>
              <a:gd name="connsiteY154" fmla="*/ 5928602 h 6858000"/>
              <a:gd name="connsiteX155" fmla="*/ 6056863 w 6128435"/>
              <a:gd name="connsiteY155" fmla="*/ 6000643 h 6858000"/>
              <a:gd name="connsiteX156" fmla="*/ 6045436 w 6128435"/>
              <a:gd name="connsiteY156" fmla="*/ 6124480 h 6858000"/>
              <a:gd name="connsiteX157" fmla="*/ 6030489 w 6128435"/>
              <a:gd name="connsiteY157" fmla="*/ 6317666 h 6858000"/>
              <a:gd name="connsiteX158" fmla="*/ 6007492 w 6128435"/>
              <a:gd name="connsiteY158" fmla="*/ 6440818 h 6858000"/>
              <a:gd name="connsiteX159" fmla="*/ 6009467 w 6128435"/>
              <a:gd name="connsiteY159" fmla="*/ 6487076 h 6858000"/>
              <a:gd name="connsiteX160" fmla="*/ 5995064 w 6128435"/>
              <a:gd name="connsiteY160" fmla="*/ 6540791 h 6858000"/>
              <a:gd name="connsiteX161" fmla="*/ 5996309 w 6128435"/>
              <a:gd name="connsiteY161" fmla="*/ 6543961 h 6858000"/>
              <a:gd name="connsiteX162" fmla="*/ 5996048 w 6128435"/>
              <a:gd name="connsiteY162" fmla="*/ 6555444 h 6858000"/>
              <a:gd name="connsiteX163" fmla="*/ 6002524 w 6128435"/>
              <a:gd name="connsiteY163" fmla="*/ 6560188 h 6858000"/>
              <a:gd name="connsiteX164" fmla="*/ 6006823 w 6128435"/>
              <a:gd name="connsiteY164" fmla="*/ 6578546 h 6858000"/>
              <a:gd name="connsiteX165" fmla="*/ 6004510 w 6128435"/>
              <a:gd name="connsiteY165" fmla="*/ 6599256 h 6858000"/>
              <a:gd name="connsiteX166" fmla="*/ 5986207 w 6128435"/>
              <a:gd name="connsiteY166" fmla="*/ 6695855 h 6858000"/>
              <a:gd name="connsiteX167" fmla="*/ 5979428 w 6128435"/>
              <a:gd name="connsiteY167" fmla="*/ 6754678 h 6858000"/>
              <a:gd name="connsiteX168" fmla="*/ 5983398 w 6128435"/>
              <a:gd name="connsiteY168" fmla="*/ 6778641 h 6858000"/>
              <a:gd name="connsiteX169" fmla="*/ 5984543 w 6128435"/>
              <a:gd name="connsiteY169" fmla="*/ 6811016 h 6858000"/>
              <a:gd name="connsiteX170" fmla="*/ 5981802 w 6128435"/>
              <a:gd name="connsiteY170" fmla="*/ 6838578 h 6858000"/>
              <a:gd name="connsiteX171" fmla="*/ 5979671 w 6128435"/>
              <a:gd name="connsiteY171" fmla="*/ 6858000 h 6858000"/>
              <a:gd name="connsiteX172" fmla="*/ 0 w 6128435"/>
              <a:gd name="connsiteY172" fmla="*/ 6858000 h 6858000"/>
              <a:gd name="connsiteX173" fmla="*/ 0 w 6128435"/>
              <a:gd name="connsiteY17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93877 w 6128435"/>
              <a:gd name="connsiteY44" fmla="*/ 2368649 h 6858000"/>
              <a:gd name="connsiteX45" fmla="*/ 5311338 w 6128435"/>
              <a:gd name="connsiteY45" fmla="*/ 2404034 h 6858000"/>
              <a:gd name="connsiteX46" fmla="*/ 5338366 w 6128435"/>
              <a:gd name="connsiteY46" fmla="*/ 2465052 h 6858000"/>
              <a:gd name="connsiteX47" fmla="*/ 5337604 w 6128435"/>
              <a:gd name="connsiteY47" fmla="*/ 2597632 h 6858000"/>
              <a:gd name="connsiteX48" fmla="*/ 5407503 w 6128435"/>
              <a:gd name="connsiteY48" fmla="*/ 2786290 h 6858000"/>
              <a:gd name="connsiteX49" fmla="*/ 5407356 w 6128435"/>
              <a:gd name="connsiteY49" fmla="*/ 2787545 h 6858000"/>
              <a:gd name="connsiteX50" fmla="*/ 5411130 w 6128435"/>
              <a:gd name="connsiteY50" fmla="*/ 2788640 h 6858000"/>
              <a:gd name="connsiteX51" fmla="*/ 5416439 w 6128435"/>
              <a:gd name="connsiteY51" fmla="*/ 2805666 h 6858000"/>
              <a:gd name="connsiteX52" fmla="*/ 5416589 w 6128435"/>
              <a:gd name="connsiteY52" fmla="*/ 2810822 h 6858000"/>
              <a:gd name="connsiteX53" fmla="*/ 5418542 w 6128435"/>
              <a:gd name="connsiteY53" fmla="*/ 2817745 h 6858000"/>
              <a:gd name="connsiteX54" fmla="*/ 5418847 w 6128435"/>
              <a:gd name="connsiteY54" fmla="*/ 2817825 h 6858000"/>
              <a:gd name="connsiteX55" fmla="*/ 5423364 w 6128435"/>
              <a:gd name="connsiteY55" fmla="*/ 2858292 h 6858000"/>
              <a:gd name="connsiteX56" fmla="*/ 5479298 w 6128435"/>
              <a:gd name="connsiteY56" fmla="*/ 2947791 h 6858000"/>
              <a:gd name="connsiteX57" fmla="*/ 5481770 w 6128435"/>
              <a:gd name="connsiteY57" fmla="*/ 2951352 h 6858000"/>
              <a:gd name="connsiteX58" fmla="*/ 5481013 w 6128435"/>
              <a:gd name="connsiteY58" fmla="*/ 2973461 h 6858000"/>
              <a:gd name="connsiteX59" fmla="*/ 5482045 w 6128435"/>
              <a:gd name="connsiteY59" fmla="*/ 2984371 h 6858000"/>
              <a:gd name="connsiteX60" fmla="*/ 5479405 w 6128435"/>
              <a:gd name="connsiteY60" fmla="*/ 2988507 h 6858000"/>
              <a:gd name="connsiteX61" fmla="*/ 5482415 w 6128435"/>
              <a:gd name="connsiteY61" fmla="*/ 3004079 h 6858000"/>
              <a:gd name="connsiteX62" fmla="*/ 5483865 w 6128435"/>
              <a:gd name="connsiteY62" fmla="*/ 3005467 h 6858000"/>
              <a:gd name="connsiteX63" fmla="*/ 5482236 w 6128435"/>
              <a:gd name="connsiteY63" fmla="*/ 3019791 h 6858000"/>
              <a:gd name="connsiteX64" fmla="*/ 5475895 w 6128435"/>
              <a:gd name="connsiteY64" fmla="*/ 3033578 h 6858000"/>
              <a:gd name="connsiteX65" fmla="*/ 5477595 w 6128435"/>
              <a:gd name="connsiteY65" fmla="*/ 3250534 h 6858000"/>
              <a:gd name="connsiteX66" fmla="*/ 5532836 w 6128435"/>
              <a:gd name="connsiteY66" fmla="*/ 3353840 h 6858000"/>
              <a:gd name="connsiteX67" fmla="*/ 5561229 w 6128435"/>
              <a:gd name="connsiteY67" fmla="*/ 3395784 h 6858000"/>
              <a:gd name="connsiteX68" fmla="*/ 5589758 w 6128435"/>
              <a:gd name="connsiteY68" fmla="*/ 3506453 h 6858000"/>
              <a:gd name="connsiteX69" fmla="*/ 5596144 w 6128435"/>
              <a:gd name="connsiteY69" fmla="*/ 3534624 h 6858000"/>
              <a:gd name="connsiteX70" fmla="*/ 5597750 w 6128435"/>
              <a:gd name="connsiteY70" fmla="*/ 3534129 h 6858000"/>
              <a:gd name="connsiteX71" fmla="*/ 5599700 w 6128435"/>
              <a:gd name="connsiteY71" fmla="*/ 3547221 h 6858000"/>
              <a:gd name="connsiteX72" fmla="*/ 5615031 w 6128435"/>
              <a:gd name="connsiteY72" fmla="*/ 3557482 h 6858000"/>
              <a:gd name="connsiteX73" fmla="*/ 5618377 w 6128435"/>
              <a:gd name="connsiteY73" fmla="*/ 3588431 h 6858000"/>
              <a:gd name="connsiteX74" fmla="*/ 5612155 w 6128435"/>
              <a:gd name="connsiteY74" fmla="*/ 3589869 h 6858000"/>
              <a:gd name="connsiteX75" fmla="*/ 5620843 w 6128435"/>
              <a:gd name="connsiteY75" fmla="*/ 3606745 h 6858000"/>
              <a:gd name="connsiteX76" fmla="*/ 5655472 w 6128435"/>
              <a:gd name="connsiteY76" fmla="*/ 3678877 h 6858000"/>
              <a:gd name="connsiteX77" fmla="*/ 5680448 w 6128435"/>
              <a:gd name="connsiteY77" fmla="*/ 3717760 h 6858000"/>
              <a:gd name="connsiteX78" fmla="*/ 5683015 w 6128435"/>
              <a:gd name="connsiteY78" fmla="*/ 3762025 h 6858000"/>
              <a:gd name="connsiteX79" fmla="*/ 5696643 w 6128435"/>
              <a:gd name="connsiteY79" fmla="*/ 3773888 h 6858000"/>
              <a:gd name="connsiteX80" fmla="*/ 5699203 w 6128435"/>
              <a:gd name="connsiteY80" fmla="*/ 3775823 h 6858000"/>
              <a:gd name="connsiteX81" fmla="*/ 5704824 w 6128435"/>
              <a:gd name="connsiteY81" fmla="*/ 3785966 h 6858000"/>
              <a:gd name="connsiteX82" fmla="*/ 5712204 w 6128435"/>
              <a:gd name="connsiteY82" fmla="*/ 3785830 h 6858000"/>
              <a:gd name="connsiteX83" fmla="*/ 5724816 w 6128435"/>
              <a:gd name="connsiteY83" fmla="*/ 3798949 h 6858000"/>
              <a:gd name="connsiteX84" fmla="*/ 5733539 w 6128435"/>
              <a:gd name="connsiteY84" fmla="*/ 3818457 h 6858000"/>
              <a:gd name="connsiteX85" fmla="*/ 5768491 w 6128435"/>
              <a:gd name="connsiteY85" fmla="*/ 3914399 h 6858000"/>
              <a:gd name="connsiteX86" fmla="*/ 5793123 w 6128435"/>
              <a:gd name="connsiteY86" fmla="*/ 3969952 h 6858000"/>
              <a:gd name="connsiteX87" fmla="*/ 5808321 w 6128435"/>
              <a:gd name="connsiteY87" fmla="*/ 3988153 h 6858000"/>
              <a:gd name="connsiteX88" fmla="*/ 5825621 w 6128435"/>
              <a:gd name="connsiteY88" fmla="*/ 4015525 h 6858000"/>
              <a:gd name="connsiteX89" fmla="*/ 5860672 w 6128435"/>
              <a:gd name="connsiteY89" fmla="*/ 4061579 h 6858000"/>
              <a:gd name="connsiteX90" fmla="*/ 5872173 w 6128435"/>
              <a:gd name="connsiteY90" fmla="*/ 4088497 h 6858000"/>
              <a:gd name="connsiteX91" fmla="*/ 5883705 w 6128435"/>
              <a:gd name="connsiteY91" fmla="*/ 4101899 h 6858000"/>
              <a:gd name="connsiteX92" fmla="*/ 5885314 w 6128435"/>
              <a:gd name="connsiteY92" fmla="*/ 4108387 h 6858000"/>
              <a:gd name="connsiteX93" fmla="*/ 5894095 w 6128435"/>
              <a:gd name="connsiteY93" fmla="*/ 4128857 h 6858000"/>
              <a:gd name="connsiteX94" fmla="*/ 5898339 w 6128435"/>
              <a:gd name="connsiteY94" fmla="*/ 4140800 h 6858000"/>
              <a:gd name="connsiteX95" fmla="*/ 5899734 w 6128435"/>
              <a:gd name="connsiteY95" fmla="*/ 4145632 h 6858000"/>
              <a:gd name="connsiteX96" fmla="*/ 5897098 w 6128435"/>
              <a:gd name="connsiteY96" fmla="*/ 4157819 h 6858000"/>
              <a:gd name="connsiteX97" fmla="*/ 5903513 w 6128435"/>
              <a:gd name="connsiteY97" fmla="*/ 4187661 h 6858000"/>
              <a:gd name="connsiteX98" fmla="*/ 5917114 w 6128435"/>
              <a:gd name="connsiteY98" fmla="*/ 4213096 h 6858000"/>
              <a:gd name="connsiteX99" fmla="*/ 5921153 w 6128435"/>
              <a:gd name="connsiteY99" fmla="*/ 4236222 h 6858000"/>
              <a:gd name="connsiteX100" fmla="*/ 5924233 w 6128435"/>
              <a:gd name="connsiteY100" fmla="*/ 4242060 h 6858000"/>
              <a:gd name="connsiteX101" fmla="*/ 5928910 w 6128435"/>
              <a:gd name="connsiteY101" fmla="*/ 4300973 h 6858000"/>
              <a:gd name="connsiteX102" fmla="*/ 5939320 w 6128435"/>
              <a:gd name="connsiteY102" fmla="*/ 4340435 h 6858000"/>
              <a:gd name="connsiteX103" fmla="*/ 5946705 w 6128435"/>
              <a:gd name="connsiteY103" fmla="*/ 4428051 h 6858000"/>
              <a:gd name="connsiteX104" fmla="*/ 5949261 w 6128435"/>
              <a:gd name="connsiteY104" fmla="*/ 4449185 h 6858000"/>
              <a:gd name="connsiteX105" fmla="*/ 5957504 w 6128435"/>
              <a:gd name="connsiteY105" fmla="*/ 4465911 h 6858000"/>
              <a:gd name="connsiteX106" fmla="*/ 5964689 w 6128435"/>
              <a:gd name="connsiteY106" fmla="*/ 4468532 h 6858000"/>
              <a:gd name="connsiteX107" fmla="*/ 5967062 w 6128435"/>
              <a:gd name="connsiteY107" fmla="*/ 4479923 h 6858000"/>
              <a:gd name="connsiteX108" fmla="*/ 5968960 w 6128435"/>
              <a:gd name="connsiteY108" fmla="*/ 4482655 h 6858000"/>
              <a:gd name="connsiteX109" fmla="*/ 5978567 w 6128435"/>
              <a:gd name="connsiteY109" fmla="*/ 4498605 h 6858000"/>
              <a:gd name="connsiteX110" fmla="*/ 5980106 w 6128435"/>
              <a:gd name="connsiteY110" fmla="*/ 4585087 h 6858000"/>
              <a:gd name="connsiteX111" fmla="*/ 5998138 w 6128435"/>
              <a:gd name="connsiteY111" fmla="*/ 4697518 h 6858000"/>
              <a:gd name="connsiteX112" fmla="*/ 6013516 w 6128435"/>
              <a:gd name="connsiteY112" fmla="*/ 4786619 h 6858000"/>
              <a:gd name="connsiteX113" fmla="*/ 6025404 w 6128435"/>
              <a:gd name="connsiteY113" fmla="*/ 4858148 h 6858000"/>
              <a:gd name="connsiteX114" fmla="*/ 6007749 w 6128435"/>
              <a:gd name="connsiteY114" fmla="*/ 4964715 h 6858000"/>
              <a:gd name="connsiteX115" fmla="*/ 6005269 w 6128435"/>
              <a:gd name="connsiteY115" fmla="*/ 5150567 h 6858000"/>
              <a:gd name="connsiteX116" fmla="*/ 6001127 w 6128435"/>
              <a:gd name="connsiteY116" fmla="*/ 5164609 h 6858000"/>
              <a:gd name="connsiteX117" fmla="*/ 5996647 w 6128435"/>
              <a:gd name="connsiteY117" fmla="*/ 5185640 h 6858000"/>
              <a:gd name="connsiteX118" fmla="*/ 5998514 w 6128435"/>
              <a:gd name="connsiteY118" fmla="*/ 5189673 h 6858000"/>
              <a:gd name="connsiteX119" fmla="*/ 5995970 w 6128435"/>
              <a:gd name="connsiteY119" fmla="*/ 5221547 h 6858000"/>
              <a:gd name="connsiteX120" fmla="*/ 5997218 w 6128435"/>
              <a:gd name="connsiteY120" fmla="*/ 5222031 h 6858000"/>
              <a:gd name="connsiteX121" fmla="*/ 6002116 w 6128435"/>
              <a:gd name="connsiteY121" fmla="*/ 5231223 h 6858000"/>
              <a:gd name="connsiteX122" fmla="*/ 6008541 w 6128435"/>
              <a:gd name="connsiteY122" fmla="*/ 5248680 h 6858000"/>
              <a:gd name="connsiteX123" fmla="*/ 6039260 w 6128435"/>
              <a:gd name="connsiteY123" fmla="*/ 5289518 h 6858000"/>
              <a:gd name="connsiteX124" fmla="*/ 6036748 w 6128435"/>
              <a:gd name="connsiteY124" fmla="*/ 5322752 h 6858000"/>
              <a:gd name="connsiteX125" fmla="*/ 6036943 w 6128435"/>
              <a:gd name="connsiteY125" fmla="*/ 5329480 h 6858000"/>
              <a:gd name="connsiteX126" fmla="*/ 6037236 w 6128435"/>
              <a:gd name="connsiteY126" fmla="*/ 5329634 h 6858000"/>
              <a:gd name="connsiteX127" fmla="*/ 6038019 w 6128435"/>
              <a:gd name="connsiteY127" fmla="*/ 5336764 h 6858000"/>
              <a:gd name="connsiteX128" fmla="*/ 6037298 w 6128435"/>
              <a:gd name="connsiteY128" fmla="*/ 5341753 h 6858000"/>
              <a:gd name="connsiteX129" fmla="*/ 6037677 w 6128435"/>
              <a:gd name="connsiteY129" fmla="*/ 5354807 h 6858000"/>
              <a:gd name="connsiteX130" fmla="*/ 6039728 w 6128435"/>
              <a:gd name="connsiteY130" fmla="*/ 5359416 h 6858000"/>
              <a:gd name="connsiteX131" fmla="*/ 6043311 w 6128435"/>
              <a:gd name="connsiteY131" fmla="*/ 5361407 h 6858000"/>
              <a:gd name="connsiteX132" fmla="*/ 6042954 w 6128435"/>
              <a:gd name="connsiteY132" fmla="*/ 5362576 h 6858000"/>
              <a:gd name="connsiteX133" fmla="*/ 6053435 w 6128435"/>
              <a:gd name="connsiteY133" fmla="*/ 5387547 h 6858000"/>
              <a:gd name="connsiteX134" fmla="*/ 6065933 w 6128435"/>
              <a:gd name="connsiteY134" fmla="*/ 5443002 h 6858000"/>
              <a:gd name="connsiteX135" fmla="*/ 6068640 w 6128435"/>
              <a:gd name="connsiteY135" fmla="*/ 5474503 h 6858000"/>
              <a:gd name="connsiteX136" fmla="*/ 6080922 w 6128435"/>
              <a:gd name="connsiteY136" fmla="*/ 5561070 h 6858000"/>
              <a:gd name="connsiteX137" fmla="*/ 6096949 w 6128435"/>
              <a:gd name="connsiteY137" fmla="*/ 5648179 h 6858000"/>
              <a:gd name="connsiteX138" fmla="*/ 6125703 w 6128435"/>
              <a:gd name="connsiteY138" fmla="*/ 5692894 h 6858000"/>
              <a:gd name="connsiteX139" fmla="*/ 6126670 w 6128435"/>
              <a:gd name="connsiteY139" fmla="*/ 5697882 h 6858000"/>
              <a:gd name="connsiteX140" fmla="*/ 6124061 w 6128435"/>
              <a:gd name="connsiteY140" fmla="*/ 5710294 h 6858000"/>
              <a:gd name="connsiteX141" fmla="*/ 6122213 w 6128435"/>
              <a:gd name="connsiteY141" fmla="*/ 5714762 h 6858000"/>
              <a:gd name="connsiteX142" fmla="*/ 6121353 w 6128435"/>
              <a:gd name="connsiteY142" fmla="*/ 5721725 h 6858000"/>
              <a:gd name="connsiteX143" fmla="*/ 6121607 w 6128435"/>
              <a:gd name="connsiteY143" fmla="*/ 5721959 h 6858000"/>
              <a:gd name="connsiteX144" fmla="*/ 6120262 w 6128435"/>
              <a:gd name="connsiteY144" fmla="*/ 5728358 h 6858000"/>
              <a:gd name="connsiteX145" fmla="*/ 6110194 w 6128435"/>
              <a:gd name="connsiteY145" fmla="*/ 5758853 h 6858000"/>
              <a:gd name="connsiteX146" fmla="*/ 6127519 w 6128435"/>
              <a:gd name="connsiteY146" fmla="*/ 5865775 h 6858000"/>
              <a:gd name="connsiteX147" fmla="*/ 6128435 w 6128435"/>
              <a:gd name="connsiteY147" fmla="*/ 5870164 h 6858000"/>
              <a:gd name="connsiteX148" fmla="*/ 6119217 w 6128435"/>
              <a:gd name="connsiteY148" fmla="*/ 5888542 h 6858000"/>
              <a:gd name="connsiteX149" fmla="*/ 6115966 w 6128435"/>
              <a:gd name="connsiteY149" fmla="*/ 5898387 h 6858000"/>
              <a:gd name="connsiteX150" fmla="*/ 6111924 w 6128435"/>
              <a:gd name="connsiteY150" fmla="*/ 5900444 h 6858000"/>
              <a:gd name="connsiteX151" fmla="*/ 6108716 w 6128435"/>
              <a:gd name="connsiteY151" fmla="*/ 5915345 h 6858000"/>
              <a:gd name="connsiteX152" fmla="*/ 6109524 w 6128435"/>
              <a:gd name="connsiteY152" fmla="*/ 5917328 h 6858000"/>
              <a:gd name="connsiteX153" fmla="*/ 6102493 w 6128435"/>
              <a:gd name="connsiteY153" fmla="*/ 5928602 h 6858000"/>
              <a:gd name="connsiteX154" fmla="*/ 6056863 w 6128435"/>
              <a:gd name="connsiteY154" fmla="*/ 6000643 h 6858000"/>
              <a:gd name="connsiteX155" fmla="*/ 6045436 w 6128435"/>
              <a:gd name="connsiteY155" fmla="*/ 6124480 h 6858000"/>
              <a:gd name="connsiteX156" fmla="*/ 6030489 w 6128435"/>
              <a:gd name="connsiteY156" fmla="*/ 6317666 h 6858000"/>
              <a:gd name="connsiteX157" fmla="*/ 6007492 w 6128435"/>
              <a:gd name="connsiteY157" fmla="*/ 6440818 h 6858000"/>
              <a:gd name="connsiteX158" fmla="*/ 6009467 w 6128435"/>
              <a:gd name="connsiteY158" fmla="*/ 6487076 h 6858000"/>
              <a:gd name="connsiteX159" fmla="*/ 5995064 w 6128435"/>
              <a:gd name="connsiteY159" fmla="*/ 6540791 h 6858000"/>
              <a:gd name="connsiteX160" fmla="*/ 5996309 w 6128435"/>
              <a:gd name="connsiteY160" fmla="*/ 6543961 h 6858000"/>
              <a:gd name="connsiteX161" fmla="*/ 5996048 w 6128435"/>
              <a:gd name="connsiteY161" fmla="*/ 6555444 h 6858000"/>
              <a:gd name="connsiteX162" fmla="*/ 6002524 w 6128435"/>
              <a:gd name="connsiteY162" fmla="*/ 6560188 h 6858000"/>
              <a:gd name="connsiteX163" fmla="*/ 6006823 w 6128435"/>
              <a:gd name="connsiteY163" fmla="*/ 6578546 h 6858000"/>
              <a:gd name="connsiteX164" fmla="*/ 6004510 w 6128435"/>
              <a:gd name="connsiteY164" fmla="*/ 6599256 h 6858000"/>
              <a:gd name="connsiteX165" fmla="*/ 5986207 w 6128435"/>
              <a:gd name="connsiteY165" fmla="*/ 6695855 h 6858000"/>
              <a:gd name="connsiteX166" fmla="*/ 5979428 w 6128435"/>
              <a:gd name="connsiteY166" fmla="*/ 6754678 h 6858000"/>
              <a:gd name="connsiteX167" fmla="*/ 5983398 w 6128435"/>
              <a:gd name="connsiteY167" fmla="*/ 6778641 h 6858000"/>
              <a:gd name="connsiteX168" fmla="*/ 5984543 w 6128435"/>
              <a:gd name="connsiteY168" fmla="*/ 6811016 h 6858000"/>
              <a:gd name="connsiteX169" fmla="*/ 5981802 w 6128435"/>
              <a:gd name="connsiteY169" fmla="*/ 6838578 h 6858000"/>
              <a:gd name="connsiteX170" fmla="*/ 5979671 w 6128435"/>
              <a:gd name="connsiteY170" fmla="*/ 6858000 h 6858000"/>
              <a:gd name="connsiteX171" fmla="*/ 0 w 6128435"/>
              <a:gd name="connsiteY171" fmla="*/ 6858000 h 6858000"/>
              <a:gd name="connsiteX172" fmla="*/ 0 w 6128435"/>
              <a:gd name="connsiteY172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39901 w 6128435"/>
              <a:gd name="connsiteY43" fmla="*/ 2300961 h 6858000"/>
              <a:gd name="connsiteX44" fmla="*/ 5293877 w 6128435"/>
              <a:gd name="connsiteY44" fmla="*/ 2368649 h 6858000"/>
              <a:gd name="connsiteX45" fmla="*/ 5311338 w 6128435"/>
              <a:gd name="connsiteY45" fmla="*/ 2404034 h 6858000"/>
              <a:gd name="connsiteX46" fmla="*/ 5338366 w 6128435"/>
              <a:gd name="connsiteY46" fmla="*/ 2465052 h 6858000"/>
              <a:gd name="connsiteX47" fmla="*/ 5371263 w 6128435"/>
              <a:gd name="connsiteY47" fmla="*/ 2586413 h 6858000"/>
              <a:gd name="connsiteX48" fmla="*/ 5407503 w 6128435"/>
              <a:gd name="connsiteY48" fmla="*/ 2786290 h 6858000"/>
              <a:gd name="connsiteX49" fmla="*/ 5407356 w 6128435"/>
              <a:gd name="connsiteY49" fmla="*/ 2787545 h 6858000"/>
              <a:gd name="connsiteX50" fmla="*/ 5411130 w 6128435"/>
              <a:gd name="connsiteY50" fmla="*/ 2788640 h 6858000"/>
              <a:gd name="connsiteX51" fmla="*/ 5416439 w 6128435"/>
              <a:gd name="connsiteY51" fmla="*/ 2805666 h 6858000"/>
              <a:gd name="connsiteX52" fmla="*/ 5416589 w 6128435"/>
              <a:gd name="connsiteY52" fmla="*/ 2810822 h 6858000"/>
              <a:gd name="connsiteX53" fmla="*/ 5418542 w 6128435"/>
              <a:gd name="connsiteY53" fmla="*/ 2817745 h 6858000"/>
              <a:gd name="connsiteX54" fmla="*/ 5418847 w 6128435"/>
              <a:gd name="connsiteY54" fmla="*/ 2817825 h 6858000"/>
              <a:gd name="connsiteX55" fmla="*/ 5423364 w 6128435"/>
              <a:gd name="connsiteY55" fmla="*/ 2858292 h 6858000"/>
              <a:gd name="connsiteX56" fmla="*/ 5479298 w 6128435"/>
              <a:gd name="connsiteY56" fmla="*/ 2947791 h 6858000"/>
              <a:gd name="connsiteX57" fmla="*/ 5481770 w 6128435"/>
              <a:gd name="connsiteY57" fmla="*/ 2951352 h 6858000"/>
              <a:gd name="connsiteX58" fmla="*/ 5481013 w 6128435"/>
              <a:gd name="connsiteY58" fmla="*/ 2973461 h 6858000"/>
              <a:gd name="connsiteX59" fmla="*/ 5482045 w 6128435"/>
              <a:gd name="connsiteY59" fmla="*/ 2984371 h 6858000"/>
              <a:gd name="connsiteX60" fmla="*/ 5479405 w 6128435"/>
              <a:gd name="connsiteY60" fmla="*/ 2988507 h 6858000"/>
              <a:gd name="connsiteX61" fmla="*/ 5482415 w 6128435"/>
              <a:gd name="connsiteY61" fmla="*/ 3004079 h 6858000"/>
              <a:gd name="connsiteX62" fmla="*/ 5483865 w 6128435"/>
              <a:gd name="connsiteY62" fmla="*/ 3005467 h 6858000"/>
              <a:gd name="connsiteX63" fmla="*/ 5482236 w 6128435"/>
              <a:gd name="connsiteY63" fmla="*/ 3019791 h 6858000"/>
              <a:gd name="connsiteX64" fmla="*/ 5475895 w 6128435"/>
              <a:gd name="connsiteY64" fmla="*/ 3033578 h 6858000"/>
              <a:gd name="connsiteX65" fmla="*/ 5477595 w 6128435"/>
              <a:gd name="connsiteY65" fmla="*/ 3250534 h 6858000"/>
              <a:gd name="connsiteX66" fmla="*/ 5532836 w 6128435"/>
              <a:gd name="connsiteY66" fmla="*/ 3353840 h 6858000"/>
              <a:gd name="connsiteX67" fmla="*/ 5561229 w 6128435"/>
              <a:gd name="connsiteY67" fmla="*/ 3395784 h 6858000"/>
              <a:gd name="connsiteX68" fmla="*/ 5589758 w 6128435"/>
              <a:gd name="connsiteY68" fmla="*/ 3506453 h 6858000"/>
              <a:gd name="connsiteX69" fmla="*/ 5596144 w 6128435"/>
              <a:gd name="connsiteY69" fmla="*/ 3534624 h 6858000"/>
              <a:gd name="connsiteX70" fmla="*/ 5597750 w 6128435"/>
              <a:gd name="connsiteY70" fmla="*/ 3534129 h 6858000"/>
              <a:gd name="connsiteX71" fmla="*/ 5599700 w 6128435"/>
              <a:gd name="connsiteY71" fmla="*/ 3547221 h 6858000"/>
              <a:gd name="connsiteX72" fmla="*/ 5615031 w 6128435"/>
              <a:gd name="connsiteY72" fmla="*/ 3557482 h 6858000"/>
              <a:gd name="connsiteX73" fmla="*/ 5618377 w 6128435"/>
              <a:gd name="connsiteY73" fmla="*/ 3588431 h 6858000"/>
              <a:gd name="connsiteX74" fmla="*/ 5612155 w 6128435"/>
              <a:gd name="connsiteY74" fmla="*/ 3589869 h 6858000"/>
              <a:gd name="connsiteX75" fmla="*/ 5620843 w 6128435"/>
              <a:gd name="connsiteY75" fmla="*/ 3606745 h 6858000"/>
              <a:gd name="connsiteX76" fmla="*/ 5655472 w 6128435"/>
              <a:gd name="connsiteY76" fmla="*/ 3678877 h 6858000"/>
              <a:gd name="connsiteX77" fmla="*/ 5680448 w 6128435"/>
              <a:gd name="connsiteY77" fmla="*/ 3717760 h 6858000"/>
              <a:gd name="connsiteX78" fmla="*/ 5683015 w 6128435"/>
              <a:gd name="connsiteY78" fmla="*/ 3762025 h 6858000"/>
              <a:gd name="connsiteX79" fmla="*/ 5696643 w 6128435"/>
              <a:gd name="connsiteY79" fmla="*/ 3773888 h 6858000"/>
              <a:gd name="connsiteX80" fmla="*/ 5699203 w 6128435"/>
              <a:gd name="connsiteY80" fmla="*/ 3775823 h 6858000"/>
              <a:gd name="connsiteX81" fmla="*/ 5704824 w 6128435"/>
              <a:gd name="connsiteY81" fmla="*/ 3785966 h 6858000"/>
              <a:gd name="connsiteX82" fmla="*/ 5712204 w 6128435"/>
              <a:gd name="connsiteY82" fmla="*/ 3785830 h 6858000"/>
              <a:gd name="connsiteX83" fmla="*/ 5724816 w 6128435"/>
              <a:gd name="connsiteY83" fmla="*/ 3798949 h 6858000"/>
              <a:gd name="connsiteX84" fmla="*/ 5733539 w 6128435"/>
              <a:gd name="connsiteY84" fmla="*/ 3818457 h 6858000"/>
              <a:gd name="connsiteX85" fmla="*/ 5768491 w 6128435"/>
              <a:gd name="connsiteY85" fmla="*/ 3914399 h 6858000"/>
              <a:gd name="connsiteX86" fmla="*/ 5793123 w 6128435"/>
              <a:gd name="connsiteY86" fmla="*/ 3969952 h 6858000"/>
              <a:gd name="connsiteX87" fmla="*/ 5808321 w 6128435"/>
              <a:gd name="connsiteY87" fmla="*/ 3988153 h 6858000"/>
              <a:gd name="connsiteX88" fmla="*/ 5825621 w 6128435"/>
              <a:gd name="connsiteY88" fmla="*/ 4015525 h 6858000"/>
              <a:gd name="connsiteX89" fmla="*/ 5860672 w 6128435"/>
              <a:gd name="connsiteY89" fmla="*/ 4061579 h 6858000"/>
              <a:gd name="connsiteX90" fmla="*/ 5872173 w 6128435"/>
              <a:gd name="connsiteY90" fmla="*/ 4088497 h 6858000"/>
              <a:gd name="connsiteX91" fmla="*/ 5883705 w 6128435"/>
              <a:gd name="connsiteY91" fmla="*/ 4101899 h 6858000"/>
              <a:gd name="connsiteX92" fmla="*/ 5885314 w 6128435"/>
              <a:gd name="connsiteY92" fmla="*/ 4108387 h 6858000"/>
              <a:gd name="connsiteX93" fmla="*/ 5894095 w 6128435"/>
              <a:gd name="connsiteY93" fmla="*/ 4128857 h 6858000"/>
              <a:gd name="connsiteX94" fmla="*/ 5898339 w 6128435"/>
              <a:gd name="connsiteY94" fmla="*/ 4140800 h 6858000"/>
              <a:gd name="connsiteX95" fmla="*/ 5899734 w 6128435"/>
              <a:gd name="connsiteY95" fmla="*/ 4145632 h 6858000"/>
              <a:gd name="connsiteX96" fmla="*/ 5897098 w 6128435"/>
              <a:gd name="connsiteY96" fmla="*/ 4157819 h 6858000"/>
              <a:gd name="connsiteX97" fmla="*/ 5903513 w 6128435"/>
              <a:gd name="connsiteY97" fmla="*/ 4187661 h 6858000"/>
              <a:gd name="connsiteX98" fmla="*/ 5917114 w 6128435"/>
              <a:gd name="connsiteY98" fmla="*/ 4213096 h 6858000"/>
              <a:gd name="connsiteX99" fmla="*/ 5921153 w 6128435"/>
              <a:gd name="connsiteY99" fmla="*/ 4236222 h 6858000"/>
              <a:gd name="connsiteX100" fmla="*/ 5924233 w 6128435"/>
              <a:gd name="connsiteY100" fmla="*/ 4242060 h 6858000"/>
              <a:gd name="connsiteX101" fmla="*/ 5928910 w 6128435"/>
              <a:gd name="connsiteY101" fmla="*/ 4300973 h 6858000"/>
              <a:gd name="connsiteX102" fmla="*/ 5939320 w 6128435"/>
              <a:gd name="connsiteY102" fmla="*/ 4340435 h 6858000"/>
              <a:gd name="connsiteX103" fmla="*/ 5946705 w 6128435"/>
              <a:gd name="connsiteY103" fmla="*/ 4428051 h 6858000"/>
              <a:gd name="connsiteX104" fmla="*/ 5949261 w 6128435"/>
              <a:gd name="connsiteY104" fmla="*/ 4449185 h 6858000"/>
              <a:gd name="connsiteX105" fmla="*/ 5957504 w 6128435"/>
              <a:gd name="connsiteY105" fmla="*/ 4465911 h 6858000"/>
              <a:gd name="connsiteX106" fmla="*/ 5964689 w 6128435"/>
              <a:gd name="connsiteY106" fmla="*/ 4468532 h 6858000"/>
              <a:gd name="connsiteX107" fmla="*/ 5967062 w 6128435"/>
              <a:gd name="connsiteY107" fmla="*/ 4479923 h 6858000"/>
              <a:gd name="connsiteX108" fmla="*/ 5968960 w 6128435"/>
              <a:gd name="connsiteY108" fmla="*/ 4482655 h 6858000"/>
              <a:gd name="connsiteX109" fmla="*/ 5978567 w 6128435"/>
              <a:gd name="connsiteY109" fmla="*/ 4498605 h 6858000"/>
              <a:gd name="connsiteX110" fmla="*/ 5980106 w 6128435"/>
              <a:gd name="connsiteY110" fmla="*/ 4585087 h 6858000"/>
              <a:gd name="connsiteX111" fmla="*/ 5998138 w 6128435"/>
              <a:gd name="connsiteY111" fmla="*/ 4697518 h 6858000"/>
              <a:gd name="connsiteX112" fmla="*/ 6013516 w 6128435"/>
              <a:gd name="connsiteY112" fmla="*/ 4786619 h 6858000"/>
              <a:gd name="connsiteX113" fmla="*/ 6025404 w 6128435"/>
              <a:gd name="connsiteY113" fmla="*/ 4858148 h 6858000"/>
              <a:gd name="connsiteX114" fmla="*/ 6007749 w 6128435"/>
              <a:gd name="connsiteY114" fmla="*/ 4964715 h 6858000"/>
              <a:gd name="connsiteX115" fmla="*/ 6005269 w 6128435"/>
              <a:gd name="connsiteY115" fmla="*/ 5150567 h 6858000"/>
              <a:gd name="connsiteX116" fmla="*/ 6001127 w 6128435"/>
              <a:gd name="connsiteY116" fmla="*/ 5164609 h 6858000"/>
              <a:gd name="connsiteX117" fmla="*/ 5996647 w 6128435"/>
              <a:gd name="connsiteY117" fmla="*/ 5185640 h 6858000"/>
              <a:gd name="connsiteX118" fmla="*/ 5998514 w 6128435"/>
              <a:gd name="connsiteY118" fmla="*/ 5189673 h 6858000"/>
              <a:gd name="connsiteX119" fmla="*/ 5995970 w 6128435"/>
              <a:gd name="connsiteY119" fmla="*/ 5221547 h 6858000"/>
              <a:gd name="connsiteX120" fmla="*/ 5997218 w 6128435"/>
              <a:gd name="connsiteY120" fmla="*/ 5222031 h 6858000"/>
              <a:gd name="connsiteX121" fmla="*/ 6002116 w 6128435"/>
              <a:gd name="connsiteY121" fmla="*/ 5231223 h 6858000"/>
              <a:gd name="connsiteX122" fmla="*/ 6008541 w 6128435"/>
              <a:gd name="connsiteY122" fmla="*/ 5248680 h 6858000"/>
              <a:gd name="connsiteX123" fmla="*/ 6039260 w 6128435"/>
              <a:gd name="connsiteY123" fmla="*/ 5289518 h 6858000"/>
              <a:gd name="connsiteX124" fmla="*/ 6036748 w 6128435"/>
              <a:gd name="connsiteY124" fmla="*/ 5322752 h 6858000"/>
              <a:gd name="connsiteX125" fmla="*/ 6036943 w 6128435"/>
              <a:gd name="connsiteY125" fmla="*/ 5329480 h 6858000"/>
              <a:gd name="connsiteX126" fmla="*/ 6037236 w 6128435"/>
              <a:gd name="connsiteY126" fmla="*/ 5329634 h 6858000"/>
              <a:gd name="connsiteX127" fmla="*/ 6038019 w 6128435"/>
              <a:gd name="connsiteY127" fmla="*/ 5336764 h 6858000"/>
              <a:gd name="connsiteX128" fmla="*/ 6037298 w 6128435"/>
              <a:gd name="connsiteY128" fmla="*/ 5341753 h 6858000"/>
              <a:gd name="connsiteX129" fmla="*/ 6037677 w 6128435"/>
              <a:gd name="connsiteY129" fmla="*/ 5354807 h 6858000"/>
              <a:gd name="connsiteX130" fmla="*/ 6039728 w 6128435"/>
              <a:gd name="connsiteY130" fmla="*/ 5359416 h 6858000"/>
              <a:gd name="connsiteX131" fmla="*/ 6043311 w 6128435"/>
              <a:gd name="connsiteY131" fmla="*/ 5361407 h 6858000"/>
              <a:gd name="connsiteX132" fmla="*/ 6042954 w 6128435"/>
              <a:gd name="connsiteY132" fmla="*/ 5362576 h 6858000"/>
              <a:gd name="connsiteX133" fmla="*/ 6053435 w 6128435"/>
              <a:gd name="connsiteY133" fmla="*/ 5387547 h 6858000"/>
              <a:gd name="connsiteX134" fmla="*/ 6065933 w 6128435"/>
              <a:gd name="connsiteY134" fmla="*/ 5443002 h 6858000"/>
              <a:gd name="connsiteX135" fmla="*/ 6068640 w 6128435"/>
              <a:gd name="connsiteY135" fmla="*/ 5474503 h 6858000"/>
              <a:gd name="connsiteX136" fmla="*/ 6080922 w 6128435"/>
              <a:gd name="connsiteY136" fmla="*/ 5561070 h 6858000"/>
              <a:gd name="connsiteX137" fmla="*/ 6096949 w 6128435"/>
              <a:gd name="connsiteY137" fmla="*/ 5648179 h 6858000"/>
              <a:gd name="connsiteX138" fmla="*/ 6125703 w 6128435"/>
              <a:gd name="connsiteY138" fmla="*/ 5692894 h 6858000"/>
              <a:gd name="connsiteX139" fmla="*/ 6126670 w 6128435"/>
              <a:gd name="connsiteY139" fmla="*/ 5697882 h 6858000"/>
              <a:gd name="connsiteX140" fmla="*/ 6124061 w 6128435"/>
              <a:gd name="connsiteY140" fmla="*/ 5710294 h 6858000"/>
              <a:gd name="connsiteX141" fmla="*/ 6122213 w 6128435"/>
              <a:gd name="connsiteY141" fmla="*/ 5714762 h 6858000"/>
              <a:gd name="connsiteX142" fmla="*/ 6121353 w 6128435"/>
              <a:gd name="connsiteY142" fmla="*/ 5721725 h 6858000"/>
              <a:gd name="connsiteX143" fmla="*/ 6121607 w 6128435"/>
              <a:gd name="connsiteY143" fmla="*/ 5721959 h 6858000"/>
              <a:gd name="connsiteX144" fmla="*/ 6120262 w 6128435"/>
              <a:gd name="connsiteY144" fmla="*/ 5728358 h 6858000"/>
              <a:gd name="connsiteX145" fmla="*/ 6110194 w 6128435"/>
              <a:gd name="connsiteY145" fmla="*/ 5758853 h 6858000"/>
              <a:gd name="connsiteX146" fmla="*/ 6127519 w 6128435"/>
              <a:gd name="connsiteY146" fmla="*/ 5865775 h 6858000"/>
              <a:gd name="connsiteX147" fmla="*/ 6128435 w 6128435"/>
              <a:gd name="connsiteY147" fmla="*/ 5870164 h 6858000"/>
              <a:gd name="connsiteX148" fmla="*/ 6119217 w 6128435"/>
              <a:gd name="connsiteY148" fmla="*/ 5888542 h 6858000"/>
              <a:gd name="connsiteX149" fmla="*/ 6115966 w 6128435"/>
              <a:gd name="connsiteY149" fmla="*/ 5898387 h 6858000"/>
              <a:gd name="connsiteX150" fmla="*/ 6111924 w 6128435"/>
              <a:gd name="connsiteY150" fmla="*/ 5900444 h 6858000"/>
              <a:gd name="connsiteX151" fmla="*/ 6108716 w 6128435"/>
              <a:gd name="connsiteY151" fmla="*/ 5915345 h 6858000"/>
              <a:gd name="connsiteX152" fmla="*/ 6109524 w 6128435"/>
              <a:gd name="connsiteY152" fmla="*/ 5917328 h 6858000"/>
              <a:gd name="connsiteX153" fmla="*/ 6102493 w 6128435"/>
              <a:gd name="connsiteY153" fmla="*/ 5928602 h 6858000"/>
              <a:gd name="connsiteX154" fmla="*/ 6056863 w 6128435"/>
              <a:gd name="connsiteY154" fmla="*/ 6000643 h 6858000"/>
              <a:gd name="connsiteX155" fmla="*/ 6045436 w 6128435"/>
              <a:gd name="connsiteY155" fmla="*/ 6124480 h 6858000"/>
              <a:gd name="connsiteX156" fmla="*/ 6030489 w 6128435"/>
              <a:gd name="connsiteY156" fmla="*/ 6317666 h 6858000"/>
              <a:gd name="connsiteX157" fmla="*/ 6007492 w 6128435"/>
              <a:gd name="connsiteY157" fmla="*/ 6440818 h 6858000"/>
              <a:gd name="connsiteX158" fmla="*/ 6009467 w 6128435"/>
              <a:gd name="connsiteY158" fmla="*/ 6487076 h 6858000"/>
              <a:gd name="connsiteX159" fmla="*/ 5995064 w 6128435"/>
              <a:gd name="connsiteY159" fmla="*/ 6540791 h 6858000"/>
              <a:gd name="connsiteX160" fmla="*/ 5996309 w 6128435"/>
              <a:gd name="connsiteY160" fmla="*/ 6543961 h 6858000"/>
              <a:gd name="connsiteX161" fmla="*/ 5996048 w 6128435"/>
              <a:gd name="connsiteY161" fmla="*/ 6555444 h 6858000"/>
              <a:gd name="connsiteX162" fmla="*/ 6002524 w 6128435"/>
              <a:gd name="connsiteY162" fmla="*/ 6560188 h 6858000"/>
              <a:gd name="connsiteX163" fmla="*/ 6006823 w 6128435"/>
              <a:gd name="connsiteY163" fmla="*/ 6578546 h 6858000"/>
              <a:gd name="connsiteX164" fmla="*/ 6004510 w 6128435"/>
              <a:gd name="connsiteY164" fmla="*/ 6599256 h 6858000"/>
              <a:gd name="connsiteX165" fmla="*/ 5986207 w 6128435"/>
              <a:gd name="connsiteY165" fmla="*/ 6695855 h 6858000"/>
              <a:gd name="connsiteX166" fmla="*/ 5979428 w 6128435"/>
              <a:gd name="connsiteY166" fmla="*/ 6754678 h 6858000"/>
              <a:gd name="connsiteX167" fmla="*/ 5983398 w 6128435"/>
              <a:gd name="connsiteY167" fmla="*/ 6778641 h 6858000"/>
              <a:gd name="connsiteX168" fmla="*/ 5984543 w 6128435"/>
              <a:gd name="connsiteY168" fmla="*/ 6811016 h 6858000"/>
              <a:gd name="connsiteX169" fmla="*/ 5981802 w 6128435"/>
              <a:gd name="connsiteY169" fmla="*/ 6838578 h 6858000"/>
              <a:gd name="connsiteX170" fmla="*/ 5979671 w 6128435"/>
              <a:gd name="connsiteY170" fmla="*/ 6858000 h 6858000"/>
              <a:gd name="connsiteX171" fmla="*/ 0 w 6128435"/>
              <a:gd name="connsiteY171" fmla="*/ 6858000 h 6858000"/>
              <a:gd name="connsiteX172" fmla="*/ 0 w 6128435"/>
              <a:gd name="connsiteY172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45653 w 6128435"/>
              <a:gd name="connsiteY42" fmla="*/ 228031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23364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1013 w 6128435"/>
              <a:gd name="connsiteY57" fmla="*/ 2973461 h 6858000"/>
              <a:gd name="connsiteX58" fmla="*/ 5482045 w 6128435"/>
              <a:gd name="connsiteY58" fmla="*/ 2984371 h 6858000"/>
              <a:gd name="connsiteX59" fmla="*/ 5479405 w 6128435"/>
              <a:gd name="connsiteY59" fmla="*/ 2988507 h 6858000"/>
              <a:gd name="connsiteX60" fmla="*/ 5482415 w 6128435"/>
              <a:gd name="connsiteY60" fmla="*/ 3004079 h 6858000"/>
              <a:gd name="connsiteX61" fmla="*/ 5483865 w 6128435"/>
              <a:gd name="connsiteY61" fmla="*/ 3005467 h 6858000"/>
              <a:gd name="connsiteX62" fmla="*/ 5482236 w 6128435"/>
              <a:gd name="connsiteY62" fmla="*/ 3019791 h 6858000"/>
              <a:gd name="connsiteX63" fmla="*/ 5475895 w 6128435"/>
              <a:gd name="connsiteY63" fmla="*/ 3033578 h 6858000"/>
              <a:gd name="connsiteX64" fmla="*/ 5477595 w 6128435"/>
              <a:gd name="connsiteY64" fmla="*/ 3250534 h 6858000"/>
              <a:gd name="connsiteX65" fmla="*/ 5532836 w 6128435"/>
              <a:gd name="connsiteY65" fmla="*/ 3353840 h 6858000"/>
              <a:gd name="connsiteX66" fmla="*/ 5561229 w 6128435"/>
              <a:gd name="connsiteY66" fmla="*/ 3395784 h 6858000"/>
              <a:gd name="connsiteX67" fmla="*/ 5589758 w 6128435"/>
              <a:gd name="connsiteY67" fmla="*/ 3506453 h 6858000"/>
              <a:gd name="connsiteX68" fmla="*/ 5596144 w 6128435"/>
              <a:gd name="connsiteY68" fmla="*/ 3534624 h 6858000"/>
              <a:gd name="connsiteX69" fmla="*/ 5597750 w 6128435"/>
              <a:gd name="connsiteY69" fmla="*/ 3534129 h 6858000"/>
              <a:gd name="connsiteX70" fmla="*/ 5599700 w 6128435"/>
              <a:gd name="connsiteY70" fmla="*/ 3547221 h 6858000"/>
              <a:gd name="connsiteX71" fmla="*/ 5615031 w 6128435"/>
              <a:gd name="connsiteY71" fmla="*/ 3557482 h 6858000"/>
              <a:gd name="connsiteX72" fmla="*/ 5618377 w 6128435"/>
              <a:gd name="connsiteY72" fmla="*/ 3588431 h 6858000"/>
              <a:gd name="connsiteX73" fmla="*/ 5612155 w 6128435"/>
              <a:gd name="connsiteY73" fmla="*/ 3589869 h 6858000"/>
              <a:gd name="connsiteX74" fmla="*/ 5620843 w 6128435"/>
              <a:gd name="connsiteY74" fmla="*/ 3606745 h 6858000"/>
              <a:gd name="connsiteX75" fmla="*/ 5655472 w 6128435"/>
              <a:gd name="connsiteY75" fmla="*/ 3678877 h 6858000"/>
              <a:gd name="connsiteX76" fmla="*/ 5680448 w 6128435"/>
              <a:gd name="connsiteY76" fmla="*/ 3717760 h 6858000"/>
              <a:gd name="connsiteX77" fmla="*/ 5683015 w 6128435"/>
              <a:gd name="connsiteY77" fmla="*/ 3762025 h 6858000"/>
              <a:gd name="connsiteX78" fmla="*/ 5696643 w 6128435"/>
              <a:gd name="connsiteY78" fmla="*/ 3773888 h 6858000"/>
              <a:gd name="connsiteX79" fmla="*/ 5699203 w 6128435"/>
              <a:gd name="connsiteY79" fmla="*/ 3775823 h 6858000"/>
              <a:gd name="connsiteX80" fmla="*/ 5704824 w 6128435"/>
              <a:gd name="connsiteY80" fmla="*/ 3785966 h 6858000"/>
              <a:gd name="connsiteX81" fmla="*/ 5712204 w 6128435"/>
              <a:gd name="connsiteY81" fmla="*/ 3785830 h 6858000"/>
              <a:gd name="connsiteX82" fmla="*/ 5724816 w 6128435"/>
              <a:gd name="connsiteY82" fmla="*/ 3798949 h 6858000"/>
              <a:gd name="connsiteX83" fmla="*/ 5733539 w 6128435"/>
              <a:gd name="connsiteY83" fmla="*/ 3818457 h 6858000"/>
              <a:gd name="connsiteX84" fmla="*/ 5768491 w 6128435"/>
              <a:gd name="connsiteY84" fmla="*/ 3914399 h 6858000"/>
              <a:gd name="connsiteX85" fmla="*/ 5793123 w 6128435"/>
              <a:gd name="connsiteY85" fmla="*/ 3969952 h 6858000"/>
              <a:gd name="connsiteX86" fmla="*/ 5808321 w 6128435"/>
              <a:gd name="connsiteY86" fmla="*/ 3988153 h 6858000"/>
              <a:gd name="connsiteX87" fmla="*/ 5825621 w 6128435"/>
              <a:gd name="connsiteY87" fmla="*/ 4015525 h 6858000"/>
              <a:gd name="connsiteX88" fmla="*/ 5860672 w 6128435"/>
              <a:gd name="connsiteY88" fmla="*/ 4061579 h 6858000"/>
              <a:gd name="connsiteX89" fmla="*/ 5872173 w 6128435"/>
              <a:gd name="connsiteY89" fmla="*/ 4088497 h 6858000"/>
              <a:gd name="connsiteX90" fmla="*/ 5883705 w 6128435"/>
              <a:gd name="connsiteY90" fmla="*/ 4101899 h 6858000"/>
              <a:gd name="connsiteX91" fmla="*/ 5885314 w 6128435"/>
              <a:gd name="connsiteY91" fmla="*/ 4108387 h 6858000"/>
              <a:gd name="connsiteX92" fmla="*/ 5894095 w 6128435"/>
              <a:gd name="connsiteY92" fmla="*/ 4128857 h 6858000"/>
              <a:gd name="connsiteX93" fmla="*/ 5898339 w 6128435"/>
              <a:gd name="connsiteY93" fmla="*/ 4140800 h 6858000"/>
              <a:gd name="connsiteX94" fmla="*/ 5899734 w 6128435"/>
              <a:gd name="connsiteY94" fmla="*/ 4145632 h 6858000"/>
              <a:gd name="connsiteX95" fmla="*/ 5897098 w 6128435"/>
              <a:gd name="connsiteY95" fmla="*/ 4157819 h 6858000"/>
              <a:gd name="connsiteX96" fmla="*/ 5903513 w 6128435"/>
              <a:gd name="connsiteY96" fmla="*/ 4187661 h 6858000"/>
              <a:gd name="connsiteX97" fmla="*/ 5917114 w 6128435"/>
              <a:gd name="connsiteY97" fmla="*/ 4213096 h 6858000"/>
              <a:gd name="connsiteX98" fmla="*/ 5921153 w 6128435"/>
              <a:gd name="connsiteY98" fmla="*/ 4236222 h 6858000"/>
              <a:gd name="connsiteX99" fmla="*/ 5924233 w 6128435"/>
              <a:gd name="connsiteY99" fmla="*/ 4242060 h 6858000"/>
              <a:gd name="connsiteX100" fmla="*/ 5928910 w 6128435"/>
              <a:gd name="connsiteY100" fmla="*/ 4300973 h 6858000"/>
              <a:gd name="connsiteX101" fmla="*/ 5939320 w 6128435"/>
              <a:gd name="connsiteY101" fmla="*/ 4340435 h 6858000"/>
              <a:gd name="connsiteX102" fmla="*/ 5946705 w 6128435"/>
              <a:gd name="connsiteY102" fmla="*/ 4428051 h 6858000"/>
              <a:gd name="connsiteX103" fmla="*/ 5949261 w 6128435"/>
              <a:gd name="connsiteY103" fmla="*/ 4449185 h 6858000"/>
              <a:gd name="connsiteX104" fmla="*/ 5957504 w 6128435"/>
              <a:gd name="connsiteY104" fmla="*/ 4465911 h 6858000"/>
              <a:gd name="connsiteX105" fmla="*/ 5964689 w 6128435"/>
              <a:gd name="connsiteY105" fmla="*/ 4468532 h 6858000"/>
              <a:gd name="connsiteX106" fmla="*/ 5967062 w 6128435"/>
              <a:gd name="connsiteY106" fmla="*/ 4479923 h 6858000"/>
              <a:gd name="connsiteX107" fmla="*/ 5968960 w 6128435"/>
              <a:gd name="connsiteY107" fmla="*/ 4482655 h 6858000"/>
              <a:gd name="connsiteX108" fmla="*/ 5978567 w 6128435"/>
              <a:gd name="connsiteY108" fmla="*/ 4498605 h 6858000"/>
              <a:gd name="connsiteX109" fmla="*/ 5980106 w 6128435"/>
              <a:gd name="connsiteY109" fmla="*/ 4585087 h 6858000"/>
              <a:gd name="connsiteX110" fmla="*/ 5998138 w 6128435"/>
              <a:gd name="connsiteY110" fmla="*/ 4697518 h 6858000"/>
              <a:gd name="connsiteX111" fmla="*/ 6013516 w 6128435"/>
              <a:gd name="connsiteY111" fmla="*/ 4786619 h 6858000"/>
              <a:gd name="connsiteX112" fmla="*/ 6025404 w 6128435"/>
              <a:gd name="connsiteY112" fmla="*/ 4858148 h 6858000"/>
              <a:gd name="connsiteX113" fmla="*/ 6007749 w 6128435"/>
              <a:gd name="connsiteY113" fmla="*/ 4964715 h 6858000"/>
              <a:gd name="connsiteX114" fmla="*/ 6005269 w 6128435"/>
              <a:gd name="connsiteY114" fmla="*/ 5150567 h 6858000"/>
              <a:gd name="connsiteX115" fmla="*/ 6001127 w 6128435"/>
              <a:gd name="connsiteY115" fmla="*/ 5164609 h 6858000"/>
              <a:gd name="connsiteX116" fmla="*/ 5996647 w 6128435"/>
              <a:gd name="connsiteY116" fmla="*/ 5185640 h 6858000"/>
              <a:gd name="connsiteX117" fmla="*/ 5998514 w 6128435"/>
              <a:gd name="connsiteY117" fmla="*/ 5189673 h 6858000"/>
              <a:gd name="connsiteX118" fmla="*/ 5995970 w 6128435"/>
              <a:gd name="connsiteY118" fmla="*/ 5221547 h 6858000"/>
              <a:gd name="connsiteX119" fmla="*/ 5997218 w 6128435"/>
              <a:gd name="connsiteY119" fmla="*/ 5222031 h 6858000"/>
              <a:gd name="connsiteX120" fmla="*/ 6002116 w 6128435"/>
              <a:gd name="connsiteY120" fmla="*/ 5231223 h 6858000"/>
              <a:gd name="connsiteX121" fmla="*/ 6008541 w 6128435"/>
              <a:gd name="connsiteY121" fmla="*/ 5248680 h 6858000"/>
              <a:gd name="connsiteX122" fmla="*/ 6039260 w 6128435"/>
              <a:gd name="connsiteY122" fmla="*/ 5289518 h 6858000"/>
              <a:gd name="connsiteX123" fmla="*/ 6036748 w 6128435"/>
              <a:gd name="connsiteY123" fmla="*/ 5322752 h 6858000"/>
              <a:gd name="connsiteX124" fmla="*/ 6036943 w 6128435"/>
              <a:gd name="connsiteY124" fmla="*/ 5329480 h 6858000"/>
              <a:gd name="connsiteX125" fmla="*/ 6037236 w 6128435"/>
              <a:gd name="connsiteY125" fmla="*/ 5329634 h 6858000"/>
              <a:gd name="connsiteX126" fmla="*/ 6038019 w 6128435"/>
              <a:gd name="connsiteY126" fmla="*/ 5336764 h 6858000"/>
              <a:gd name="connsiteX127" fmla="*/ 6037298 w 6128435"/>
              <a:gd name="connsiteY127" fmla="*/ 5341753 h 6858000"/>
              <a:gd name="connsiteX128" fmla="*/ 6037677 w 6128435"/>
              <a:gd name="connsiteY128" fmla="*/ 5354807 h 6858000"/>
              <a:gd name="connsiteX129" fmla="*/ 6039728 w 6128435"/>
              <a:gd name="connsiteY129" fmla="*/ 5359416 h 6858000"/>
              <a:gd name="connsiteX130" fmla="*/ 6043311 w 6128435"/>
              <a:gd name="connsiteY130" fmla="*/ 5361407 h 6858000"/>
              <a:gd name="connsiteX131" fmla="*/ 6042954 w 6128435"/>
              <a:gd name="connsiteY131" fmla="*/ 5362576 h 6858000"/>
              <a:gd name="connsiteX132" fmla="*/ 6053435 w 6128435"/>
              <a:gd name="connsiteY132" fmla="*/ 5387547 h 6858000"/>
              <a:gd name="connsiteX133" fmla="*/ 6065933 w 6128435"/>
              <a:gd name="connsiteY133" fmla="*/ 5443002 h 6858000"/>
              <a:gd name="connsiteX134" fmla="*/ 6068640 w 6128435"/>
              <a:gd name="connsiteY134" fmla="*/ 5474503 h 6858000"/>
              <a:gd name="connsiteX135" fmla="*/ 6080922 w 6128435"/>
              <a:gd name="connsiteY135" fmla="*/ 5561070 h 6858000"/>
              <a:gd name="connsiteX136" fmla="*/ 6096949 w 6128435"/>
              <a:gd name="connsiteY136" fmla="*/ 5648179 h 6858000"/>
              <a:gd name="connsiteX137" fmla="*/ 6125703 w 6128435"/>
              <a:gd name="connsiteY137" fmla="*/ 5692894 h 6858000"/>
              <a:gd name="connsiteX138" fmla="*/ 6126670 w 6128435"/>
              <a:gd name="connsiteY138" fmla="*/ 5697882 h 6858000"/>
              <a:gd name="connsiteX139" fmla="*/ 6124061 w 6128435"/>
              <a:gd name="connsiteY139" fmla="*/ 5710294 h 6858000"/>
              <a:gd name="connsiteX140" fmla="*/ 6122213 w 6128435"/>
              <a:gd name="connsiteY140" fmla="*/ 5714762 h 6858000"/>
              <a:gd name="connsiteX141" fmla="*/ 6121353 w 6128435"/>
              <a:gd name="connsiteY141" fmla="*/ 5721725 h 6858000"/>
              <a:gd name="connsiteX142" fmla="*/ 6121607 w 6128435"/>
              <a:gd name="connsiteY142" fmla="*/ 5721959 h 6858000"/>
              <a:gd name="connsiteX143" fmla="*/ 6120262 w 6128435"/>
              <a:gd name="connsiteY143" fmla="*/ 5728358 h 6858000"/>
              <a:gd name="connsiteX144" fmla="*/ 6110194 w 6128435"/>
              <a:gd name="connsiteY144" fmla="*/ 5758853 h 6858000"/>
              <a:gd name="connsiteX145" fmla="*/ 6127519 w 6128435"/>
              <a:gd name="connsiteY145" fmla="*/ 5865775 h 6858000"/>
              <a:gd name="connsiteX146" fmla="*/ 6128435 w 6128435"/>
              <a:gd name="connsiteY146" fmla="*/ 5870164 h 6858000"/>
              <a:gd name="connsiteX147" fmla="*/ 6119217 w 6128435"/>
              <a:gd name="connsiteY147" fmla="*/ 5888542 h 6858000"/>
              <a:gd name="connsiteX148" fmla="*/ 6115966 w 6128435"/>
              <a:gd name="connsiteY148" fmla="*/ 5898387 h 6858000"/>
              <a:gd name="connsiteX149" fmla="*/ 6111924 w 6128435"/>
              <a:gd name="connsiteY149" fmla="*/ 5900444 h 6858000"/>
              <a:gd name="connsiteX150" fmla="*/ 6108716 w 6128435"/>
              <a:gd name="connsiteY150" fmla="*/ 5915345 h 6858000"/>
              <a:gd name="connsiteX151" fmla="*/ 6109524 w 6128435"/>
              <a:gd name="connsiteY151" fmla="*/ 5917328 h 6858000"/>
              <a:gd name="connsiteX152" fmla="*/ 6102493 w 6128435"/>
              <a:gd name="connsiteY152" fmla="*/ 5928602 h 6858000"/>
              <a:gd name="connsiteX153" fmla="*/ 6056863 w 6128435"/>
              <a:gd name="connsiteY153" fmla="*/ 6000643 h 6858000"/>
              <a:gd name="connsiteX154" fmla="*/ 6045436 w 6128435"/>
              <a:gd name="connsiteY154" fmla="*/ 6124480 h 6858000"/>
              <a:gd name="connsiteX155" fmla="*/ 6030489 w 6128435"/>
              <a:gd name="connsiteY155" fmla="*/ 6317666 h 6858000"/>
              <a:gd name="connsiteX156" fmla="*/ 6007492 w 6128435"/>
              <a:gd name="connsiteY156" fmla="*/ 6440818 h 6858000"/>
              <a:gd name="connsiteX157" fmla="*/ 6009467 w 6128435"/>
              <a:gd name="connsiteY157" fmla="*/ 6487076 h 6858000"/>
              <a:gd name="connsiteX158" fmla="*/ 5995064 w 6128435"/>
              <a:gd name="connsiteY158" fmla="*/ 6540791 h 6858000"/>
              <a:gd name="connsiteX159" fmla="*/ 5996309 w 6128435"/>
              <a:gd name="connsiteY159" fmla="*/ 6543961 h 6858000"/>
              <a:gd name="connsiteX160" fmla="*/ 5996048 w 6128435"/>
              <a:gd name="connsiteY160" fmla="*/ 6555444 h 6858000"/>
              <a:gd name="connsiteX161" fmla="*/ 6002524 w 6128435"/>
              <a:gd name="connsiteY161" fmla="*/ 6560188 h 6858000"/>
              <a:gd name="connsiteX162" fmla="*/ 6006823 w 6128435"/>
              <a:gd name="connsiteY162" fmla="*/ 6578546 h 6858000"/>
              <a:gd name="connsiteX163" fmla="*/ 6004510 w 6128435"/>
              <a:gd name="connsiteY163" fmla="*/ 6599256 h 6858000"/>
              <a:gd name="connsiteX164" fmla="*/ 5986207 w 6128435"/>
              <a:gd name="connsiteY164" fmla="*/ 6695855 h 6858000"/>
              <a:gd name="connsiteX165" fmla="*/ 5979428 w 6128435"/>
              <a:gd name="connsiteY165" fmla="*/ 6754678 h 6858000"/>
              <a:gd name="connsiteX166" fmla="*/ 5983398 w 6128435"/>
              <a:gd name="connsiteY166" fmla="*/ 6778641 h 6858000"/>
              <a:gd name="connsiteX167" fmla="*/ 5984543 w 6128435"/>
              <a:gd name="connsiteY167" fmla="*/ 6811016 h 6858000"/>
              <a:gd name="connsiteX168" fmla="*/ 5981802 w 6128435"/>
              <a:gd name="connsiteY168" fmla="*/ 6838578 h 6858000"/>
              <a:gd name="connsiteX169" fmla="*/ 5979671 w 6128435"/>
              <a:gd name="connsiteY169" fmla="*/ 6858000 h 6858000"/>
              <a:gd name="connsiteX170" fmla="*/ 0 w 6128435"/>
              <a:gd name="connsiteY170" fmla="*/ 6858000 h 6858000"/>
              <a:gd name="connsiteX171" fmla="*/ 0 w 6128435"/>
              <a:gd name="connsiteY171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72526 w 6128435"/>
              <a:gd name="connsiteY34" fmla="*/ 193694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23364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1013 w 6128435"/>
              <a:gd name="connsiteY57" fmla="*/ 2973461 h 6858000"/>
              <a:gd name="connsiteX58" fmla="*/ 5482045 w 6128435"/>
              <a:gd name="connsiteY58" fmla="*/ 2984371 h 6858000"/>
              <a:gd name="connsiteX59" fmla="*/ 5479405 w 6128435"/>
              <a:gd name="connsiteY59" fmla="*/ 2988507 h 6858000"/>
              <a:gd name="connsiteX60" fmla="*/ 5482415 w 6128435"/>
              <a:gd name="connsiteY60" fmla="*/ 3004079 h 6858000"/>
              <a:gd name="connsiteX61" fmla="*/ 5483865 w 6128435"/>
              <a:gd name="connsiteY61" fmla="*/ 3005467 h 6858000"/>
              <a:gd name="connsiteX62" fmla="*/ 5482236 w 6128435"/>
              <a:gd name="connsiteY62" fmla="*/ 3019791 h 6858000"/>
              <a:gd name="connsiteX63" fmla="*/ 5475895 w 6128435"/>
              <a:gd name="connsiteY63" fmla="*/ 3033578 h 6858000"/>
              <a:gd name="connsiteX64" fmla="*/ 5477595 w 6128435"/>
              <a:gd name="connsiteY64" fmla="*/ 3250534 h 6858000"/>
              <a:gd name="connsiteX65" fmla="*/ 5532836 w 6128435"/>
              <a:gd name="connsiteY65" fmla="*/ 3353840 h 6858000"/>
              <a:gd name="connsiteX66" fmla="*/ 5561229 w 6128435"/>
              <a:gd name="connsiteY66" fmla="*/ 3395784 h 6858000"/>
              <a:gd name="connsiteX67" fmla="*/ 5589758 w 6128435"/>
              <a:gd name="connsiteY67" fmla="*/ 3506453 h 6858000"/>
              <a:gd name="connsiteX68" fmla="*/ 5596144 w 6128435"/>
              <a:gd name="connsiteY68" fmla="*/ 3534624 h 6858000"/>
              <a:gd name="connsiteX69" fmla="*/ 5597750 w 6128435"/>
              <a:gd name="connsiteY69" fmla="*/ 3534129 h 6858000"/>
              <a:gd name="connsiteX70" fmla="*/ 5599700 w 6128435"/>
              <a:gd name="connsiteY70" fmla="*/ 3547221 h 6858000"/>
              <a:gd name="connsiteX71" fmla="*/ 5615031 w 6128435"/>
              <a:gd name="connsiteY71" fmla="*/ 3557482 h 6858000"/>
              <a:gd name="connsiteX72" fmla="*/ 5618377 w 6128435"/>
              <a:gd name="connsiteY72" fmla="*/ 3588431 h 6858000"/>
              <a:gd name="connsiteX73" fmla="*/ 5612155 w 6128435"/>
              <a:gd name="connsiteY73" fmla="*/ 3589869 h 6858000"/>
              <a:gd name="connsiteX74" fmla="*/ 5620843 w 6128435"/>
              <a:gd name="connsiteY74" fmla="*/ 3606745 h 6858000"/>
              <a:gd name="connsiteX75" fmla="*/ 5655472 w 6128435"/>
              <a:gd name="connsiteY75" fmla="*/ 3678877 h 6858000"/>
              <a:gd name="connsiteX76" fmla="*/ 5680448 w 6128435"/>
              <a:gd name="connsiteY76" fmla="*/ 3717760 h 6858000"/>
              <a:gd name="connsiteX77" fmla="*/ 5683015 w 6128435"/>
              <a:gd name="connsiteY77" fmla="*/ 3762025 h 6858000"/>
              <a:gd name="connsiteX78" fmla="*/ 5696643 w 6128435"/>
              <a:gd name="connsiteY78" fmla="*/ 3773888 h 6858000"/>
              <a:gd name="connsiteX79" fmla="*/ 5699203 w 6128435"/>
              <a:gd name="connsiteY79" fmla="*/ 3775823 h 6858000"/>
              <a:gd name="connsiteX80" fmla="*/ 5704824 w 6128435"/>
              <a:gd name="connsiteY80" fmla="*/ 3785966 h 6858000"/>
              <a:gd name="connsiteX81" fmla="*/ 5712204 w 6128435"/>
              <a:gd name="connsiteY81" fmla="*/ 3785830 h 6858000"/>
              <a:gd name="connsiteX82" fmla="*/ 5724816 w 6128435"/>
              <a:gd name="connsiteY82" fmla="*/ 3798949 h 6858000"/>
              <a:gd name="connsiteX83" fmla="*/ 5733539 w 6128435"/>
              <a:gd name="connsiteY83" fmla="*/ 3818457 h 6858000"/>
              <a:gd name="connsiteX84" fmla="*/ 5768491 w 6128435"/>
              <a:gd name="connsiteY84" fmla="*/ 3914399 h 6858000"/>
              <a:gd name="connsiteX85" fmla="*/ 5793123 w 6128435"/>
              <a:gd name="connsiteY85" fmla="*/ 3969952 h 6858000"/>
              <a:gd name="connsiteX86" fmla="*/ 5808321 w 6128435"/>
              <a:gd name="connsiteY86" fmla="*/ 3988153 h 6858000"/>
              <a:gd name="connsiteX87" fmla="*/ 5825621 w 6128435"/>
              <a:gd name="connsiteY87" fmla="*/ 4015525 h 6858000"/>
              <a:gd name="connsiteX88" fmla="*/ 5860672 w 6128435"/>
              <a:gd name="connsiteY88" fmla="*/ 4061579 h 6858000"/>
              <a:gd name="connsiteX89" fmla="*/ 5872173 w 6128435"/>
              <a:gd name="connsiteY89" fmla="*/ 4088497 h 6858000"/>
              <a:gd name="connsiteX90" fmla="*/ 5883705 w 6128435"/>
              <a:gd name="connsiteY90" fmla="*/ 4101899 h 6858000"/>
              <a:gd name="connsiteX91" fmla="*/ 5885314 w 6128435"/>
              <a:gd name="connsiteY91" fmla="*/ 4108387 h 6858000"/>
              <a:gd name="connsiteX92" fmla="*/ 5894095 w 6128435"/>
              <a:gd name="connsiteY92" fmla="*/ 4128857 h 6858000"/>
              <a:gd name="connsiteX93" fmla="*/ 5898339 w 6128435"/>
              <a:gd name="connsiteY93" fmla="*/ 4140800 h 6858000"/>
              <a:gd name="connsiteX94" fmla="*/ 5899734 w 6128435"/>
              <a:gd name="connsiteY94" fmla="*/ 4145632 h 6858000"/>
              <a:gd name="connsiteX95" fmla="*/ 5897098 w 6128435"/>
              <a:gd name="connsiteY95" fmla="*/ 4157819 h 6858000"/>
              <a:gd name="connsiteX96" fmla="*/ 5903513 w 6128435"/>
              <a:gd name="connsiteY96" fmla="*/ 4187661 h 6858000"/>
              <a:gd name="connsiteX97" fmla="*/ 5917114 w 6128435"/>
              <a:gd name="connsiteY97" fmla="*/ 4213096 h 6858000"/>
              <a:gd name="connsiteX98" fmla="*/ 5921153 w 6128435"/>
              <a:gd name="connsiteY98" fmla="*/ 4236222 h 6858000"/>
              <a:gd name="connsiteX99" fmla="*/ 5924233 w 6128435"/>
              <a:gd name="connsiteY99" fmla="*/ 4242060 h 6858000"/>
              <a:gd name="connsiteX100" fmla="*/ 5928910 w 6128435"/>
              <a:gd name="connsiteY100" fmla="*/ 4300973 h 6858000"/>
              <a:gd name="connsiteX101" fmla="*/ 5939320 w 6128435"/>
              <a:gd name="connsiteY101" fmla="*/ 4340435 h 6858000"/>
              <a:gd name="connsiteX102" fmla="*/ 5946705 w 6128435"/>
              <a:gd name="connsiteY102" fmla="*/ 4428051 h 6858000"/>
              <a:gd name="connsiteX103" fmla="*/ 5949261 w 6128435"/>
              <a:gd name="connsiteY103" fmla="*/ 4449185 h 6858000"/>
              <a:gd name="connsiteX104" fmla="*/ 5957504 w 6128435"/>
              <a:gd name="connsiteY104" fmla="*/ 4465911 h 6858000"/>
              <a:gd name="connsiteX105" fmla="*/ 5964689 w 6128435"/>
              <a:gd name="connsiteY105" fmla="*/ 4468532 h 6858000"/>
              <a:gd name="connsiteX106" fmla="*/ 5967062 w 6128435"/>
              <a:gd name="connsiteY106" fmla="*/ 4479923 h 6858000"/>
              <a:gd name="connsiteX107" fmla="*/ 5968960 w 6128435"/>
              <a:gd name="connsiteY107" fmla="*/ 4482655 h 6858000"/>
              <a:gd name="connsiteX108" fmla="*/ 5978567 w 6128435"/>
              <a:gd name="connsiteY108" fmla="*/ 4498605 h 6858000"/>
              <a:gd name="connsiteX109" fmla="*/ 5980106 w 6128435"/>
              <a:gd name="connsiteY109" fmla="*/ 4585087 h 6858000"/>
              <a:gd name="connsiteX110" fmla="*/ 5998138 w 6128435"/>
              <a:gd name="connsiteY110" fmla="*/ 4697518 h 6858000"/>
              <a:gd name="connsiteX111" fmla="*/ 6013516 w 6128435"/>
              <a:gd name="connsiteY111" fmla="*/ 4786619 h 6858000"/>
              <a:gd name="connsiteX112" fmla="*/ 6025404 w 6128435"/>
              <a:gd name="connsiteY112" fmla="*/ 4858148 h 6858000"/>
              <a:gd name="connsiteX113" fmla="*/ 6007749 w 6128435"/>
              <a:gd name="connsiteY113" fmla="*/ 4964715 h 6858000"/>
              <a:gd name="connsiteX114" fmla="*/ 6005269 w 6128435"/>
              <a:gd name="connsiteY114" fmla="*/ 5150567 h 6858000"/>
              <a:gd name="connsiteX115" fmla="*/ 6001127 w 6128435"/>
              <a:gd name="connsiteY115" fmla="*/ 5164609 h 6858000"/>
              <a:gd name="connsiteX116" fmla="*/ 5996647 w 6128435"/>
              <a:gd name="connsiteY116" fmla="*/ 5185640 h 6858000"/>
              <a:gd name="connsiteX117" fmla="*/ 5998514 w 6128435"/>
              <a:gd name="connsiteY117" fmla="*/ 5189673 h 6858000"/>
              <a:gd name="connsiteX118" fmla="*/ 5995970 w 6128435"/>
              <a:gd name="connsiteY118" fmla="*/ 5221547 h 6858000"/>
              <a:gd name="connsiteX119" fmla="*/ 5997218 w 6128435"/>
              <a:gd name="connsiteY119" fmla="*/ 5222031 h 6858000"/>
              <a:gd name="connsiteX120" fmla="*/ 6002116 w 6128435"/>
              <a:gd name="connsiteY120" fmla="*/ 5231223 h 6858000"/>
              <a:gd name="connsiteX121" fmla="*/ 6008541 w 6128435"/>
              <a:gd name="connsiteY121" fmla="*/ 5248680 h 6858000"/>
              <a:gd name="connsiteX122" fmla="*/ 6039260 w 6128435"/>
              <a:gd name="connsiteY122" fmla="*/ 5289518 h 6858000"/>
              <a:gd name="connsiteX123" fmla="*/ 6036748 w 6128435"/>
              <a:gd name="connsiteY123" fmla="*/ 5322752 h 6858000"/>
              <a:gd name="connsiteX124" fmla="*/ 6036943 w 6128435"/>
              <a:gd name="connsiteY124" fmla="*/ 5329480 h 6858000"/>
              <a:gd name="connsiteX125" fmla="*/ 6037236 w 6128435"/>
              <a:gd name="connsiteY125" fmla="*/ 5329634 h 6858000"/>
              <a:gd name="connsiteX126" fmla="*/ 6038019 w 6128435"/>
              <a:gd name="connsiteY126" fmla="*/ 5336764 h 6858000"/>
              <a:gd name="connsiteX127" fmla="*/ 6037298 w 6128435"/>
              <a:gd name="connsiteY127" fmla="*/ 5341753 h 6858000"/>
              <a:gd name="connsiteX128" fmla="*/ 6037677 w 6128435"/>
              <a:gd name="connsiteY128" fmla="*/ 5354807 h 6858000"/>
              <a:gd name="connsiteX129" fmla="*/ 6039728 w 6128435"/>
              <a:gd name="connsiteY129" fmla="*/ 5359416 h 6858000"/>
              <a:gd name="connsiteX130" fmla="*/ 6043311 w 6128435"/>
              <a:gd name="connsiteY130" fmla="*/ 5361407 h 6858000"/>
              <a:gd name="connsiteX131" fmla="*/ 6042954 w 6128435"/>
              <a:gd name="connsiteY131" fmla="*/ 5362576 h 6858000"/>
              <a:gd name="connsiteX132" fmla="*/ 6053435 w 6128435"/>
              <a:gd name="connsiteY132" fmla="*/ 5387547 h 6858000"/>
              <a:gd name="connsiteX133" fmla="*/ 6065933 w 6128435"/>
              <a:gd name="connsiteY133" fmla="*/ 5443002 h 6858000"/>
              <a:gd name="connsiteX134" fmla="*/ 6068640 w 6128435"/>
              <a:gd name="connsiteY134" fmla="*/ 5474503 h 6858000"/>
              <a:gd name="connsiteX135" fmla="*/ 6080922 w 6128435"/>
              <a:gd name="connsiteY135" fmla="*/ 5561070 h 6858000"/>
              <a:gd name="connsiteX136" fmla="*/ 6096949 w 6128435"/>
              <a:gd name="connsiteY136" fmla="*/ 5648179 h 6858000"/>
              <a:gd name="connsiteX137" fmla="*/ 6125703 w 6128435"/>
              <a:gd name="connsiteY137" fmla="*/ 5692894 h 6858000"/>
              <a:gd name="connsiteX138" fmla="*/ 6126670 w 6128435"/>
              <a:gd name="connsiteY138" fmla="*/ 5697882 h 6858000"/>
              <a:gd name="connsiteX139" fmla="*/ 6124061 w 6128435"/>
              <a:gd name="connsiteY139" fmla="*/ 5710294 h 6858000"/>
              <a:gd name="connsiteX140" fmla="*/ 6122213 w 6128435"/>
              <a:gd name="connsiteY140" fmla="*/ 5714762 h 6858000"/>
              <a:gd name="connsiteX141" fmla="*/ 6121353 w 6128435"/>
              <a:gd name="connsiteY141" fmla="*/ 5721725 h 6858000"/>
              <a:gd name="connsiteX142" fmla="*/ 6121607 w 6128435"/>
              <a:gd name="connsiteY142" fmla="*/ 5721959 h 6858000"/>
              <a:gd name="connsiteX143" fmla="*/ 6120262 w 6128435"/>
              <a:gd name="connsiteY143" fmla="*/ 5728358 h 6858000"/>
              <a:gd name="connsiteX144" fmla="*/ 6110194 w 6128435"/>
              <a:gd name="connsiteY144" fmla="*/ 5758853 h 6858000"/>
              <a:gd name="connsiteX145" fmla="*/ 6127519 w 6128435"/>
              <a:gd name="connsiteY145" fmla="*/ 5865775 h 6858000"/>
              <a:gd name="connsiteX146" fmla="*/ 6128435 w 6128435"/>
              <a:gd name="connsiteY146" fmla="*/ 5870164 h 6858000"/>
              <a:gd name="connsiteX147" fmla="*/ 6119217 w 6128435"/>
              <a:gd name="connsiteY147" fmla="*/ 5888542 h 6858000"/>
              <a:gd name="connsiteX148" fmla="*/ 6115966 w 6128435"/>
              <a:gd name="connsiteY148" fmla="*/ 5898387 h 6858000"/>
              <a:gd name="connsiteX149" fmla="*/ 6111924 w 6128435"/>
              <a:gd name="connsiteY149" fmla="*/ 5900444 h 6858000"/>
              <a:gd name="connsiteX150" fmla="*/ 6108716 w 6128435"/>
              <a:gd name="connsiteY150" fmla="*/ 5915345 h 6858000"/>
              <a:gd name="connsiteX151" fmla="*/ 6109524 w 6128435"/>
              <a:gd name="connsiteY151" fmla="*/ 5917328 h 6858000"/>
              <a:gd name="connsiteX152" fmla="*/ 6102493 w 6128435"/>
              <a:gd name="connsiteY152" fmla="*/ 5928602 h 6858000"/>
              <a:gd name="connsiteX153" fmla="*/ 6056863 w 6128435"/>
              <a:gd name="connsiteY153" fmla="*/ 6000643 h 6858000"/>
              <a:gd name="connsiteX154" fmla="*/ 6045436 w 6128435"/>
              <a:gd name="connsiteY154" fmla="*/ 6124480 h 6858000"/>
              <a:gd name="connsiteX155" fmla="*/ 6030489 w 6128435"/>
              <a:gd name="connsiteY155" fmla="*/ 6317666 h 6858000"/>
              <a:gd name="connsiteX156" fmla="*/ 6007492 w 6128435"/>
              <a:gd name="connsiteY156" fmla="*/ 6440818 h 6858000"/>
              <a:gd name="connsiteX157" fmla="*/ 6009467 w 6128435"/>
              <a:gd name="connsiteY157" fmla="*/ 6487076 h 6858000"/>
              <a:gd name="connsiteX158" fmla="*/ 5995064 w 6128435"/>
              <a:gd name="connsiteY158" fmla="*/ 6540791 h 6858000"/>
              <a:gd name="connsiteX159" fmla="*/ 5996309 w 6128435"/>
              <a:gd name="connsiteY159" fmla="*/ 6543961 h 6858000"/>
              <a:gd name="connsiteX160" fmla="*/ 5996048 w 6128435"/>
              <a:gd name="connsiteY160" fmla="*/ 6555444 h 6858000"/>
              <a:gd name="connsiteX161" fmla="*/ 6002524 w 6128435"/>
              <a:gd name="connsiteY161" fmla="*/ 6560188 h 6858000"/>
              <a:gd name="connsiteX162" fmla="*/ 6006823 w 6128435"/>
              <a:gd name="connsiteY162" fmla="*/ 6578546 h 6858000"/>
              <a:gd name="connsiteX163" fmla="*/ 6004510 w 6128435"/>
              <a:gd name="connsiteY163" fmla="*/ 6599256 h 6858000"/>
              <a:gd name="connsiteX164" fmla="*/ 5986207 w 6128435"/>
              <a:gd name="connsiteY164" fmla="*/ 6695855 h 6858000"/>
              <a:gd name="connsiteX165" fmla="*/ 5979428 w 6128435"/>
              <a:gd name="connsiteY165" fmla="*/ 6754678 h 6858000"/>
              <a:gd name="connsiteX166" fmla="*/ 5983398 w 6128435"/>
              <a:gd name="connsiteY166" fmla="*/ 6778641 h 6858000"/>
              <a:gd name="connsiteX167" fmla="*/ 5984543 w 6128435"/>
              <a:gd name="connsiteY167" fmla="*/ 6811016 h 6858000"/>
              <a:gd name="connsiteX168" fmla="*/ 5981802 w 6128435"/>
              <a:gd name="connsiteY168" fmla="*/ 6838578 h 6858000"/>
              <a:gd name="connsiteX169" fmla="*/ 5979671 w 6128435"/>
              <a:gd name="connsiteY169" fmla="*/ 6858000 h 6858000"/>
              <a:gd name="connsiteX170" fmla="*/ 0 w 6128435"/>
              <a:gd name="connsiteY170" fmla="*/ 6858000 h 6858000"/>
              <a:gd name="connsiteX171" fmla="*/ 0 w 6128435"/>
              <a:gd name="connsiteY171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55696 w 6128435"/>
              <a:gd name="connsiteY34" fmla="*/ 195377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23364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1013 w 6128435"/>
              <a:gd name="connsiteY57" fmla="*/ 2973461 h 6858000"/>
              <a:gd name="connsiteX58" fmla="*/ 5482045 w 6128435"/>
              <a:gd name="connsiteY58" fmla="*/ 2984371 h 6858000"/>
              <a:gd name="connsiteX59" fmla="*/ 5479405 w 6128435"/>
              <a:gd name="connsiteY59" fmla="*/ 2988507 h 6858000"/>
              <a:gd name="connsiteX60" fmla="*/ 5482415 w 6128435"/>
              <a:gd name="connsiteY60" fmla="*/ 3004079 h 6858000"/>
              <a:gd name="connsiteX61" fmla="*/ 5483865 w 6128435"/>
              <a:gd name="connsiteY61" fmla="*/ 3005467 h 6858000"/>
              <a:gd name="connsiteX62" fmla="*/ 5482236 w 6128435"/>
              <a:gd name="connsiteY62" fmla="*/ 3019791 h 6858000"/>
              <a:gd name="connsiteX63" fmla="*/ 5475895 w 6128435"/>
              <a:gd name="connsiteY63" fmla="*/ 3033578 h 6858000"/>
              <a:gd name="connsiteX64" fmla="*/ 5477595 w 6128435"/>
              <a:gd name="connsiteY64" fmla="*/ 3250534 h 6858000"/>
              <a:gd name="connsiteX65" fmla="*/ 5532836 w 6128435"/>
              <a:gd name="connsiteY65" fmla="*/ 3353840 h 6858000"/>
              <a:gd name="connsiteX66" fmla="*/ 5561229 w 6128435"/>
              <a:gd name="connsiteY66" fmla="*/ 3395784 h 6858000"/>
              <a:gd name="connsiteX67" fmla="*/ 5589758 w 6128435"/>
              <a:gd name="connsiteY67" fmla="*/ 3506453 h 6858000"/>
              <a:gd name="connsiteX68" fmla="*/ 5596144 w 6128435"/>
              <a:gd name="connsiteY68" fmla="*/ 3534624 h 6858000"/>
              <a:gd name="connsiteX69" fmla="*/ 5597750 w 6128435"/>
              <a:gd name="connsiteY69" fmla="*/ 3534129 h 6858000"/>
              <a:gd name="connsiteX70" fmla="*/ 5599700 w 6128435"/>
              <a:gd name="connsiteY70" fmla="*/ 3547221 h 6858000"/>
              <a:gd name="connsiteX71" fmla="*/ 5615031 w 6128435"/>
              <a:gd name="connsiteY71" fmla="*/ 3557482 h 6858000"/>
              <a:gd name="connsiteX72" fmla="*/ 5618377 w 6128435"/>
              <a:gd name="connsiteY72" fmla="*/ 3588431 h 6858000"/>
              <a:gd name="connsiteX73" fmla="*/ 5612155 w 6128435"/>
              <a:gd name="connsiteY73" fmla="*/ 3589869 h 6858000"/>
              <a:gd name="connsiteX74" fmla="*/ 5620843 w 6128435"/>
              <a:gd name="connsiteY74" fmla="*/ 3606745 h 6858000"/>
              <a:gd name="connsiteX75" fmla="*/ 5655472 w 6128435"/>
              <a:gd name="connsiteY75" fmla="*/ 3678877 h 6858000"/>
              <a:gd name="connsiteX76" fmla="*/ 5680448 w 6128435"/>
              <a:gd name="connsiteY76" fmla="*/ 3717760 h 6858000"/>
              <a:gd name="connsiteX77" fmla="*/ 5683015 w 6128435"/>
              <a:gd name="connsiteY77" fmla="*/ 3762025 h 6858000"/>
              <a:gd name="connsiteX78" fmla="*/ 5696643 w 6128435"/>
              <a:gd name="connsiteY78" fmla="*/ 3773888 h 6858000"/>
              <a:gd name="connsiteX79" fmla="*/ 5699203 w 6128435"/>
              <a:gd name="connsiteY79" fmla="*/ 3775823 h 6858000"/>
              <a:gd name="connsiteX80" fmla="*/ 5704824 w 6128435"/>
              <a:gd name="connsiteY80" fmla="*/ 3785966 h 6858000"/>
              <a:gd name="connsiteX81" fmla="*/ 5712204 w 6128435"/>
              <a:gd name="connsiteY81" fmla="*/ 3785830 h 6858000"/>
              <a:gd name="connsiteX82" fmla="*/ 5724816 w 6128435"/>
              <a:gd name="connsiteY82" fmla="*/ 3798949 h 6858000"/>
              <a:gd name="connsiteX83" fmla="*/ 5733539 w 6128435"/>
              <a:gd name="connsiteY83" fmla="*/ 3818457 h 6858000"/>
              <a:gd name="connsiteX84" fmla="*/ 5768491 w 6128435"/>
              <a:gd name="connsiteY84" fmla="*/ 3914399 h 6858000"/>
              <a:gd name="connsiteX85" fmla="*/ 5793123 w 6128435"/>
              <a:gd name="connsiteY85" fmla="*/ 3969952 h 6858000"/>
              <a:gd name="connsiteX86" fmla="*/ 5808321 w 6128435"/>
              <a:gd name="connsiteY86" fmla="*/ 3988153 h 6858000"/>
              <a:gd name="connsiteX87" fmla="*/ 5825621 w 6128435"/>
              <a:gd name="connsiteY87" fmla="*/ 4015525 h 6858000"/>
              <a:gd name="connsiteX88" fmla="*/ 5860672 w 6128435"/>
              <a:gd name="connsiteY88" fmla="*/ 4061579 h 6858000"/>
              <a:gd name="connsiteX89" fmla="*/ 5872173 w 6128435"/>
              <a:gd name="connsiteY89" fmla="*/ 4088497 h 6858000"/>
              <a:gd name="connsiteX90" fmla="*/ 5883705 w 6128435"/>
              <a:gd name="connsiteY90" fmla="*/ 4101899 h 6858000"/>
              <a:gd name="connsiteX91" fmla="*/ 5885314 w 6128435"/>
              <a:gd name="connsiteY91" fmla="*/ 4108387 h 6858000"/>
              <a:gd name="connsiteX92" fmla="*/ 5894095 w 6128435"/>
              <a:gd name="connsiteY92" fmla="*/ 4128857 h 6858000"/>
              <a:gd name="connsiteX93" fmla="*/ 5898339 w 6128435"/>
              <a:gd name="connsiteY93" fmla="*/ 4140800 h 6858000"/>
              <a:gd name="connsiteX94" fmla="*/ 5899734 w 6128435"/>
              <a:gd name="connsiteY94" fmla="*/ 4145632 h 6858000"/>
              <a:gd name="connsiteX95" fmla="*/ 5897098 w 6128435"/>
              <a:gd name="connsiteY95" fmla="*/ 4157819 h 6858000"/>
              <a:gd name="connsiteX96" fmla="*/ 5903513 w 6128435"/>
              <a:gd name="connsiteY96" fmla="*/ 4187661 h 6858000"/>
              <a:gd name="connsiteX97" fmla="*/ 5917114 w 6128435"/>
              <a:gd name="connsiteY97" fmla="*/ 4213096 h 6858000"/>
              <a:gd name="connsiteX98" fmla="*/ 5921153 w 6128435"/>
              <a:gd name="connsiteY98" fmla="*/ 4236222 h 6858000"/>
              <a:gd name="connsiteX99" fmla="*/ 5924233 w 6128435"/>
              <a:gd name="connsiteY99" fmla="*/ 4242060 h 6858000"/>
              <a:gd name="connsiteX100" fmla="*/ 5928910 w 6128435"/>
              <a:gd name="connsiteY100" fmla="*/ 4300973 h 6858000"/>
              <a:gd name="connsiteX101" fmla="*/ 5939320 w 6128435"/>
              <a:gd name="connsiteY101" fmla="*/ 4340435 h 6858000"/>
              <a:gd name="connsiteX102" fmla="*/ 5946705 w 6128435"/>
              <a:gd name="connsiteY102" fmla="*/ 4428051 h 6858000"/>
              <a:gd name="connsiteX103" fmla="*/ 5949261 w 6128435"/>
              <a:gd name="connsiteY103" fmla="*/ 4449185 h 6858000"/>
              <a:gd name="connsiteX104" fmla="*/ 5957504 w 6128435"/>
              <a:gd name="connsiteY104" fmla="*/ 4465911 h 6858000"/>
              <a:gd name="connsiteX105" fmla="*/ 5964689 w 6128435"/>
              <a:gd name="connsiteY105" fmla="*/ 4468532 h 6858000"/>
              <a:gd name="connsiteX106" fmla="*/ 5967062 w 6128435"/>
              <a:gd name="connsiteY106" fmla="*/ 4479923 h 6858000"/>
              <a:gd name="connsiteX107" fmla="*/ 5968960 w 6128435"/>
              <a:gd name="connsiteY107" fmla="*/ 4482655 h 6858000"/>
              <a:gd name="connsiteX108" fmla="*/ 5978567 w 6128435"/>
              <a:gd name="connsiteY108" fmla="*/ 4498605 h 6858000"/>
              <a:gd name="connsiteX109" fmla="*/ 5980106 w 6128435"/>
              <a:gd name="connsiteY109" fmla="*/ 4585087 h 6858000"/>
              <a:gd name="connsiteX110" fmla="*/ 5998138 w 6128435"/>
              <a:gd name="connsiteY110" fmla="*/ 4697518 h 6858000"/>
              <a:gd name="connsiteX111" fmla="*/ 6013516 w 6128435"/>
              <a:gd name="connsiteY111" fmla="*/ 4786619 h 6858000"/>
              <a:gd name="connsiteX112" fmla="*/ 6025404 w 6128435"/>
              <a:gd name="connsiteY112" fmla="*/ 4858148 h 6858000"/>
              <a:gd name="connsiteX113" fmla="*/ 6007749 w 6128435"/>
              <a:gd name="connsiteY113" fmla="*/ 4964715 h 6858000"/>
              <a:gd name="connsiteX114" fmla="*/ 6005269 w 6128435"/>
              <a:gd name="connsiteY114" fmla="*/ 5150567 h 6858000"/>
              <a:gd name="connsiteX115" fmla="*/ 6001127 w 6128435"/>
              <a:gd name="connsiteY115" fmla="*/ 5164609 h 6858000"/>
              <a:gd name="connsiteX116" fmla="*/ 5996647 w 6128435"/>
              <a:gd name="connsiteY116" fmla="*/ 5185640 h 6858000"/>
              <a:gd name="connsiteX117" fmla="*/ 5998514 w 6128435"/>
              <a:gd name="connsiteY117" fmla="*/ 5189673 h 6858000"/>
              <a:gd name="connsiteX118" fmla="*/ 5995970 w 6128435"/>
              <a:gd name="connsiteY118" fmla="*/ 5221547 h 6858000"/>
              <a:gd name="connsiteX119" fmla="*/ 5997218 w 6128435"/>
              <a:gd name="connsiteY119" fmla="*/ 5222031 h 6858000"/>
              <a:gd name="connsiteX120" fmla="*/ 6002116 w 6128435"/>
              <a:gd name="connsiteY120" fmla="*/ 5231223 h 6858000"/>
              <a:gd name="connsiteX121" fmla="*/ 6008541 w 6128435"/>
              <a:gd name="connsiteY121" fmla="*/ 5248680 h 6858000"/>
              <a:gd name="connsiteX122" fmla="*/ 6039260 w 6128435"/>
              <a:gd name="connsiteY122" fmla="*/ 5289518 h 6858000"/>
              <a:gd name="connsiteX123" fmla="*/ 6036748 w 6128435"/>
              <a:gd name="connsiteY123" fmla="*/ 5322752 h 6858000"/>
              <a:gd name="connsiteX124" fmla="*/ 6036943 w 6128435"/>
              <a:gd name="connsiteY124" fmla="*/ 5329480 h 6858000"/>
              <a:gd name="connsiteX125" fmla="*/ 6037236 w 6128435"/>
              <a:gd name="connsiteY125" fmla="*/ 5329634 h 6858000"/>
              <a:gd name="connsiteX126" fmla="*/ 6038019 w 6128435"/>
              <a:gd name="connsiteY126" fmla="*/ 5336764 h 6858000"/>
              <a:gd name="connsiteX127" fmla="*/ 6037298 w 6128435"/>
              <a:gd name="connsiteY127" fmla="*/ 5341753 h 6858000"/>
              <a:gd name="connsiteX128" fmla="*/ 6037677 w 6128435"/>
              <a:gd name="connsiteY128" fmla="*/ 5354807 h 6858000"/>
              <a:gd name="connsiteX129" fmla="*/ 6039728 w 6128435"/>
              <a:gd name="connsiteY129" fmla="*/ 5359416 h 6858000"/>
              <a:gd name="connsiteX130" fmla="*/ 6043311 w 6128435"/>
              <a:gd name="connsiteY130" fmla="*/ 5361407 h 6858000"/>
              <a:gd name="connsiteX131" fmla="*/ 6042954 w 6128435"/>
              <a:gd name="connsiteY131" fmla="*/ 5362576 h 6858000"/>
              <a:gd name="connsiteX132" fmla="*/ 6053435 w 6128435"/>
              <a:gd name="connsiteY132" fmla="*/ 5387547 h 6858000"/>
              <a:gd name="connsiteX133" fmla="*/ 6065933 w 6128435"/>
              <a:gd name="connsiteY133" fmla="*/ 5443002 h 6858000"/>
              <a:gd name="connsiteX134" fmla="*/ 6068640 w 6128435"/>
              <a:gd name="connsiteY134" fmla="*/ 5474503 h 6858000"/>
              <a:gd name="connsiteX135" fmla="*/ 6080922 w 6128435"/>
              <a:gd name="connsiteY135" fmla="*/ 5561070 h 6858000"/>
              <a:gd name="connsiteX136" fmla="*/ 6096949 w 6128435"/>
              <a:gd name="connsiteY136" fmla="*/ 5648179 h 6858000"/>
              <a:gd name="connsiteX137" fmla="*/ 6125703 w 6128435"/>
              <a:gd name="connsiteY137" fmla="*/ 5692894 h 6858000"/>
              <a:gd name="connsiteX138" fmla="*/ 6126670 w 6128435"/>
              <a:gd name="connsiteY138" fmla="*/ 5697882 h 6858000"/>
              <a:gd name="connsiteX139" fmla="*/ 6124061 w 6128435"/>
              <a:gd name="connsiteY139" fmla="*/ 5710294 h 6858000"/>
              <a:gd name="connsiteX140" fmla="*/ 6122213 w 6128435"/>
              <a:gd name="connsiteY140" fmla="*/ 5714762 h 6858000"/>
              <a:gd name="connsiteX141" fmla="*/ 6121353 w 6128435"/>
              <a:gd name="connsiteY141" fmla="*/ 5721725 h 6858000"/>
              <a:gd name="connsiteX142" fmla="*/ 6121607 w 6128435"/>
              <a:gd name="connsiteY142" fmla="*/ 5721959 h 6858000"/>
              <a:gd name="connsiteX143" fmla="*/ 6120262 w 6128435"/>
              <a:gd name="connsiteY143" fmla="*/ 5728358 h 6858000"/>
              <a:gd name="connsiteX144" fmla="*/ 6110194 w 6128435"/>
              <a:gd name="connsiteY144" fmla="*/ 5758853 h 6858000"/>
              <a:gd name="connsiteX145" fmla="*/ 6127519 w 6128435"/>
              <a:gd name="connsiteY145" fmla="*/ 5865775 h 6858000"/>
              <a:gd name="connsiteX146" fmla="*/ 6128435 w 6128435"/>
              <a:gd name="connsiteY146" fmla="*/ 5870164 h 6858000"/>
              <a:gd name="connsiteX147" fmla="*/ 6119217 w 6128435"/>
              <a:gd name="connsiteY147" fmla="*/ 5888542 h 6858000"/>
              <a:gd name="connsiteX148" fmla="*/ 6115966 w 6128435"/>
              <a:gd name="connsiteY148" fmla="*/ 5898387 h 6858000"/>
              <a:gd name="connsiteX149" fmla="*/ 6111924 w 6128435"/>
              <a:gd name="connsiteY149" fmla="*/ 5900444 h 6858000"/>
              <a:gd name="connsiteX150" fmla="*/ 6108716 w 6128435"/>
              <a:gd name="connsiteY150" fmla="*/ 5915345 h 6858000"/>
              <a:gd name="connsiteX151" fmla="*/ 6109524 w 6128435"/>
              <a:gd name="connsiteY151" fmla="*/ 5917328 h 6858000"/>
              <a:gd name="connsiteX152" fmla="*/ 6102493 w 6128435"/>
              <a:gd name="connsiteY152" fmla="*/ 5928602 h 6858000"/>
              <a:gd name="connsiteX153" fmla="*/ 6056863 w 6128435"/>
              <a:gd name="connsiteY153" fmla="*/ 6000643 h 6858000"/>
              <a:gd name="connsiteX154" fmla="*/ 6045436 w 6128435"/>
              <a:gd name="connsiteY154" fmla="*/ 6124480 h 6858000"/>
              <a:gd name="connsiteX155" fmla="*/ 6030489 w 6128435"/>
              <a:gd name="connsiteY155" fmla="*/ 6317666 h 6858000"/>
              <a:gd name="connsiteX156" fmla="*/ 6007492 w 6128435"/>
              <a:gd name="connsiteY156" fmla="*/ 6440818 h 6858000"/>
              <a:gd name="connsiteX157" fmla="*/ 6009467 w 6128435"/>
              <a:gd name="connsiteY157" fmla="*/ 6487076 h 6858000"/>
              <a:gd name="connsiteX158" fmla="*/ 5995064 w 6128435"/>
              <a:gd name="connsiteY158" fmla="*/ 6540791 h 6858000"/>
              <a:gd name="connsiteX159" fmla="*/ 5996309 w 6128435"/>
              <a:gd name="connsiteY159" fmla="*/ 6543961 h 6858000"/>
              <a:gd name="connsiteX160" fmla="*/ 5996048 w 6128435"/>
              <a:gd name="connsiteY160" fmla="*/ 6555444 h 6858000"/>
              <a:gd name="connsiteX161" fmla="*/ 6002524 w 6128435"/>
              <a:gd name="connsiteY161" fmla="*/ 6560188 h 6858000"/>
              <a:gd name="connsiteX162" fmla="*/ 6006823 w 6128435"/>
              <a:gd name="connsiteY162" fmla="*/ 6578546 h 6858000"/>
              <a:gd name="connsiteX163" fmla="*/ 6004510 w 6128435"/>
              <a:gd name="connsiteY163" fmla="*/ 6599256 h 6858000"/>
              <a:gd name="connsiteX164" fmla="*/ 5986207 w 6128435"/>
              <a:gd name="connsiteY164" fmla="*/ 6695855 h 6858000"/>
              <a:gd name="connsiteX165" fmla="*/ 5979428 w 6128435"/>
              <a:gd name="connsiteY165" fmla="*/ 6754678 h 6858000"/>
              <a:gd name="connsiteX166" fmla="*/ 5983398 w 6128435"/>
              <a:gd name="connsiteY166" fmla="*/ 6778641 h 6858000"/>
              <a:gd name="connsiteX167" fmla="*/ 5984543 w 6128435"/>
              <a:gd name="connsiteY167" fmla="*/ 6811016 h 6858000"/>
              <a:gd name="connsiteX168" fmla="*/ 5981802 w 6128435"/>
              <a:gd name="connsiteY168" fmla="*/ 6838578 h 6858000"/>
              <a:gd name="connsiteX169" fmla="*/ 5979671 w 6128435"/>
              <a:gd name="connsiteY169" fmla="*/ 6858000 h 6858000"/>
              <a:gd name="connsiteX170" fmla="*/ 0 w 6128435"/>
              <a:gd name="connsiteY170" fmla="*/ 6858000 h 6858000"/>
              <a:gd name="connsiteX171" fmla="*/ 0 w 6128435"/>
              <a:gd name="connsiteY171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55696 w 6128435"/>
              <a:gd name="connsiteY34" fmla="*/ 195377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23364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1013 w 6128435"/>
              <a:gd name="connsiteY57" fmla="*/ 2973461 h 6858000"/>
              <a:gd name="connsiteX58" fmla="*/ 5482045 w 6128435"/>
              <a:gd name="connsiteY58" fmla="*/ 2984371 h 6858000"/>
              <a:gd name="connsiteX59" fmla="*/ 5479405 w 6128435"/>
              <a:gd name="connsiteY59" fmla="*/ 2988507 h 6858000"/>
              <a:gd name="connsiteX60" fmla="*/ 5482415 w 6128435"/>
              <a:gd name="connsiteY60" fmla="*/ 3004079 h 6858000"/>
              <a:gd name="connsiteX61" fmla="*/ 5483865 w 6128435"/>
              <a:gd name="connsiteY61" fmla="*/ 3005467 h 6858000"/>
              <a:gd name="connsiteX62" fmla="*/ 5482236 w 6128435"/>
              <a:gd name="connsiteY62" fmla="*/ 3019791 h 6858000"/>
              <a:gd name="connsiteX63" fmla="*/ 5481505 w 6128435"/>
              <a:gd name="connsiteY63" fmla="*/ 3095286 h 6858000"/>
              <a:gd name="connsiteX64" fmla="*/ 5477595 w 6128435"/>
              <a:gd name="connsiteY64" fmla="*/ 3250534 h 6858000"/>
              <a:gd name="connsiteX65" fmla="*/ 5532836 w 6128435"/>
              <a:gd name="connsiteY65" fmla="*/ 3353840 h 6858000"/>
              <a:gd name="connsiteX66" fmla="*/ 5561229 w 6128435"/>
              <a:gd name="connsiteY66" fmla="*/ 3395784 h 6858000"/>
              <a:gd name="connsiteX67" fmla="*/ 5589758 w 6128435"/>
              <a:gd name="connsiteY67" fmla="*/ 3506453 h 6858000"/>
              <a:gd name="connsiteX68" fmla="*/ 5596144 w 6128435"/>
              <a:gd name="connsiteY68" fmla="*/ 3534624 h 6858000"/>
              <a:gd name="connsiteX69" fmla="*/ 5597750 w 6128435"/>
              <a:gd name="connsiteY69" fmla="*/ 3534129 h 6858000"/>
              <a:gd name="connsiteX70" fmla="*/ 5599700 w 6128435"/>
              <a:gd name="connsiteY70" fmla="*/ 3547221 h 6858000"/>
              <a:gd name="connsiteX71" fmla="*/ 5615031 w 6128435"/>
              <a:gd name="connsiteY71" fmla="*/ 3557482 h 6858000"/>
              <a:gd name="connsiteX72" fmla="*/ 5618377 w 6128435"/>
              <a:gd name="connsiteY72" fmla="*/ 3588431 h 6858000"/>
              <a:gd name="connsiteX73" fmla="*/ 5612155 w 6128435"/>
              <a:gd name="connsiteY73" fmla="*/ 3589869 h 6858000"/>
              <a:gd name="connsiteX74" fmla="*/ 5620843 w 6128435"/>
              <a:gd name="connsiteY74" fmla="*/ 3606745 h 6858000"/>
              <a:gd name="connsiteX75" fmla="*/ 5655472 w 6128435"/>
              <a:gd name="connsiteY75" fmla="*/ 3678877 h 6858000"/>
              <a:gd name="connsiteX76" fmla="*/ 5680448 w 6128435"/>
              <a:gd name="connsiteY76" fmla="*/ 3717760 h 6858000"/>
              <a:gd name="connsiteX77" fmla="*/ 5683015 w 6128435"/>
              <a:gd name="connsiteY77" fmla="*/ 3762025 h 6858000"/>
              <a:gd name="connsiteX78" fmla="*/ 5696643 w 6128435"/>
              <a:gd name="connsiteY78" fmla="*/ 3773888 h 6858000"/>
              <a:gd name="connsiteX79" fmla="*/ 5699203 w 6128435"/>
              <a:gd name="connsiteY79" fmla="*/ 3775823 h 6858000"/>
              <a:gd name="connsiteX80" fmla="*/ 5704824 w 6128435"/>
              <a:gd name="connsiteY80" fmla="*/ 3785966 h 6858000"/>
              <a:gd name="connsiteX81" fmla="*/ 5712204 w 6128435"/>
              <a:gd name="connsiteY81" fmla="*/ 3785830 h 6858000"/>
              <a:gd name="connsiteX82" fmla="*/ 5724816 w 6128435"/>
              <a:gd name="connsiteY82" fmla="*/ 3798949 h 6858000"/>
              <a:gd name="connsiteX83" fmla="*/ 5733539 w 6128435"/>
              <a:gd name="connsiteY83" fmla="*/ 3818457 h 6858000"/>
              <a:gd name="connsiteX84" fmla="*/ 5768491 w 6128435"/>
              <a:gd name="connsiteY84" fmla="*/ 3914399 h 6858000"/>
              <a:gd name="connsiteX85" fmla="*/ 5793123 w 6128435"/>
              <a:gd name="connsiteY85" fmla="*/ 3969952 h 6858000"/>
              <a:gd name="connsiteX86" fmla="*/ 5808321 w 6128435"/>
              <a:gd name="connsiteY86" fmla="*/ 3988153 h 6858000"/>
              <a:gd name="connsiteX87" fmla="*/ 5825621 w 6128435"/>
              <a:gd name="connsiteY87" fmla="*/ 4015525 h 6858000"/>
              <a:gd name="connsiteX88" fmla="*/ 5860672 w 6128435"/>
              <a:gd name="connsiteY88" fmla="*/ 4061579 h 6858000"/>
              <a:gd name="connsiteX89" fmla="*/ 5872173 w 6128435"/>
              <a:gd name="connsiteY89" fmla="*/ 4088497 h 6858000"/>
              <a:gd name="connsiteX90" fmla="*/ 5883705 w 6128435"/>
              <a:gd name="connsiteY90" fmla="*/ 4101899 h 6858000"/>
              <a:gd name="connsiteX91" fmla="*/ 5885314 w 6128435"/>
              <a:gd name="connsiteY91" fmla="*/ 4108387 h 6858000"/>
              <a:gd name="connsiteX92" fmla="*/ 5894095 w 6128435"/>
              <a:gd name="connsiteY92" fmla="*/ 4128857 h 6858000"/>
              <a:gd name="connsiteX93" fmla="*/ 5898339 w 6128435"/>
              <a:gd name="connsiteY93" fmla="*/ 4140800 h 6858000"/>
              <a:gd name="connsiteX94" fmla="*/ 5899734 w 6128435"/>
              <a:gd name="connsiteY94" fmla="*/ 4145632 h 6858000"/>
              <a:gd name="connsiteX95" fmla="*/ 5897098 w 6128435"/>
              <a:gd name="connsiteY95" fmla="*/ 4157819 h 6858000"/>
              <a:gd name="connsiteX96" fmla="*/ 5903513 w 6128435"/>
              <a:gd name="connsiteY96" fmla="*/ 4187661 h 6858000"/>
              <a:gd name="connsiteX97" fmla="*/ 5917114 w 6128435"/>
              <a:gd name="connsiteY97" fmla="*/ 4213096 h 6858000"/>
              <a:gd name="connsiteX98" fmla="*/ 5921153 w 6128435"/>
              <a:gd name="connsiteY98" fmla="*/ 4236222 h 6858000"/>
              <a:gd name="connsiteX99" fmla="*/ 5924233 w 6128435"/>
              <a:gd name="connsiteY99" fmla="*/ 4242060 h 6858000"/>
              <a:gd name="connsiteX100" fmla="*/ 5928910 w 6128435"/>
              <a:gd name="connsiteY100" fmla="*/ 4300973 h 6858000"/>
              <a:gd name="connsiteX101" fmla="*/ 5939320 w 6128435"/>
              <a:gd name="connsiteY101" fmla="*/ 4340435 h 6858000"/>
              <a:gd name="connsiteX102" fmla="*/ 5946705 w 6128435"/>
              <a:gd name="connsiteY102" fmla="*/ 4428051 h 6858000"/>
              <a:gd name="connsiteX103" fmla="*/ 5949261 w 6128435"/>
              <a:gd name="connsiteY103" fmla="*/ 4449185 h 6858000"/>
              <a:gd name="connsiteX104" fmla="*/ 5957504 w 6128435"/>
              <a:gd name="connsiteY104" fmla="*/ 4465911 h 6858000"/>
              <a:gd name="connsiteX105" fmla="*/ 5964689 w 6128435"/>
              <a:gd name="connsiteY105" fmla="*/ 4468532 h 6858000"/>
              <a:gd name="connsiteX106" fmla="*/ 5967062 w 6128435"/>
              <a:gd name="connsiteY106" fmla="*/ 4479923 h 6858000"/>
              <a:gd name="connsiteX107" fmla="*/ 5968960 w 6128435"/>
              <a:gd name="connsiteY107" fmla="*/ 4482655 h 6858000"/>
              <a:gd name="connsiteX108" fmla="*/ 5978567 w 6128435"/>
              <a:gd name="connsiteY108" fmla="*/ 4498605 h 6858000"/>
              <a:gd name="connsiteX109" fmla="*/ 5980106 w 6128435"/>
              <a:gd name="connsiteY109" fmla="*/ 4585087 h 6858000"/>
              <a:gd name="connsiteX110" fmla="*/ 5998138 w 6128435"/>
              <a:gd name="connsiteY110" fmla="*/ 4697518 h 6858000"/>
              <a:gd name="connsiteX111" fmla="*/ 6013516 w 6128435"/>
              <a:gd name="connsiteY111" fmla="*/ 4786619 h 6858000"/>
              <a:gd name="connsiteX112" fmla="*/ 6025404 w 6128435"/>
              <a:gd name="connsiteY112" fmla="*/ 4858148 h 6858000"/>
              <a:gd name="connsiteX113" fmla="*/ 6007749 w 6128435"/>
              <a:gd name="connsiteY113" fmla="*/ 4964715 h 6858000"/>
              <a:gd name="connsiteX114" fmla="*/ 6005269 w 6128435"/>
              <a:gd name="connsiteY114" fmla="*/ 5150567 h 6858000"/>
              <a:gd name="connsiteX115" fmla="*/ 6001127 w 6128435"/>
              <a:gd name="connsiteY115" fmla="*/ 5164609 h 6858000"/>
              <a:gd name="connsiteX116" fmla="*/ 5996647 w 6128435"/>
              <a:gd name="connsiteY116" fmla="*/ 5185640 h 6858000"/>
              <a:gd name="connsiteX117" fmla="*/ 5998514 w 6128435"/>
              <a:gd name="connsiteY117" fmla="*/ 5189673 h 6858000"/>
              <a:gd name="connsiteX118" fmla="*/ 5995970 w 6128435"/>
              <a:gd name="connsiteY118" fmla="*/ 5221547 h 6858000"/>
              <a:gd name="connsiteX119" fmla="*/ 5997218 w 6128435"/>
              <a:gd name="connsiteY119" fmla="*/ 5222031 h 6858000"/>
              <a:gd name="connsiteX120" fmla="*/ 6002116 w 6128435"/>
              <a:gd name="connsiteY120" fmla="*/ 5231223 h 6858000"/>
              <a:gd name="connsiteX121" fmla="*/ 6008541 w 6128435"/>
              <a:gd name="connsiteY121" fmla="*/ 5248680 h 6858000"/>
              <a:gd name="connsiteX122" fmla="*/ 6039260 w 6128435"/>
              <a:gd name="connsiteY122" fmla="*/ 5289518 h 6858000"/>
              <a:gd name="connsiteX123" fmla="*/ 6036748 w 6128435"/>
              <a:gd name="connsiteY123" fmla="*/ 5322752 h 6858000"/>
              <a:gd name="connsiteX124" fmla="*/ 6036943 w 6128435"/>
              <a:gd name="connsiteY124" fmla="*/ 5329480 h 6858000"/>
              <a:gd name="connsiteX125" fmla="*/ 6037236 w 6128435"/>
              <a:gd name="connsiteY125" fmla="*/ 5329634 h 6858000"/>
              <a:gd name="connsiteX126" fmla="*/ 6038019 w 6128435"/>
              <a:gd name="connsiteY126" fmla="*/ 5336764 h 6858000"/>
              <a:gd name="connsiteX127" fmla="*/ 6037298 w 6128435"/>
              <a:gd name="connsiteY127" fmla="*/ 5341753 h 6858000"/>
              <a:gd name="connsiteX128" fmla="*/ 6037677 w 6128435"/>
              <a:gd name="connsiteY128" fmla="*/ 5354807 h 6858000"/>
              <a:gd name="connsiteX129" fmla="*/ 6039728 w 6128435"/>
              <a:gd name="connsiteY129" fmla="*/ 5359416 h 6858000"/>
              <a:gd name="connsiteX130" fmla="*/ 6043311 w 6128435"/>
              <a:gd name="connsiteY130" fmla="*/ 5361407 h 6858000"/>
              <a:gd name="connsiteX131" fmla="*/ 6042954 w 6128435"/>
              <a:gd name="connsiteY131" fmla="*/ 5362576 h 6858000"/>
              <a:gd name="connsiteX132" fmla="*/ 6053435 w 6128435"/>
              <a:gd name="connsiteY132" fmla="*/ 5387547 h 6858000"/>
              <a:gd name="connsiteX133" fmla="*/ 6065933 w 6128435"/>
              <a:gd name="connsiteY133" fmla="*/ 5443002 h 6858000"/>
              <a:gd name="connsiteX134" fmla="*/ 6068640 w 6128435"/>
              <a:gd name="connsiteY134" fmla="*/ 5474503 h 6858000"/>
              <a:gd name="connsiteX135" fmla="*/ 6080922 w 6128435"/>
              <a:gd name="connsiteY135" fmla="*/ 5561070 h 6858000"/>
              <a:gd name="connsiteX136" fmla="*/ 6096949 w 6128435"/>
              <a:gd name="connsiteY136" fmla="*/ 5648179 h 6858000"/>
              <a:gd name="connsiteX137" fmla="*/ 6125703 w 6128435"/>
              <a:gd name="connsiteY137" fmla="*/ 5692894 h 6858000"/>
              <a:gd name="connsiteX138" fmla="*/ 6126670 w 6128435"/>
              <a:gd name="connsiteY138" fmla="*/ 5697882 h 6858000"/>
              <a:gd name="connsiteX139" fmla="*/ 6124061 w 6128435"/>
              <a:gd name="connsiteY139" fmla="*/ 5710294 h 6858000"/>
              <a:gd name="connsiteX140" fmla="*/ 6122213 w 6128435"/>
              <a:gd name="connsiteY140" fmla="*/ 5714762 h 6858000"/>
              <a:gd name="connsiteX141" fmla="*/ 6121353 w 6128435"/>
              <a:gd name="connsiteY141" fmla="*/ 5721725 h 6858000"/>
              <a:gd name="connsiteX142" fmla="*/ 6121607 w 6128435"/>
              <a:gd name="connsiteY142" fmla="*/ 5721959 h 6858000"/>
              <a:gd name="connsiteX143" fmla="*/ 6120262 w 6128435"/>
              <a:gd name="connsiteY143" fmla="*/ 5728358 h 6858000"/>
              <a:gd name="connsiteX144" fmla="*/ 6110194 w 6128435"/>
              <a:gd name="connsiteY144" fmla="*/ 5758853 h 6858000"/>
              <a:gd name="connsiteX145" fmla="*/ 6127519 w 6128435"/>
              <a:gd name="connsiteY145" fmla="*/ 5865775 h 6858000"/>
              <a:gd name="connsiteX146" fmla="*/ 6128435 w 6128435"/>
              <a:gd name="connsiteY146" fmla="*/ 5870164 h 6858000"/>
              <a:gd name="connsiteX147" fmla="*/ 6119217 w 6128435"/>
              <a:gd name="connsiteY147" fmla="*/ 5888542 h 6858000"/>
              <a:gd name="connsiteX148" fmla="*/ 6115966 w 6128435"/>
              <a:gd name="connsiteY148" fmla="*/ 5898387 h 6858000"/>
              <a:gd name="connsiteX149" fmla="*/ 6111924 w 6128435"/>
              <a:gd name="connsiteY149" fmla="*/ 5900444 h 6858000"/>
              <a:gd name="connsiteX150" fmla="*/ 6108716 w 6128435"/>
              <a:gd name="connsiteY150" fmla="*/ 5915345 h 6858000"/>
              <a:gd name="connsiteX151" fmla="*/ 6109524 w 6128435"/>
              <a:gd name="connsiteY151" fmla="*/ 5917328 h 6858000"/>
              <a:gd name="connsiteX152" fmla="*/ 6102493 w 6128435"/>
              <a:gd name="connsiteY152" fmla="*/ 5928602 h 6858000"/>
              <a:gd name="connsiteX153" fmla="*/ 6056863 w 6128435"/>
              <a:gd name="connsiteY153" fmla="*/ 6000643 h 6858000"/>
              <a:gd name="connsiteX154" fmla="*/ 6045436 w 6128435"/>
              <a:gd name="connsiteY154" fmla="*/ 6124480 h 6858000"/>
              <a:gd name="connsiteX155" fmla="*/ 6030489 w 6128435"/>
              <a:gd name="connsiteY155" fmla="*/ 6317666 h 6858000"/>
              <a:gd name="connsiteX156" fmla="*/ 6007492 w 6128435"/>
              <a:gd name="connsiteY156" fmla="*/ 6440818 h 6858000"/>
              <a:gd name="connsiteX157" fmla="*/ 6009467 w 6128435"/>
              <a:gd name="connsiteY157" fmla="*/ 6487076 h 6858000"/>
              <a:gd name="connsiteX158" fmla="*/ 5995064 w 6128435"/>
              <a:gd name="connsiteY158" fmla="*/ 6540791 h 6858000"/>
              <a:gd name="connsiteX159" fmla="*/ 5996309 w 6128435"/>
              <a:gd name="connsiteY159" fmla="*/ 6543961 h 6858000"/>
              <a:gd name="connsiteX160" fmla="*/ 5996048 w 6128435"/>
              <a:gd name="connsiteY160" fmla="*/ 6555444 h 6858000"/>
              <a:gd name="connsiteX161" fmla="*/ 6002524 w 6128435"/>
              <a:gd name="connsiteY161" fmla="*/ 6560188 h 6858000"/>
              <a:gd name="connsiteX162" fmla="*/ 6006823 w 6128435"/>
              <a:gd name="connsiteY162" fmla="*/ 6578546 h 6858000"/>
              <a:gd name="connsiteX163" fmla="*/ 6004510 w 6128435"/>
              <a:gd name="connsiteY163" fmla="*/ 6599256 h 6858000"/>
              <a:gd name="connsiteX164" fmla="*/ 5986207 w 6128435"/>
              <a:gd name="connsiteY164" fmla="*/ 6695855 h 6858000"/>
              <a:gd name="connsiteX165" fmla="*/ 5979428 w 6128435"/>
              <a:gd name="connsiteY165" fmla="*/ 6754678 h 6858000"/>
              <a:gd name="connsiteX166" fmla="*/ 5983398 w 6128435"/>
              <a:gd name="connsiteY166" fmla="*/ 6778641 h 6858000"/>
              <a:gd name="connsiteX167" fmla="*/ 5984543 w 6128435"/>
              <a:gd name="connsiteY167" fmla="*/ 6811016 h 6858000"/>
              <a:gd name="connsiteX168" fmla="*/ 5981802 w 6128435"/>
              <a:gd name="connsiteY168" fmla="*/ 6838578 h 6858000"/>
              <a:gd name="connsiteX169" fmla="*/ 5979671 w 6128435"/>
              <a:gd name="connsiteY169" fmla="*/ 6858000 h 6858000"/>
              <a:gd name="connsiteX170" fmla="*/ 0 w 6128435"/>
              <a:gd name="connsiteY170" fmla="*/ 6858000 h 6858000"/>
              <a:gd name="connsiteX171" fmla="*/ 0 w 6128435"/>
              <a:gd name="connsiteY171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55696 w 6128435"/>
              <a:gd name="connsiteY34" fmla="*/ 195377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23364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2045 w 6128435"/>
              <a:gd name="connsiteY57" fmla="*/ 2984371 h 6858000"/>
              <a:gd name="connsiteX58" fmla="*/ 5479405 w 6128435"/>
              <a:gd name="connsiteY58" fmla="*/ 2988507 h 6858000"/>
              <a:gd name="connsiteX59" fmla="*/ 5482415 w 6128435"/>
              <a:gd name="connsiteY59" fmla="*/ 3004079 h 6858000"/>
              <a:gd name="connsiteX60" fmla="*/ 5483865 w 6128435"/>
              <a:gd name="connsiteY60" fmla="*/ 3005467 h 6858000"/>
              <a:gd name="connsiteX61" fmla="*/ 5482236 w 6128435"/>
              <a:gd name="connsiteY61" fmla="*/ 3019791 h 6858000"/>
              <a:gd name="connsiteX62" fmla="*/ 5481505 w 6128435"/>
              <a:gd name="connsiteY62" fmla="*/ 3095286 h 6858000"/>
              <a:gd name="connsiteX63" fmla="*/ 5477595 w 6128435"/>
              <a:gd name="connsiteY63" fmla="*/ 3250534 h 6858000"/>
              <a:gd name="connsiteX64" fmla="*/ 5532836 w 6128435"/>
              <a:gd name="connsiteY64" fmla="*/ 3353840 h 6858000"/>
              <a:gd name="connsiteX65" fmla="*/ 5561229 w 6128435"/>
              <a:gd name="connsiteY65" fmla="*/ 3395784 h 6858000"/>
              <a:gd name="connsiteX66" fmla="*/ 5589758 w 6128435"/>
              <a:gd name="connsiteY66" fmla="*/ 3506453 h 6858000"/>
              <a:gd name="connsiteX67" fmla="*/ 5596144 w 6128435"/>
              <a:gd name="connsiteY67" fmla="*/ 3534624 h 6858000"/>
              <a:gd name="connsiteX68" fmla="*/ 5597750 w 6128435"/>
              <a:gd name="connsiteY68" fmla="*/ 3534129 h 6858000"/>
              <a:gd name="connsiteX69" fmla="*/ 5599700 w 6128435"/>
              <a:gd name="connsiteY69" fmla="*/ 3547221 h 6858000"/>
              <a:gd name="connsiteX70" fmla="*/ 5615031 w 6128435"/>
              <a:gd name="connsiteY70" fmla="*/ 3557482 h 6858000"/>
              <a:gd name="connsiteX71" fmla="*/ 5618377 w 6128435"/>
              <a:gd name="connsiteY71" fmla="*/ 3588431 h 6858000"/>
              <a:gd name="connsiteX72" fmla="*/ 5612155 w 6128435"/>
              <a:gd name="connsiteY72" fmla="*/ 3589869 h 6858000"/>
              <a:gd name="connsiteX73" fmla="*/ 5620843 w 6128435"/>
              <a:gd name="connsiteY73" fmla="*/ 3606745 h 6858000"/>
              <a:gd name="connsiteX74" fmla="*/ 5655472 w 6128435"/>
              <a:gd name="connsiteY74" fmla="*/ 3678877 h 6858000"/>
              <a:gd name="connsiteX75" fmla="*/ 5680448 w 6128435"/>
              <a:gd name="connsiteY75" fmla="*/ 3717760 h 6858000"/>
              <a:gd name="connsiteX76" fmla="*/ 5683015 w 6128435"/>
              <a:gd name="connsiteY76" fmla="*/ 3762025 h 6858000"/>
              <a:gd name="connsiteX77" fmla="*/ 5696643 w 6128435"/>
              <a:gd name="connsiteY77" fmla="*/ 3773888 h 6858000"/>
              <a:gd name="connsiteX78" fmla="*/ 5699203 w 6128435"/>
              <a:gd name="connsiteY78" fmla="*/ 3775823 h 6858000"/>
              <a:gd name="connsiteX79" fmla="*/ 5704824 w 6128435"/>
              <a:gd name="connsiteY79" fmla="*/ 3785966 h 6858000"/>
              <a:gd name="connsiteX80" fmla="*/ 5712204 w 6128435"/>
              <a:gd name="connsiteY80" fmla="*/ 3785830 h 6858000"/>
              <a:gd name="connsiteX81" fmla="*/ 5724816 w 6128435"/>
              <a:gd name="connsiteY81" fmla="*/ 3798949 h 6858000"/>
              <a:gd name="connsiteX82" fmla="*/ 5733539 w 6128435"/>
              <a:gd name="connsiteY82" fmla="*/ 3818457 h 6858000"/>
              <a:gd name="connsiteX83" fmla="*/ 5768491 w 6128435"/>
              <a:gd name="connsiteY83" fmla="*/ 3914399 h 6858000"/>
              <a:gd name="connsiteX84" fmla="*/ 5793123 w 6128435"/>
              <a:gd name="connsiteY84" fmla="*/ 3969952 h 6858000"/>
              <a:gd name="connsiteX85" fmla="*/ 5808321 w 6128435"/>
              <a:gd name="connsiteY85" fmla="*/ 3988153 h 6858000"/>
              <a:gd name="connsiteX86" fmla="*/ 5825621 w 6128435"/>
              <a:gd name="connsiteY86" fmla="*/ 4015525 h 6858000"/>
              <a:gd name="connsiteX87" fmla="*/ 5860672 w 6128435"/>
              <a:gd name="connsiteY87" fmla="*/ 4061579 h 6858000"/>
              <a:gd name="connsiteX88" fmla="*/ 5872173 w 6128435"/>
              <a:gd name="connsiteY88" fmla="*/ 4088497 h 6858000"/>
              <a:gd name="connsiteX89" fmla="*/ 5883705 w 6128435"/>
              <a:gd name="connsiteY89" fmla="*/ 4101899 h 6858000"/>
              <a:gd name="connsiteX90" fmla="*/ 5885314 w 6128435"/>
              <a:gd name="connsiteY90" fmla="*/ 4108387 h 6858000"/>
              <a:gd name="connsiteX91" fmla="*/ 5894095 w 6128435"/>
              <a:gd name="connsiteY91" fmla="*/ 4128857 h 6858000"/>
              <a:gd name="connsiteX92" fmla="*/ 5898339 w 6128435"/>
              <a:gd name="connsiteY92" fmla="*/ 4140800 h 6858000"/>
              <a:gd name="connsiteX93" fmla="*/ 5899734 w 6128435"/>
              <a:gd name="connsiteY93" fmla="*/ 4145632 h 6858000"/>
              <a:gd name="connsiteX94" fmla="*/ 5897098 w 6128435"/>
              <a:gd name="connsiteY94" fmla="*/ 4157819 h 6858000"/>
              <a:gd name="connsiteX95" fmla="*/ 5903513 w 6128435"/>
              <a:gd name="connsiteY95" fmla="*/ 4187661 h 6858000"/>
              <a:gd name="connsiteX96" fmla="*/ 5917114 w 6128435"/>
              <a:gd name="connsiteY96" fmla="*/ 4213096 h 6858000"/>
              <a:gd name="connsiteX97" fmla="*/ 5921153 w 6128435"/>
              <a:gd name="connsiteY97" fmla="*/ 4236222 h 6858000"/>
              <a:gd name="connsiteX98" fmla="*/ 5924233 w 6128435"/>
              <a:gd name="connsiteY98" fmla="*/ 4242060 h 6858000"/>
              <a:gd name="connsiteX99" fmla="*/ 5928910 w 6128435"/>
              <a:gd name="connsiteY99" fmla="*/ 4300973 h 6858000"/>
              <a:gd name="connsiteX100" fmla="*/ 5939320 w 6128435"/>
              <a:gd name="connsiteY100" fmla="*/ 4340435 h 6858000"/>
              <a:gd name="connsiteX101" fmla="*/ 5946705 w 6128435"/>
              <a:gd name="connsiteY101" fmla="*/ 4428051 h 6858000"/>
              <a:gd name="connsiteX102" fmla="*/ 5949261 w 6128435"/>
              <a:gd name="connsiteY102" fmla="*/ 4449185 h 6858000"/>
              <a:gd name="connsiteX103" fmla="*/ 5957504 w 6128435"/>
              <a:gd name="connsiteY103" fmla="*/ 4465911 h 6858000"/>
              <a:gd name="connsiteX104" fmla="*/ 5964689 w 6128435"/>
              <a:gd name="connsiteY104" fmla="*/ 4468532 h 6858000"/>
              <a:gd name="connsiteX105" fmla="*/ 5967062 w 6128435"/>
              <a:gd name="connsiteY105" fmla="*/ 4479923 h 6858000"/>
              <a:gd name="connsiteX106" fmla="*/ 5968960 w 6128435"/>
              <a:gd name="connsiteY106" fmla="*/ 4482655 h 6858000"/>
              <a:gd name="connsiteX107" fmla="*/ 5978567 w 6128435"/>
              <a:gd name="connsiteY107" fmla="*/ 4498605 h 6858000"/>
              <a:gd name="connsiteX108" fmla="*/ 5980106 w 6128435"/>
              <a:gd name="connsiteY108" fmla="*/ 4585087 h 6858000"/>
              <a:gd name="connsiteX109" fmla="*/ 5998138 w 6128435"/>
              <a:gd name="connsiteY109" fmla="*/ 4697518 h 6858000"/>
              <a:gd name="connsiteX110" fmla="*/ 6013516 w 6128435"/>
              <a:gd name="connsiteY110" fmla="*/ 4786619 h 6858000"/>
              <a:gd name="connsiteX111" fmla="*/ 6025404 w 6128435"/>
              <a:gd name="connsiteY111" fmla="*/ 4858148 h 6858000"/>
              <a:gd name="connsiteX112" fmla="*/ 6007749 w 6128435"/>
              <a:gd name="connsiteY112" fmla="*/ 4964715 h 6858000"/>
              <a:gd name="connsiteX113" fmla="*/ 6005269 w 6128435"/>
              <a:gd name="connsiteY113" fmla="*/ 5150567 h 6858000"/>
              <a:gd name="connsiteX114" fmla="*/ 6001127 w 6128435"/>
              <a:gd name="connsiteY114" fmla="*/ 5164609 h 6858000"/>
              <a:gd name="connsiteX115" fmla="*/ 5996647 w 6128435"/>
              <a:gd name="connsiteY115" fmla="*/ 5185640 h 6858000"/>
              <a:gd name="connsiteX116" fmla="*/ 5998514 w 6128435"/>
              <a:gd name="connsiteY116" fmla="*/ 5189673 h 6858000"/>
              <a:gd name="connsiteX117" fmla="*/ 5995970 w 6128435"/>
              <a:gd name="connsiteY117" fmla="*/ 5221547 h 6858000"/>
              <a:gd name="connsiteX118" fmla="*/ 5997218 w 6128435"/>
              <a:gd name="connsiteY118" fmla="*/ 5222031 h 6858000"/>
              <a:gd name="connsiteX119" fmla="*/ 6002116 w 6128435"/>
              <a:gd name="connsiteY119" fmla="*/ 5231223 h 6858000"/>
              <a:gd name="connsiteX120" fmla="*/ 6008541 w 6128435"/>
              <a:gd name="connsiteY120" fmla="*/ 5248680 h 6858000"/>
              <a:gd name="connsiteX121" fmla="*/ 6039260 w 6128435"/>
              <a:gd name="connsiteY121" fmla="*/ 5289518 h 6858000"/>
              <a:gd name="connsiteX122" fmla="*/ 6036748 w 6128435"/>
              <a:gd name="connsiteY122" fmla="*/ 5322752 h 6858000"/>
              <a:gd name="connsiteX123" fmla="*/ 6036943 w 6128435"/>
              <a:gd name="connsiteY123" fmla="*/ 5329480 h 6858000"/>
              <a:gd name="connsiteX124" fmla="*/ 6037236 w 6128435"/>
              <a:gd name="connsiteY124" fmla="*/ 5329634 h 6858000"/>
              <a:gd name="connsiteX125" fmla="*/ 6038019 w 6128435"/>
              <a:gd name="connsiteY125" fmla="*/ 5336764 h 6858000"/>
              <a:gd name="connsiteX126" fmla="*/ 6037298 w 6128435"/>
              <a:gd name="connsiteY126" fmla="*/ 5341753 h 6858000"/>
              <a:gd name="connsiteX127" fmla="*/ 6037677 w 6128435"/>
              <a:gd name="connsiteY127" fmla="*/ 5354807 h 6858000"/>
              <a:gd name="connsiteX128" fmla="*/ 6039728 w 6128435"/>
              <a:gd name="connsiteY128" fmla="*/ 5359416 h 6858000"/>
              <a:gd name="connsiteX129" fmla="*/ 6043311 w 6128435"/>
              <a:gd name="connsiteY129" fmla="*/ 5361407 h 6858000"/>
              <a:gd name="connsiteX130" fmla="*/ 6042954 w 6128435"/>
              <a:gd name="connsiteY130" fmla="*/ 5362576 h 6858000"/>
              <a:gd name="connsiteX131" fmla="*/ 6053435 w 6128435"/>
              <a:gd name="connsiteY131" fmla="*/ 5387547 h 6858000"/>
              <a:gd name="connsiteX132" fmla="*/ 6065933 w 6128435"/>
              <a:gd name="connsiteY132" fmla="*/ 5443002 h 6858000"/>
              <a:gd name="connsiteX133" fmla="*/ 6068640 w 6128435"/>
              <a:gd name="connsiteY133" fmla="*/ 5474503 h 6858000"/>
              <a:gd name="connsiteX134" fmla="*/ 6080922 w 6128435"/>
              <a:gd name="connsiteY134" fmla="*/ 5561070 h 6858000"/>
              <a:gd name="connsiteX135" fmla="*/ 6096949 w 6128435"/>
              <a:gd name="connsiteY135" fmla="*/ 5648179 h 6858000"/>
              <a:gd name="connsiteX136" fmla="*/ 6125703 w 6128435"/>
              <a:gd name="connsiteY136" fmla="*/ 5692894 h 6858000"/>
              <a:gd name="connsiteX137" fmla="*/ 6126670 w 6128435"/>
              <a:gd name="connsiteY137" fmla="*/ 5697882 h 6858000"/>
              <a:gd name="connsiteX138" fmla="*/ 6124061 w 6128435"/>
              <a:gd name="connsiteY138" fmla="*/ 5710294 h 6858000"/>
              <a:gd name="connsiteX139" fmla="*/ 6122213 w 6128435"/>
              <a:gd name="connsiteY139" fmla="*/ 5714762 h 6858000"/>
              <a:gd name="connsiteX140" fmla="*/ 6121353 w 6128435"/>
              <a:gd name="connsiteY140" fmla="*/ 5721725 h 6858000"/>
              <a:gd name="connsiteX141" fmla="*/ 6121607 w 6128435"/>
              <a:gd name="connsiteY141" fmla="*/ 5721959 h 6858000"/>
              <a:gd name="connsiteX142" fmla="*/ 6120262 w 6128435"/>
              <a:gd name="connsiteY142" fmla="*/ 5728358 h 6858000"/>
              <a:gd name="connsiteX143" fmla="*/ 6110194 w 6128435"/>
              <a:gd name="connsiteY143" fmla="*/ 5758853 h 6858000"/>
              <a:gd name="connsiteX144" fmla="*/ 6127519 w 6128435"/>
              <a:gd name="connsiteY144" fmla="*/ 5865775 h 6858000"/>
              <a:gd name="connsiteX145" fmla="*/ 6128435 w 6128435"/>
              <a:gd name="connsiteY145" fmla="*/ 5870164 h 6858000"/>
              <a:gd name="connsiteX146" fmla="*/ 6119217 w 6128435"/>
              <a:gd name="connsiteY146" fmla="*/ 5888542 h 6858000"/>
              <a:gd name="connsiteX147" fmla="*/ 6115966 w 6128435"/>
              <a:gd name="connsiteY147" fmla="*/ 5898387 h 6858000"/>
              <a:gd name="connsiteX148" fmla="*/ 6111924 w 6128435"/>
              <a:gd name="connsiteY148" fmla="*/ 5900444 h 6858000"/>
              <a:gd name="connsiteX149" fmla="*/ 6108716 w 6128435"/>
              <a:gd name="connsiteY149" fmla="*/ 5915345 h 6858000"/>
              <a:gd name="connsiteX150" fmla="*/ 6109524 w 6128435"/>
              <a:gd name="connsiteY150" fmla="*/ 5917328 h 6858000"/>
              <a:gd name="connsiteX151" fmla="*/ 6102493 w 6128435"/>
              <a:gd name="connsiteY151" fmla="*/ 5928602 h 6858000"/>
              <a:gd name="connsiteX152" fmla="*/ 6056863 w 6128435"/>
              <a:gd name="connsiteY152" fmla="*/ 6000643 h 6858000"/>
              <a:gd name="connsiteX153" fmla="*/ 6045436 w 6128435"/>
              <a:gd name="connsiteY153" fmla="*/ 6124480 h 6858000"/>
              <a:gd name="connsiteX154" fmla="*/ 6030489 w 6128435"/>
              <a:gd name="connsiteY154" fmla="*/ 6317666 h 6858000"/>
              <a:gd name="connsiteX155" fmla="*/ 6007492 w 6128435"/>
              <a:gd name="connsiteY155" fmla="*/ 6440818 h 6858000"/>
              <a:gd name="connsiteX156" fmla="*/ 6009467 w 6128435"/>
              <a:gd name="connsiteY156" fmla="*/ 6487076 h 6858000"/>
              <a:gd name="connsiteX157" fmla="*/ 5995064 w 6128435"/>
              <a:gd name="connsiteY157" fmla="*/ 6540791 h 6858000"/>
              <a:gd name="connsiteX158" fmla="*/ 5996309 w 6128435"/>
              <a:gd name="connsiteY158" fmla="*/ 6543961 h 6858000"/>
              <a:gd name="connsiteX159" fmla="*/ 5996048 w 6128435"/>
              <a:gd name="connsiteY159" fmla="*/ 6555444 h 6858000"/>
              <a:gd name="connsiteX160" fmla="*/ 6002524 w 6128435"/>
              <a:gd name="connsiteY160" fmla="*/ 6560188 h 6858000"/>
              <a:gd name="connsiteX161" fmla="*/ 6006823 w 6128435"/>
              <a:gd name="connsiteY161" fmla="*/ 6578546 h 6858000"/>
              <a:gd name="connsiteX162" fmla="*/ 6004510 w 6128435"/>
              <a:gd name="connsiteY162" fmla="*/ 6599256 h 6858000"/>
              <a:gd name="connsiteX163" fmla="*/ 5986207 w 6128435"/>
              <a:gd name="connsiteY163" fmla="*/ 6695855 h 6858000"/>
              <a:gd name="connsiteX164" fmla="*/ 5979428 w 6128435"/>
              <a:gd name="connsiteY164" fmla="*/ 6754678 h 6858000"/>
              <a:gd name="connsiteX165" fmla="*/ 5983398 w 6128435"/>
              <a:gd name="connsiteY165" fmla="*/ 6778641 h 6858000"/>
              <a:gd name="connsiteX166" fmla="*/ 5984543 w 6128435"/>
              <a:gd name="connsiteY166" fmla="*/ 6811016 h 6858000"/>
              <a:gd name="connsiteX167" fmla="*/ 5981802 w 6128435"/>
              <a:gd name="connsiteY167" fmla="*/ 6838578 h 6858000"/>
              <a:gd name="connsiteX168" fmla="*/ 5979671 w 6128435"/>
              <a:gd name="connsiteY168" fmla="*/ 6858000 h 6858000"/>
              <a:gd name="connsiteX169" fmla="*/ 0 w 6128435"/>
              <a:gd name="connsiteY169" fmla="*/ 6858000 h 6858000"/>
              <a:gd name="connsiteX170" fmla="*/ 0 w 6128435"/>
              <a:gd name="connsiteY170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55696 w 6128435"/>
              <a:gd name="connsiteY34" fmla="*/ 195377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23364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2045 w 6128435"/>
              <a:gd name="connsiteY57" fmla="*/ 2984371 h 6858000"/>
              <a:gd name="connsiteX58" fmla="*/ 5482415 w 6128435"/>
              <a:gd name="connsiteY58" fmla="*/ 3004079 h 6858000"/>
              <a:gd name="connsiteX59" fmla="*/ 5483865 w 6128435"/>
              <a:gd name="connsiteY59" fmla="*/ 3005467 h 6858000"/>
              <a:gd name="connsiteX60" fmla="*/ 5482236 w 6128435"/>
              <a:gd name="connsiteY60" fmla="*/ 3019791 h 6858000"/>
              <a:gd name="connsiteX61" fmla="*/ 5481505 w 6128435"/>
              <a:gd name="connsiteY61" fmla="*/ 3095286 h 6858000"/>
              <a:gd name="connsiteX62" fmla="*/ 5477595 w 6128435"/>
              <a:gd name="connsiteY62" fmla="*/ 3250534 h 6858000"/>
              <a:gd name="connsiteX63" fmla="*/ 5532836 w 6128435"/>
              <a:gd name="connsiteY63" fmla="*/ 3353840 h 6858000"/>
              <a:gd name="connsiteX64" fmla="*/ 5561229 w 6128435"/>
              <a:gd name="connsiteY64" fmla="*/ 3395784 h 6858000"/>
              <a:gd name="connsiteX65" fmla="*/ 5589758 w 6128435"/>
              <a:gd name="connsiteY65" fmla="*/ 3506453 h 6858000"/>
              <a:gd name="connsiteX66" fmla="*/ 5596144 w 6128435"/>
              <a:gd name="connsiteY66" fmla="*/ 3534624 h 6858000"/>
              <a:gd name="connsiteX67" fmla="*/ 5597750 w 6128435"/>
              <a:gd name="connsiteY67" fmla="*/ 3534129 h 6858000"/>
              <a:gd name="connsiteX68" fmla="*/ 5599700 w 6128435"/>
              <a:gd name="connsiteY68" fmla="*/ 3547221 h 6858000"/>
              <a:gd name="connsiteX69" fmla="*/ 5615031 w 6128435"/>
              <a:gd name="connsiteY69" fmla="*/ 3557482 h 6858000"/>
              <a:gd name="connsiteX70" fmla="*/ 5618377 w 6128435"/>
              <a:gd name="connsiteY70" fmla="*/ 3588431 h 6858000"/>
              <a:gd name="connsiteX71" fmla="*/ 5612155 w 6128435"/>
              <a:gd name="connsiteY71" fmla="*/ 3589869 h 6858000"/>
              <a:gd name="connsiteX72" fmla="*/ 5620843 w 6128435"/>
              <a:gd name="connsiteY72" fmla="*/ 3606745 h 6858000"/>
              <a:gd name="connsiteX73" fmla="*/ 5655472 w 6128435"/>
              <a:gd name="connsiteY73" fmla="*/ 3678877 h 6858000"/>
              <a:gd name="connsiteX74" fmla="*/ 5680448 w 6128435"/>
              <a:gd name="connsiteY74" fmla="*/ 3717760 h 6858000"/>
              <a:gd name="connsiteX75" fmla="*/ 5683015 w 6128435"/>
              <a:gd name="connsiteY75" fmla="*/ 3762025 h 6858000"/>
              <a:gd name="connsiteX76" fmla="*/ 5696643 w 6128435"/>
              <a:gd name="connsiteY76" fmla="*/ 3773888 h 6858000"/>
              <a:gd name="connsiteX77" fmla="*/ 5699203 w 6128435"/>
              <a:gd name="connsiteY77" fmla="*/ 3775823 h 6858000"/>
              <a:gd name="connsiteX78" fmla="*/ 5704824 w 6128435"/>
              <a:gd name="connsiteY78" fmla="*/ 3785966 h 6858000"/>
              <a:gd name="connsiteX79" fmla="*/ 5712204 w 6128435"/>
              <a:gd name="connsiteY79" fmla="*/ 3785830 h 6858000"/>
              <a:gd name="connsiteX80" fmla="*/ 5724816 w 6128435"/>
              <a:gd name="connsiteY80" fmla="*/ 3798949 h 6858000"/>
              <a:gd name="connsiteX81" fmla="*/ 5733539 w 6128435"/>
              <a:gd name="connsiteY81" fmla="*/ 3818457 h 6858000"/>
              <a:gd name="connsiteX82" fmla="*/ 5768491 w 6128435"/>
              <a:gd name="connsiteY82" fmla="*/ 3914399 h 6858000"/>
              <a:gd name="connsiteX83" fmla="*/ 5793123 w 6128435"/>
              <a:gd name="connsiteY83" fmla="*/ 3969952 h 6858000"/>
              <a:gd name="connsiteX84" fmla="*/ 5808321 w 6128435"/>
              <a:gd name="connsiteY84" fmla="*/ 3988153 h 6858000"/>
              <a:gd name="connsiteX85" fmla="*/ 5825621 w 6128435"/>
              <a:gd name="connsiteY85" fmla="*/ 4015525 h 6858000"/>
              <a:gd name="connsiteX86" fmla="*/ 5860672 w 6128435"/>
              <a:gd name="connsiteY86" fmla="*/ 4061579 h 6858000"/>
              <a:gd name="connsiteX87" fmla="*/ 5872173 w 6128435"/>
              <a:gd name="connsiteY87" fmla="*/ 4088497 h 6858000"/>
              <a:gd name="connsiteX88" fmla="*/ 5883705 w 6128435"/>
              <a:gd name="connsiteY88" fmla="*/ 4101899 h 6858000"/>
              <a:gd name="connsiteX89" fmla="*/ 5885314 w 6128435"/>
              <a:gd name="connsiteY89" fmla="*/ 4108387 h 6858000"/>
              <a:gd name="connsiteX90" fmla="*/ 5894095 w 6128435"/>
              <a:gd name="connsiteY90" fmla="*/ 4128857 h 6858000"/>
              <a:gd name="connsiteX91" fmla="*/ 5898339 w 6128435"/>
              <a:gd name="connsiteY91" fmla="*/ 4140800 h 6858000"/>
              <a:gd name="connsiteX92" fmla="*/ 5899734 w 6128435"/>
              <a:gd name="connsiteY92" fmla="*/ 4145632 h 6858000"/>
              <a:gd name="connsiteX93" fmla="*/ 5897098 w 6128435"/>
              <a:gd name="connsiteY93" fmla="*/ 4157819 h 6858000"/>
              <a:gd name="connsiteX94" fmla="*/ 5903513 w 6128435"/>
              <a:gd name="connsiteY94" fmla="*/ 4187661 h 6858000"/>
              <a:gd name="connsiteX95" fmla="*/ 5917114 w 6128435"/>
              <a:gd name="connsiteY95" fmla="*/ 4213096 h 6858000"/>
              <a:gd name="connsiteX96" fmla="*/ 5921153 w 6128435"/>
              <a:gd name="connsiteY96" fmla="*/ 4236222 h 6858000"/>
              <a:gd name="connsiteX97" fmla="*/ 5924233 w 6128435"/>
              <a:gd name="connsiteY97" fmla="*/ 4242060 h 6858000"/>
              <a:gd name="connsiteX98" fmla="*/ 5928910 w 6128435"/>
              <a:gd name="connsiteY98" fmla="*/ 4300973 h 6858000"/>
              <a:gd name="connsiteX99" fmla="*/ 5939320 w 6128435"/>
              <a:gd name="connsiteY99" fmla="*/ 4340435 h 6858000"/>
              <a:gd name="connsiteX100" fmla="*/ 5946705 w 6128435"/>
              <a:gd name="connsiteY100" fmla="*/ 4428051 h 6858000"/>
              <a:gd name="connsiteX101" fmla="*/ 5949261 w 6128435"/>
              <a:gd name="connsiteY101" fmla="*/ 4449185 h 6858000"/>
              <a:gd name="connsiteX102" fmla="*/ 5957504 w 6128435"/>
              <a:gd name="connsiteY102" fmla="*/ 4465911 h 6858000"/>
              <a:gd name="connsiteX103" fmla="*/ 5964689 w 6128435"/>
              <a:gd name="connsiteY103" fmla="*/ 4468532 h 6858000"/>
              <a:gd name="connsiteX104" fmla="*/ 5967062 w 6128435"/>
              <a:gd name="connsiteY104" fmla="*/ 4479923 h 6858000"/>
              <a:gd name="connsiteX105" fmla="*/ 5968960 w 6128435"/>
              <a:gd name="connsiteY105" fmla="*/ 4482655 h 6858000"/>
              <a:gd name="connsiteX106" fmla="*/ 5978567 w 6128435"/>
              <a:gd name="connsiteY106" fmla="*/ 4498605 h 6858000"/>
              <a:gd name="connsiteX107" fmla="*/ 5980106 w 6128435"/>
              <a:gd name="connsiteY107" fmla="*/ 4585087 h 6858000"/>
              <a:gd name="connsiteX108" fmla="*/ 5998138 w 6128435"/>
              <a:gd name="connsiteY108" fmla="*/ 4697518 h 6858000"/>
              <a:gd name="connsiteX109" fmla="*/ 6013516 w 6128435"/>
              <a:gd name="connsiteY109" fmla="*/ 4786619 h 6858000"/>
              <a:gd name="connsiteX110" fmla="*/ 6025404 w 6128435"/>
              <a:gd name="connsiteY110" fmla="*/ 4858148 h 6858000"/>
              <a:gd name="connsiteX111" fmla="*/ 6007749 w 6128435"/>
              <a:gd name="connsiteY111" fmla="*/ 4964715 h 6858000"/>
              <a:gd name="connsiteX112" fmla="*/ 6005269 w 6128435"/>
              <a:gd name="connsiteY112" fmla="*/ 5150567 h 6858000"/>
              <a:gd name="connsiteX113" fmla="*/ 6001127 w 6128435"/>
              <a:gd name="connsiteY113" fmla="*/ 5164609 h 6858000"/>
              <a:gd name="connsiteX114" fmla="*/ 5996647 w 6128435"/>
              <a:gd name="connsiteY114" fmla="*/ 5185640 h 6858000"/>
              <a:gd name="connsiteX115" fmla="*/ 5998514 w 6128435"/>
              <a:gd name="connsiteY115" fmla="*/ 5189673 h 6858000"/>
              <a:gd name="connsiteX116" fmla="*/ 5995970 w 6128435"/>
              <a:gd name="connsiteY116" fmla="*/ 5221547 h 6858000"/>
              <a:gd name="connsiteX117" fmla="*/ 5997218 w 6128435"/>
              <a:gd name="connsiteY117" fmla="*/ 5222031 h 6858000"/>
              <a:gd name="connsiteX118" fmla="*/ 6002116 w 6128435"/>
              <a:gd name="connsiteY118" fmla="*/ 5231223 h 6858000"/>
              <a:gd name="connsiteX119" fmla="*/ 6008541 w 6128435"/>
              <a:gd name="connsiteY119" fmla="*/ 5248680 h 6858000"/>
              <a:gd name="connsiteX120" fmla="*/ 6039260 w 6128435"/>
              <a:gd name="connsiteY120" fmla="*/ 5289518 h 6858000"/>
              <a:gd name="connsiteX121" fmla="*/ 6036748 w 6128435"/>
              <a:gd name="connsiteY121" fmla="*/ 5322752 h 6858000"/>
              <a:gd name="connsiteX122" fmla="*/ 6036943 w 6128435"/>
              <a:gd name="connsiteY122" fmla="*/ 5329480 h 6858000"/>
              <a:gd name="connsiteX123" fmla="*/ 6037236 w 6128435"/>
              <a:gd name="connsiteY123" fmla="*/ 5329634 h 6858000"/>
              <a:gd name="connsiteX124" fmla="*/ 6038019 w 6128435"/>
              <a:gd name="connsiteY124" fmla="*/ 5336764 h 6858000"/>
              <a:gd name="connsiteX125" fmla="*/ 6037298 w 6128435"/>
              <a:gd name="connsiteY125" fmla="*/ 5341753 h 6858000"/>
              <a:gd name="connsiteX126" fmla="*/ 6037677 w 6128435"/>
              <a:gd name="connsiteY126" fmla="*/ 5354807 h 6858000"/>
              <a:gd name="connsiteX127" fmla="*/ 6039728 w 6128435"/>
              <a:gd name="connsiteY127" fmla="*/ 5359416 h 6858000"/>
              <a:gd name="connsiteX128" fmla="*/ 6043311 w 6128435"/>
              <a:gd name="connsiteY128" fmla="*/ 5361407 h 6858000"/>
              <a:gd name="connsiteX129" fmla="*/ 6042954 w 6128435"/>
              <a:gd name="connsiteY129" fmla="*/ 5362576 h 6858000"/>
              <a:gd name="connsiteX130" fmla="*/ 6053435 w 6128435"/>
              <a:gd name="connsiteY130" fmla="*/ 5387547 h 6858000"/>
              <a:gd name="connsiteX131" fmla="*/ 6065933 w 6128435"/>
              <a:gd name="connsiteY131" fmla="*/ 5443002 h 6858000"/>
              <a:gd name="connsiteX132" fmla="*/ 6068640 w 6128435"/>
              <a:gd name="connsiteY132" fmla="*/ 5474503 h 6858000"/>
              <a:gd name="connsiteX133" fmla="*/ 6080922 w 6128435"/>
              <a:gd name="connsiteY133" fmla="*/ 5561070 h 6858000"/>
              <a:gd name="connsiteX134" fmla="*/ 6096949 w 6128435"/>
              <a:gd name="connsiteY134" fmla="*/ 5648179 h 6858000"/>
              <a:gd name="connsiteX135" fmla="*/ 6125703 w 6128435"/>
              <a:gd name="connsiteY135" fmla="*/ 5692894 h 6858000"/>
              <a:gd name="connsiteX136" fmla="*/ 6126670 w 6128435"/>
              <a:gd name="connsiteY136" fmla="*/ 5697882 h 6858000"/>
              <a:gd name="connsiteX137" fmla="*/ 6124061 w 6128435"/>
              <a:gd name="connsiteY137" fmla="*/ 5710294 h 6858000"/>
              <a:gd name="connsiteX138" fmla="*/ 6122213 w 6128435"/>
              <a:gd name="connsiteY138" fmla="*/ 5714762 h 6858000"/>
              <a:gd name="connsiteX139" fmla="*/ 6121353 w 6128435"/>
              <a:gd name="connsiteY139" fmla="*/ 5721725 h 6858000"/>
              <a:gd name="connsiteX140" fmla="*/ 6121607 w 6128435"/>
              <a:gd name="connsiteY140" fmla="*/ 5721959 h 6858000"/>
              <a:gd name="connsiteX141" fmla="*/ 6120262 w 6128435"/>
              <a:gd name="connsiteY141" fmla="*/ 5728358 h 6858000"/>
              <a:gd name="connsiteX142" fmla="*/ 6110194 w 6128435"/>
              <a:gd name="connsiteY142" fmla="*/ 5758853 h 6858000"/>
              <a:gd name="connsiteX143" fmla="*/ 6127519 w 6128435"/>
              <a:gd name="connsiteY143" fmla="*/ 5865775 h 6858000"/>
              <a:gd name="connsiteX144" fmla="*/ 6128435 w 6128435"/>
              <a:gd name="connsiteY144" fmla="*/ 5870164 h 6858000"/>
              <a:gd name="connsiteX145" fmla="*/ 6119217 w 6128435"/>
              <a:gd name="connsiteY145" fmla="*/ 5888542 h 6858000"/>
              <a:gd name="connsiteX146" fmla="*/ 6115966 w 6128435"/>
              <a:gd name="connsiteY146" fmla="*/ 5898387 h 6858000"/>
              <a:gd name="connsiteX147" fmla="*/ 6111924 w 6128435"/>
              <a:gd name="connsiteY147" fmla="*/ 5900444 h 6858000"/>
              <a:gd name="connsiteX148" fmla="*/ 6108716 w 6128435"/>
              <a:gd name="connsiteY148" fmla="*/ 5915345 h 6858000"/>
              <a:gd name="connsiteX149" fmla="*/ 6109524 w 6128435"/>
              <a:gd name="connsiteY149" fmla="*/ 5917328 h 6858000"/>
              <a:gd name="connsiteX150" fmla="*/ 6102493 w 6128435"/>
              <a:gd name="connsiteY150" fmla="*/ 5928602 h 6858000"/>
              <a:gd name="connsiteX151" fmla="*/ 6056863 w 6128435"/>
              <a:gd name="connsiteY151" fmla="*/ 6000643 h 6858000"/>
              <a:gd name="connsiteX152" fmla="*/ 6045436 w 6128435"/>
              <a:gd name="connsiteY152" fmla="*/ 6124480 h 6858000"/>
              <a:gd name="connsiteX153" fmla="*/ 6030489 w 6128435"/>
              <a:gd name="connsiteY153" fmla="*/ 6317666 h 6858000"/>
              <a:gd name="connsiteX154" fmla="*/ 6007492 w 6128435"/>
              <a:gd name="connsiteY154" fmla="*/ 6440818 h 6858000"/>
              <a:gd name="connsiteX155" fmla="*/ 6009467 w 6128435"/>
              <a:gd name="connsiteY155" fmla="*/ 6487076 h 6858000"/>
              <a:gd name="connsiteX156" fmla="*/ 5995064 w 6128435"/>
              <a:gd name="connsiteY156" fmla="*/ 6540791 h 6858000"/>
              <a:gd name="connsiteX157" fmla="*/ 5996309 w 6128435"/>
              <a:gd name="connsiteY157" fmla="*/ 6543961 h 6858000"/>
              <a:gd name="connsiteX158" fmla="*/ 5996048 w 6128435"/>
              <a:gd name="connsiteY158" fmla="*/ 6555444 h 6858000"/>
              <a:gd name="connsiteX159" fmla="*/ 6002524 w 6128435"/>
              <a:gd name="connsiteY159" fmla="*/ 6560188 h 6858000"/>
              <a:gd name="connsiteX160" fmla="*/ 6006823 w 6128435"/>
              <a:gd name="connsiteY160" fmla="*/ 6578546 h 6858000"/>
              <a:gd name="connsiteX161" fmla="*/ 6004510 w 6128435"/>
              <a:gd name="connsiteY161" fmla="*/ 6599256 h 6858000"/>
              <a:gd name="connsiteX162" fmla="*/ 5986207 w 6128435"/>
              <a:gd name="connsiteY162" fmla="*/ 6695855 h 6858000"/>
              <a:gd name="connsiteX163" fmla="*/ 5979428 w 6128435"/>
              <a:gd name="connsiteY163" fmla="*/ 6754678 h 6858000"/>
              <a:gd name="connsiteX164" fmla="*/ 5983398 w 6128435"/>
              <a:gd name="connsiteY164" fmla="*/ 6778641 h 6858000"/>
              <a:gd name="connsiteX165" fmla="*/ 5984543 w 6128435"/>
              <a:gd name="connsiteY165" fmla="*/ 6811016 h 6858000"/>
              <a:gd name="connsiteX166" fmla="*/ 5981802 w 6128435"/>
              <a:gd name="connsiteY166" fmla="*/ 6838578 h 6858000"/>
              <a:gd name="connsiteX167" fmla="*/ 5979671 w 6128435"/>
              <a:gd name="connsiteY167" fmla="*/ 6858000 h 6858000"/>
              <a:gd name="connsiteX168" fmla="*/ 0 w 6128435"/>
              <a:gd name="connsiteY168" fmla="*/ 6858000 h 6858000"/>
              <a:gd name="connsiteX169" fmla="*/ 0 w 6128435"/>
              <a:gd name="connsiteY169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55696 w 6128435"/>
              <a:gd name="connsiteY34" fmla="*/ 195377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57023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2045 w 6128435"/>
              <a:gd name="connsiteY57" fmla="*/ 2984371 h 6858000"/>
              <a:gd name="connsiteX58" fmla="*/ 5482415 w 6128435"/>
              <a:gd name="connsiteY58" fmla="*/ 3004079 h 6858000"/>
              <a:gd name="connsiteX59" fmla="*/ 5483865 w 6128435"/>
              <a:gd name="connsiteY59" fmla="*/ 3005467 h 6858000"/>
              <a:gd name="connsiteX60" fmla="*/ 5482236 w 6128435"/>
              <a:gd name="connsiteY60" fmla="*/ 3019791 h 6858000"/>
              <a:gd name="connsiteX61" fmla="*/ 5481505 w 6128435"/>
              <a:gd name="connsiteY61" fmla="*/ 3095286 h 6858000"/>
              <a:gd name="connsiteX62" fmla="*/ 5477595 w 6128435"/>
              <a:gd name="connsiteY62" fmla="*/ 3250534 h 6858000"/>
              <a:gd name="connsiteX63" fmla="*/ 5532836 w 6128435"/>
              <a:gd name="connsiteY63" fmla="*/ 3353840 h 6858000"/>
              <a:gd name="connsiteX64" fmla="*/ 5561229 w 6128435"/>
              <a:gd name="connsiteY64" fmla="*/ 3395784 h 6858000"/>
              <a:gd name="connsiteX65" fmla="*/ 5589758 w 6128435"/>
              <a:gd name="connsiteY65" fmla="*/ 3506453 h 6858000"/>
              <a:gd name="connsiteX66" fmla="*/ 5596144 w 6128435"/>
              <a:gd name="connsiteY66" fmla="*/ 3534624 h 6858000"/>
              <a:gd name="connsiteX67" fmla="*/ 5597750 w 6128435"/>
              <a:gd name="connsiteY67" fmla="*/ 3534129 h 6858000"/>
              <a:gd name="connsiteX68" fmla="*/ 5599700 w 6128435"/>
              <a:gd name="connsiteY68" fmla="*/ 3547221 h 6858000"/>
              <a:gd name="connsiteX69" fmla="*/ 5615031 w 6128435"/>
              <a:gd name="connsiteY69" fmla="*/ 3557482 h 6858000"/>
              <a:gd name="connsiteX70" fmla="*/ 5618377 w 6128435"/>
              <a:gd name="connsiteY70" fmla="*/ 3588431 h 6858000"/>
              <a:gd name="connsiteX71" fmla="*/ 5612155 w 6128435"/>
              <a:gd name="connsiteY71" fmla="*/ 3589869 h 6858000"/>
              <a:gd name="connsiteX72" fmla="*/ 5620843 w 6128435"/>
              <a:gd name="connsiteY72" fmla="*/ 3606745 h 6858000"/>
              <a:gd name="connsiteX73" fmla="*/ 5655472 w 6128435"/>
              <a:gd name="connsiteY73" fmla="*/ 3678877 h 6858000"/>
              <a:gd name="connsiteX74" fmla="*/ 5680448 w 6128435"/>
              <a:gd name="connsiteY74" fmla="*/ 3717760 h 6858000"/>
              <a:gd name="connsiteX75" fmla="*/ 5683015 w 6128435"/>
              <a:gd name="connsiteY75" fmla="*/ 3762025 h 6858000"/>
              <a:gd name="connsiteX76" fmla="*/ 5696643 w 6128435"/>
              <a:gd name="connsiteY76" fmla="*/ 3773888 h 6858000"/>
              <a:gd name="connsiteX77" fmla="*/ 5699203 w 6128435"/>
              <a:gd name="connsiteY77" fmla="*/ 3775823 h 6858000"/>
              <a:gd name="connsiteX78" fmla="*/ 5704824 w 6128435"/>
              <a:gd name="connsiteY78" fmla="*/ 3785966 h 6858000"/>
              <a:gd name="connsiteX79" fmla="*/ 5712204 w 6128435"/>
              <a:gd name="connsiteY79" fmla="*/ 3785830 h 6858000"/>
              <a:gd name="connsiteX80" fmla="*/ 5724816 w 6128435"/>
              <a:gd name="connsiteY80" fmla="*/ 3798949 h 6858000"/>
              <a:gd name="connsiteX81" fmla="*/ 5733539 w 6128435"/>
              <a:gd name="connsiteY81" fmla="*/ 3818457 h 6858000"/>
              <a:gd name="connsiteX82" fmla="*/ 5768491 w 6128435"/>
              <a:gd name="connsiteY82" fmla="*/ 3914399 h 6858000"/>
              <a:gd name="connsiteX83" fmla="*/ 5793123 w 6128435"/>
              <a:gd name="connsiteY83" fmla="*/ 3969952 h 6858000"/>
              <a:gd name="connsiteX84" fmla="*/ 5808321 w 6128435"/>
              <a:gd name="connsiteY84" fmla="*/ 3988153 h 6858000"/>
              <a:gd name="connsiteX85" fmla="*/ 5825621 w 6128435"/>
              <a:gd name="connsiteY85" fmla="*/ 4015525 h 6858000"/>
              <a:gd name="connsiteX86" fmla="*/ 5860672 w 6128435"/>
              <a:gd name="connsiteY86" fmla="*/ 4061579 h 6858000"/>
              <a:gd name="connsiteX87" fmla="*/ 5872173 w 6128435"/>
              <a:gd name="connsiteY87" fmla="*/ 4088497 h 6858000"/>
              <a:gd name="connsiteX88" fmla="*/ 5883705 w 6128435"/>
              <a:gd name="connsiteY88" fmla="*/ 4101899 h 6858000"/>
              <a:gd name="connsiteX89" fmla="*/ 5885314 w 6128435"/>
              <a:gd name="connsiteY89" fmla="*/ 4108387 h 6858000"/>
              <a:gd name="connsiteX90" fmla="*/ 5894095 w 6128435"/>
              <a:gd name="connsiteY90" fmla="*/ 4128857 h 6858000"/>
              <a:gd name="connsiteX91" fmla="*/ 5898339 w 6128435"/>
              <a:gd name="connsiteY91" fmla="*/ 4140800 h 6858000"/>
              <a:gd name="connsiteX92" fmla="*/ 5899734 w 6128435"/>
              <a:gd name="connsiteY92" fmla="*/ 4145632 h 6858000"/>
              <a:gd name="connsiteX93" fmla="*/ 5897098 w 6128435"/>
              <a:gd name="connsiteY93" fmla="*/ 4157819 h 6858000"/>
              <a:gd name="connsiteX94" fmla="*/ 5903513 w 6128435"/>
              <a:gd name="connsiteY94" fmla="*/ 4187661 h 6858000"/>
              <a:gd name="connsiteX95" fmla="*/ 5917114 w 6128435"/>
              <a:gd name="connsiteY95" fmla="*/ 4213096 h 6858000"/>
              <a:gd name="connsiteX96" fmla="*/ 5921153 w 6128435"/>
              <a:gd name="connsiteY96" fmla="*/ 4236222 h 6858000"/>
              <a:gd name="connsiteX97" fmla="*/ 5924233 w 6128435"/>
              <a:gd name="connsiteY97" fmla="*/ 4242060 h 6858000"/>
              <a:gd name="connsiteX98" fmla="*/ 5928910 w 6128435"/>
              <a:gd name="connsiteY98" fmla="*/ 4300973 h 6858000"/>
              <a:gd name="connsiteX99" fmla="*/ 5939320 w 6128435"/>
              <a:gd name="connsiteY99" fmla="*/ 4340435 h 6858000"/>
              <a:gd name="connsiteX100" fmla="*/ 5946705 w 6128435"/>
              <a:gd name="connsiteY100" fmla="*/ 4428051 h 6858000"/>
              <a:gd name="connsiteX101" fmla="*/ 5949261 w 6128435"/>
              <a:gd name="connsiteY101" fmla="*/ 4449185 h 6858000"/>
              <a:gd name="connsiteX102" fmla="*/ 5957504 w 6128435"/>
              <a:gd name="connsiteY102" fmla="*/ 4465911 h 6858000"/>
              <a:gd name="connsiteX103" fmla="*/ 5964689 w 6128435"/>
              <a:gd name="connsiteY103" fmla="*/ 4468532 h 6858000"/>
              <a:gd name="connsiteX104" fmla="*/ 5967062 w 6128435"/>
              <a:gd name="connsiteY104" fmla="*/ 4479923 h 6858000"/>
              <a:gd name="connsiteX105" fmla="*/ 5968960 w 6128435"/>
              <a:gd name="connsiteY105" fmla="*/ 4482655 h 6858000"/>
              <a:gd name="connsiteX106" fmla="*/ 5978567 w 6128435"/>
              <a:gd name="connsiteY106" fmla="*/ 4498605 h 6858000"/>
              <a:gd name="connsiteX107" fmla="*/ 5980106 w 6128435"/>
              <a:gd name="connsiteY107" fmla="*/ 4585087 h 6858000"/>
              <a:gd name="connsiteX108" fmla="*/ 5998138 w 6128435"/>
              <a:gd name="connsiteY108" fmla="*/ 4697518 h 6858000"/>
              <a:gd name="connsiteX109" fmla="*/ 6013516 w 6128435"/>
              <a:gd name="connsiteY109" fmla="*/ 4786619 h 6858000"/>
              <a:gd name="connsiteX110" fmla="*/ 6025404 w 6128435"/>
              <a:gd name="connsiteY110" fmla="*/ 4858148 h 6858000"/>
              <a:gd name="connsiteX111" fmla="*/ 6007749 w 6128435"/>
              <a:gd name="connsiteY111" fmla="*/ 4964715 h 6858000"/>
              <a:gd name="connsiteX112" fmla="*/ 6005269 w 6128435"/>
              <a:gd name="connsiteY112" fmla="*/ 5150567 h 6858000"/>
              <a:gd name="connsiteX113" fmla="*/ 6001127 w 6128435"/>
              <a:gd name="connsiteY113" fmla="*/ 5164609 h 6858000"/>
              <a:gd name="connsiteX114" fmla="*/ 5996647 w 6128435"/>
              <a:gd name="connsiteY114" fmla="*/ 5185640 h 6858000"/>
              <a:gd name="connsiteX115" fmla="*/ 5998514 w 6128435"/>
              <a:gd name="connsiteY115" fmla="*/ 5189673 h 6858000"/>
              <a:gd name="connsiteX116" fmla="*/ 5995970 w 6128435"/>
              <a:gd name="connsiteY116" fmla="*/ 5221547 h 6858000"/>
              <a:gd name="connsiteX117" fmla="*/ 5997218 w 6128435"/>
              <a:gd name="connsiteY117" fmla="*/ 5222031 h 6858000"/>
              <a:gd name="connsiteX118" fmla="*/ 6002116 w 6128435"/>
              <a:gd name="connsiteY118" fmla="*/ 5231223 h 6858000"/>
              <a:gd name="connsiteX119" fmla="*/ 6008541 w 6128435"/>
              <a:gd name="connsiteY119" fmla="*/ 5248680 h 6858000"/>
              <a:gd name="connsiteX120" fmla="*/ 6039260 w 6128435"/>
              <a:gd name="connsiteY120" fmla="*/ 5289518 h 6858000"/>
              <a:gd name="connsiteX121" fmla="*/ 6036748 w 6128435"/>
              <a:gd name="connsiteY121" fmla="*/ 5322752 h 6858000"/>
              <a:gd name="connsiteX122" fmla="*/ 6036943 w 6128435"/>
              <a:gd name="connsiteY122" fmla="*/ 5329480 h 6858000"/>
              <a:gd name="connsiteX123" fmla="*/ 6037236 w 6128435"/>
              <a:gd name="connsiteY123" fmla="*/ 5329634 h 6858000"/>
              <a:gd name="connsiteX124" fmla="*/ 6038019 w 6128435"/>
              <a:gd name="connsiteY124" fmla="*/ 5336764 h 6858000"/>
              <a:gd name="connsiteX125" fmla="*/ 6037298 w 6128435"/>
              <a:gd name="connsiteY125" fmla="*/ 5341753 h 6858000"/>
              <a:gd name="connsiteX126" fmla="*/ 6037677 w 6128435"/>
              <a:gd name="connsiteY126" fmla="*/ 5354807 h 6858000"/>
              <a:gd name="connsiteX127" fmla="*/ 6039728 w 6128435"/>
              <a:gd name="connsiteY127" fmla="*/ 5359416 h 6858000"/>
              <a:gd name="connsiteX128" fmla="*/ 6043311 w 6128435"/>
              <a:gd name="connsiteY128" fmla="*/ 5361407 h 6858000"/>
              <a:gd name="connsiteX129" fmla="*/ 6042954 w 6128435"/>
              <a:gd name="connsiteY129" fmla="*/ 5362576 h 6858000"/>
              <a:gd name="connsiteX130" fmla="*/ 6053435 w 6128435"/>
              <a:gd name="connsiteY130" fmla="*/ 5387547 h 6858000"/>
              <a:gd name="connsiteX131" fmla="*/ 6065933 w 6128435"/>
              <a:gd name="connsiteY131" fmla="*/ 5443002 h 6858000"/>
              <a:gd name="connsiteX132" fmla="*/ 6068640 w 6128435"/>
              <a:gd name="connsiteY132" fmla="*/ 5474503 h 6858000"/>
              <a:gd name="connsiteX133" fmla="*/ 6080922 w 6128435"/>
              <a:gd name="connsiteY133" fmla="*/ 5561070 h 6858000"/>
              <a:gd name="connsiteX134" fmla="*/ 6096949 w 6128435"/>
              <a:gd name="connsiteY134" fmla="*/ 5648179 h 6858000"/>
              <a:gd name="connsiteX135" fmla="*/ 6125703 w 6128435"/>
              <a:gd name="connsiteY135" fmla="*/ 5692894 h 6858000"/>
              <a:gd name="connsiteX136" fmla="*/ 6126670 w 6128435"/>
              <a:gd name="connsiteY136" fmla="*/ 5697882 h 6858000"/>
              <a:gd name="connsiteX137" fmla="*/ 6124061 w 6128435"/>
              <a:gd name="connsiteY137" fmla="*/ 5710294 h 6858000"/>
              <a:gd name="connsiteX138" fmla="*/ 6122213 w 6128435"/>
              <a:gd name="connsiteY138" fmla="*/ 5714762 h 6858000"/>
              <a:gd name="connsiteX139" fmla="*/ 6121353 w 6128435"/>
              <a:gd name="connsiteY139" fmla="*/ 5721725 h 6858000"/>
              <a:gd name="connsiteX140" fmla="*/ 6121607 w 6128435"/>
              <a:gd name="connsiteY140" fmla="*/ 5721959 h 6858000"/>
              <a:gd name="connsiteX141" fmla="*/ 6120262 w 6128435"/>
              <a:gd name="connsiteY141" fmla="*/ 5728358 h 6858000"/>
              <a:gd name="connsiteX142" fmla="*/ 6110194 w 6128435"/>
              <a:gd name="connsiteY142" fmla="*/ 5758853 h 6858000"/>
              <a:gd name="connsiteX143" fmla="*/ 6127519 w 6128435"/>
              <a:gd name="connsiteY143" fmla="*/ 5865775 h 6858000"/>
              <a:gd name="connsiteX144" fmla="*/ 6128435 w 6128435"/>
              <a:gd name="connsiteY144" fmla="*/ 5870164 h 6858000"/>
              <a:gd name="connsiteX145" fmla="*/ 6119217 w 6128435"/>
              <a:gd name="connsiteY145" fmla="*/ 5888542 h 6858000"/>
              <a:gd name="connsiteX146" fmla="*/ 6115966 w 6128435"/>
              <a:gd name="connsiteY146" fmla="*/ 5898387 h 6858000"/>
              <a:gd name="connsiteX147" fmla="*/ 6111924 w 6128435"/>
              <a:gd name="connsiteY147" fmla="*/ 5900444 h 6858000"/>
              <a:gd name="connsiteX148" fmla="*/ 6108716 w 6128435"/>
              <a:gd name="connsiteY148" fmla="*/ 5915345 h 6858000"/>
              <a:gd name="connsiteX149" fmla="*/ 6109524 w 6128435"/>
              <a:gd name="connsiteY149" fmla="*/ 5917328 h 6858000"/>
              <a:gd name="connsiteX150" fmla="*/ 6102493 w 6128435"/>
              <a:gd name="connsiteY150" fmla="*/ 5928602 h 6858000"/>
              <a:gd name="connsiteX151" fmla="*/ 6056863 w 6128435"/>
              <a:gd name="connsiteY151" fmla="*/ 6000643 h 6858000"/>
              <a:gd name="connsiteX152" fmla="*/ 6045436 w 6128435"/>
              <a:gd name="connsiteY152" fmla="*/ 6124480 h 6858000"/>
              <a:gd name="connsiteX153" fmla="*/ 6030489 w 6128435"/>
              <a:gd name="connsiteY153" fmla="*/ 6317666 h 6858000"/>
              <a:gd name="connsiteX154" fmla="*/ 6007492 w 6128435"/>
              <a:gd name="connsiteY154" fmla="*/ 6440818 h 6858000"/>
              <a:gd name="connsiteX155" fmla="*/ 6009467 w 6128435"/>
              <a:gd name="connsiteY155" fmla="*/ 6487076 h 6858000"/>
              <a:gd name="connsiteX156" fmla="*/ 5995064 w 6128435"/>
              <a:gd name="connsiteY156" fmla="*/ 6540791 h 6858000"/>
              <a:gd name="connsiteX157" fmla="*/ 5996309 w 6128435"/>
              <a:gd name="connsiteY157" fmla="*/ 6543961 h 6858000"/>
              <a:gd name="connsiteX158" fmla="*/ 5996048 w 6128435"/>
              <a:gd name="connsiteY158" fmla="*/ 6555444 h 6858000"/>
              <a:gd name="connsiteX159" fmla="*/ 6002524 w 6128435"/>
              <a:gd name="connsiteY159" fmla="*/ 6560188 h 6858000"/>
              <a:gd name="connsiteX160" fmla="*/ 6006823 w 6128435"/>
              <a:gd name="connsiteY160" fmla="*/ 6578546 h 6858000"/>
              <a:gd name="connsiteX161" fmla="*/ 6004510 w 6128435"/>
              <a:gd name="connsiteY161" fmla="*/ 6599256 h 6858000"/>
              <a:gd name="connsiteX162" fmla="*/ 5986207 w 6128435"/>
              <a:gd name="connsiteY162" fmla="*/ 6695855 h 6858000"/>
              <a:gd name="connsiteX163" fmla="*/ 5979428 w 6128435"/>
              <a:gd name="connsiteY163" fmla="*/ 6754678 h 6858000"/>
              <a:gd name="connsiteX164" fmla="*/ 5983398 w 6128435"/>
              <a:gd name="connsiteY164" fmla="*/ 6778641 h 6858000"/>
              <a:gd name="connsiteX165" fmla="*/ 5984543 w 6128435"/>
              <a:gd name="connsiteY165" fmla="*/ 6811016 h 6858000"/>
              <a:gd name="connsiteX166" fmla="*/ 5981802 w 6128435"/>
              <a:gd name="connsiteY166" fmla="*/ 6838578 h 6858000"/>
              <a:gd name="connsiteX167" fmla="*/ 5979671 w 6128435"/>
              <a:gd name="connsiteY167" fmla="*/ 6858000 h 6858000"/>
              <a:gd name="connsiteX168" fmla="*/ 0 w 6128435"/>
              <a:gd name="connsiteY168" fmla="*/ 6858000 h 6858000"/>
              <a:gd name="connsiteX169" fmla="*/ 0 w 6128435"/>
              <a:gd name="connsiteY169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5452 w 6128435"/>
              <a:gd name="connsiteY13" fmla="*/ 745392 h 6858000"/>
              <a:gd name="connsiteX14" fmla="*/ 5189051 w 6128435"/>
              <a:gd name="connsiteY14" fmla="*/ 782518 h 6858000"/>
              <a:gd name="connsiteX15" fmla="*/ 5210428 w 6128435"/>
              <a:gd name="connsiteY15" fmla="*/ 815772 h 6858000"/>
              <a:gd name="connsiteX16" fmla="*/ 5221088 w 6128435"/>
              <a:gd name="connsiteY16" fmla="*/ 860193 h 6858000"/>
              <a:gd name="connsiteX17" fmla="*/ 5227653 w 6128435"/>
              <a:gd name="connsiteY17" fmla="*/ 886709 h 6858000"/>
              <a:gd name="connsiteX18" fmla="*/ 5230806 w 6128435"/>
              <a:gd name="connsiteY18" fmla="*/ 961354 h 6858000"/>
              <a:gd name="connsiteX19" fmla="*/ 5201018 w 6128435"/>
              <a:gd name="connsiteY19" fmla="*/ 1095027 h 6858000"/>
              <a:gd name="connsiteX20" fmla="*/ 5202153 w 6128435"/>
              <a:gd name="connsiteY20" fmla="*/ 1133224 h 6858000"/>
              <a:gd name="connsiteX21" fmla="*/ 5207370 w 6128435"/>
              <a:gd name="connsiteY21" fmla="*/ 1138097 h 6858000"/>
              <a:gd name="connsiteX22" fmla="*/ 5189234 w 6128435"/>
              <a:gd name="connsiteY22" fmla="*/ 1193495 h 6858000"/>
              <a:gd name="connsiteX23" fmla="*/ 5202769 w 6128435"/>
              <a:gd name="connsiteY23" fmla="*/ 1269450 h 6858000"/>
              <a:gd name="connsiteX24" fmla="*/ 5225968 w 6128435"/>
              <a:gd name="connsiteY24" fmla="*/ 1357994 h 6858000"/>
              <a:gd name="connsiteX25" fmla="*/ 5233819 w 6128435"/>
              <a:gd name="connsiteY25" fmla="*/ 1380922 h 6858000"/>
              <a:gd name="connsiteX26" fmla="*/ 5237226 w 6128435"/>
              <a:gd name="connsiteY26" fmla="*/ 1441327 h 6858000"/>
              <a:gd name="connsiteX27" fmla="*/ 5244434 w 6128435"/>
              <a:gd name="connsiteY27" fmla="*/ 1580810 h 6858000"/>
              <a:gd name="connsiteX28" fmla="*/ 5251453 w 6128435"/>
              <a:gd name="connsiteY28" fmla="*/ 1583934 h 6858000"/>
              <a:gd name="connsiteX29" fmla="*/ 5253136 w 6128435"/>
              <a:gd name="connsiteY29" fmla="*/ 1595457 h 6858000"/>
              <a:gd name="connsiteX30" fmla="*/ 5254863 w 6128435"/>
              <a:gd name="connsiteY30" fmla="*/ 1598311 h 6858000"/>
              <a:gd name="connsiteX31" fmla="*/ 5263491 w 6128435"/>
              <a:gd name="connsiteY31" fmla="*/ 1642938 h 6858000"/>
              <a:gd name="connsiteX32" fmla="*/ 5261314 w 6128435"/>
              <a:gd name="connsiteY32" fmla="*/ 1689177 h 6858000"/>
              <a:gd name="connsiteX33" fmla="*/ 5259788 w 6128435"/>
              <a:gd name="connsiteY33" fmla="*/ 1768516 h 6858000"/>
              <a:gd name="connsiteX34" fmla="*/ 5255696 w 6128435"/>
              <a:gd name="connsiteY34" fmla="*/ 1953770 h 6858000"/>
              <a:gd name="connsiteX35" fmla="*/ 5252592 w 6128435"/>
              <a:gd name="connsiteY35" fmla="*/ 2092210 h 6858000"/>
              <a:gd name="connsiteX36" fmla="*/ 5264303 w 6128435"/>
              <a:gd name="connsiteY36" fmla="*/ 2225157 h 6858000"/>
              <a:gd name="connsiteX37" fmla="*/ 5254949 w 6128435"/>
              <a:gd name="connsiteY37" fmla="*/ 2236160 h 6858000"/>
              <a:gd name="connsiteX38" fmla="*/ 5250104 w 6128435"/>
              <a:gd name="connsiteY38" fmla="*/ 2249166 h 6858000"/>
              <a:gd name="connsiteX39" fmla="*/ 5251214 w 6128435"/>
              <a:gd name="connsiteY39" fmla="*/ 2250944 h 6858000"/>
              <a:gd name="connsiteX40" fmla="*/ 5250644 w 6128435"/>
              <a:gd name="connsiteY40" fmla="*/ 2266619 h 6858000"/>
              <a:gd name="connsiteX41" fmla="*/ 5247111 w 6128435"/>
              <a:gd name="connsiteY41" fmla="*/ 2269679 h 6858000"/>
              <a:gd name="connsiteX42" fmla="*/ 5279312 w 6128435"/>
              <a:gd name="connsiteY42" fmla="*/ 2302757 h 6858000"/>
              <a:gd name="connsiteX43" fmla="*/ 5293877 w 6128435"/>
              <a:gd name="connsiteY43" fmla="*/ 2368649 h 6858000"/>
              <a:gd name="connsiteX44" fmla="*/ 5311338 w 6128435"/>
              <a:gd name="connsiteY44" fmla="*/ 2404034 h 6858000"/>
              <a:gd name="connsiteX45" fmla="*/ 5338366 w 6128435"/>
              <a:gd name="connsiteY45" fmla="*/ 2465052 h 6858000"/>
              <a:gd name="connsiteX46" fmla="*/ 5371263 w 6128435"/>
              <a:gd name="connsiteY46" fmla="*/ 2586413 h 6858000"/>
              <a:gd name="connsiteX47" fmla="*/ 5407503 w 6128435"/>
              <a:gd name="connsiteY47" fmla="*/ 2786290 h 6858000"/>
              <a:gd name="connsiteX48" fmla="*/ 5407356 w 6128435"/>
              <a:gd name="connsiteY48" fmla="*/ 2787545 h 6858000"/>
              <a:gd name="connsiteX49" fmla="*/ 5411130 w 6128435"/>
              <a:gd name="connsiteY49" fmla="*/ 2788640 h 6858000"/>
              <a:gd name="connsiteX50" fmla="*/ 5416439 w 6128435"/>
              <a:gd name="connsiteY50" fmla="*/ 2805666 h 6858000"/>
              <a:gd name="connsiteX51" fmla="*/ 5416589 w 6128435"/>
              <a:gd name="connsiteY51" fmla="*/ 2810822 h 6858000"/>
              <a:gd name="connsiteX52" fmla="*/ 5418542 w 6128435"/>
              <a:gd name="connsiteY52" fmla="*/ 2817745 h 6858000"/>
              <a:gd name="connsiteX53" fmla="*/ 5418847 w 6128435"/>
              <a:gd name="connsiteY53" fmla="*/ 2817825 h 6858000"/>
              <a:gd name="connsiteX54" fmla="*/ 5457023 w 6128435"/>
              <a:gd name="connsiteY54" fmla="*/ 2858292 h 6858000"/>
              <a:gd name="connsiteX55" fmla="*/ 5479298 w 6128435"/>
              <a:gd name="connsiteY55" fmla="*/ 2947791 h 6858000"/>
              <a:gd name="connsiteX56" fmla="*/ 5481770 w 6128435"/>
              <a:gd name="connsiteY56" fmla="*/ 2951352 h 6858000"/>
              <a:gd name="connsiteX57" fmla="*/ 5482045 w 6128435"/>
              <a:gd name="connsiteY57" fmla="*/ 2984371 h 6858000"/>
              <a:gd name="connsiteX58" fmla="*/ 5482415 w 6128435"/>
              <a:gd name="connsiteY58" fmla="*/ 3004079 h 6858000"/>
              <a:gd name="connsiteX59" fmla="*/ 5483865 w 6128435"/>
              <a:gd name="connsiteY59" fmla="*/ 3005467 h 6858000"/>
              <a:gd name="connsiteX60" fmla="*/ 5482236 w 6128435"/>
              <a:gd name="connsiteY60" fmla="*/ 3019791 h 6858000"/>
              <a:gd name="connsiteX61" fmla="*/ 5481505 w 6128435"/>
              <a:gd name="connsiteY61" fmla="*/ 3095286 h 6858000"/>
              <a:gd name="connsiteX62" fmla="*/ 5477595 w 6128435"/>
              <a:gd name="connsiteY62" fmla="*/ 3250534 h 6858000"/>
              <a:gd name="connsiteX63" fmla="*/ 5532836 w 6128435"/>
              <a:gd name="connsiteY63" fmla="*/ 3353840 h 6858000"/>
              <a:gd name="connsiteX64" fmla="*/ 5561229 w 6128435"/>
              <a:gd name="connsiteY64" fmla="*/ 3395784 h 6858000"/>
              <a:gd name="connsiteX65" fmla="*/ 5589758 w 6128435"/>
              <a:gd name="connsiteY65" fmla="*/ 3506453 h 6858000"/>
              <a:gd name="connsiteX66" fmla="*/ 5596144 w 6128435"/>
              <a:gd name="connsiteY66" fmla="*/ 3534624 h 6858000"/>
              <a:gd name="connsiteX67" fmla="*/ 5597750 w 6128435"/>
              <a:gd name="connsiteY67" fmla="*/ 3534129 h 6858000"/>
              <a:gd name="connsiteX68" fmla="*/ 5599700 w 6128435"/>
              <a:gd name="connsiteY68" fmla="*/ 3547221 h 6858000"/>
              <a:gd name="connsiteX69" fmla="*/ 5615031 w 6128435"/>
              <a:gd name="connsiteY69" fmla="*/ 3557482 h 6858000"/>
              <a:gd name="connsiteX70" fmla="*/ 5618377 w 6128435"/>
              <a:gd name="connsiteY70" fmla="*/ 3588431 h 6858000"/>
              <a:gd name="connsiteX71" fmla="*/ 5612155 w 6128435"/>
              <a:gd name="connsiteY71" fmla="*/ 3589869 h 6858000"/>
              <a:gd name="connsiteX72" fmla="*/ 5620843 w 6128435"/>
              <a:gd name="connsiteY72" fmla="*/ 3606745 h 6858000"/>
              <a:gd name="connsiteX73" fmla="*/ 5655472 w 6128435"/>
              <a:gd name="connsiteY73" fmla="*/ 3678877 h 6858000"/>
              <a:gd name="connsiteX74" fmla="*/ 5680448 w 6128435"/>
              <a:gd name="connsiteY74" fmla="*/ 3717760 h 6858000"/>
              <a:gd name="connsiteX75" fmla="*/ 5683015 w 6128435"/>
              <a:gd name="connsiteY75" fmla="*/ 3762025 h 6858000"/>
              <a:gd name="connsiteX76" fmla="*/ 5696643 w 6128435"/>
              <a:gd name="connsiteY76" fmla="*/ 3773888 h 6858000"/>
              <a:gd name="connsiteX77" fmla="*/ 5699203 w 6128435"/>
              <a:gd name="connsiteY77" fmla="*/ 3775823 h 6858000"/>
              <a:gd name="connsiteX78" fmla="*/ 5704824 w 6128435"/>
              <a:gd name="connsiteY78" fmla="*/ 3785966 h 6858000"/>
              <a:gd name="connsiteX79" fmla="*/ 5712204 w 6128435"/>
              <a:gd name="connsiteY79" fmla="*/ 3785830 h 6858000"/>
              <a:gd name="connsiteX80" fmla="*/ 5724816 w 6128435"/>
              <a:gd name="connsiteY80" fmla="*/ 3798949 h 6858000"/>
              <a:gd name="connsiteX81" fmla="*/ 5733539 w 6128435"/>
              <a:gd name="connsiteY81" fmla="*/ 3818457 h 6858000"/>
              <a:gd name="connsiteX82" fmla="*/ 5768491 w 6128435"/>
              <a:gd name="connsiteY82" fmla="*/ 3914399 h 6858000"/>
              <a:gd name="connsiteX83" fmla="*/ 5793123 w 6128435"/>
              <a:gd name="connsiteY83" fmla="*/ 3969952 h 6858000"/>
              <a:gd name="connsiteX84" fmla="*/ 5808321 w 6128435"/>
              <a:gd name="connsiteY84" fmla="*/ 3988153 h 6858000"/>
              <a:gd name="connsiteX85" fmla="*/ 5825621 w 6128435"/>
              <a:gd name="connsiteY85" fmla="*/ 4015525 h 6858000"/>
              <a:gd name="connsiteX86" fmla="*/ 5860672 w 6128435"/>
              <a:gd name="connsiteY86" fmla="*/ 4061579 h 6858000"/>
              <a:gd name="connsiteX87" fmla="*/ 5872173 w 6128435"/>
              <a:gd name="connsiteY87" fmla="*/ 4088497 h 6858000"/>
              <a:gd name="connsiteX88" fmla="*/ 5883705 w 6128435"/>
              <a:gd name="connsiteY88" fmla="*/ 4101899 h 6858000"/>
              <a:gd name="connsiteX89" fmla="*/ 5885314 w 6128435"/>
              <a:gd name="connsiteY89" fmla="*/ 4108387 h 6858000"/>
              <a:gd name="connsiteX90" fmla="*/ 5894095 w 6128435"/>
              <a:gd name="connsiteY90" fmla="*/ 4128857 h 6858000"/>
              <a:gd name="connsiteX91" fmla="*/ 5898339 w 6128435"/>
              <a:gd name="connsiteY91" fmla="*/ 4140800 h 6858000"/>
              <a:gd name="connsiteX92" fmla="*/ 5899734 w 6128435"/>
              <a:gd name="connsiteY92" fmla="*/ 4145632 h 6858000"/>
              <a:gd name="connsiteX93" fmla="*/ 5903513 w 6128435"/>
              <a:gd name="connsiteY93" fmla="*/ 4187661 h 6858000"/>
              <a:gd name="connsiteX94" fmla="*/ 5917114 w 6128435"/>
              <a:gd name="connsiteY94" fmla="*/ 4213096 h 6858000"/>
              <a:gd name="connsiteX95" fmla="*/ 5921153 w 6128435"/>
              <a:gd name="connsiteY95" fmla="*/ 4236222 h 6858000"/>
              <a:gd name="connsiteX96" fmla="*/ 5924233 w 6128435"/>
              <a:gd name="connsiteY96" fmla="*/ 4242060 h 6858000"/>
              <a:gd name="connsiteX97" fmla="*/ 5928910 w 6128435"/>
              <a:gd name="connsiteY97" fmla="*/ 4300973 h 6858000"/>
              <a:gd name="connsiteX98" fmla="*/ 5939320 w 6128435"/>
              <a:gd name="connsiteY98" fmla="*/ 4340435 h 6858000"/>
              <a:gd name="connsiteX99" fmla="*/ 5946705 w 6128435"/>
              <a:gd name="connsiteY99" fmla="*/ 4428051 h 6858000"/>
              <a:gd name="connsiteX100" fmla="*/ 5949261 w 6128435"/>
              <a:gd name="connsiteY100" fmla="*/ 4449185 h 6858000"/>
              <a:gd name="connsiteX101" fmla="*/ 5957504 w 6128435"/>
              <a:gd name="connsiteY101" fmla="*/ 4465911 h 6858000"/>
              <a:gd name="connsiteX102" fmla="*/ 5964689 w 6128435"/>
              <a:gd name="connsiteY102" fmla="*/ 4468532 h 6858000"/>
              <a:gd name="connsiteX103" fmla="*/ 5967062 w 6128435"/>
              <a:gd name="connsiteY103" fmla="*/ 4479923 h 6858000"/>
              <a:gd name="connsiteX104" fmla="*/ 5968960 w 6128435"/>
              <a:gd name="connsiteY104" fmla="*/ 4482655 h 6858000"/>
              <a:gd name="connsiteX105" fmla="*/ 5978567 w 6128435"/>
              <a:gd name="connsiteY105" fmla="*/ 4498605 h 6858000"/>
              <a:gd name="connsiteX106" fmla="*/ 5980106 w 6128435"/>
              <a:gd name="connsiteY106" fmla="*/ 4585087 h 6858000"/>
              <a:gd name="connsiteX107" fmla="*/ 5998138 w 6128435"/>
              <a:gd name="connsiteY107" fmla="*/ 4697518 h 6858000"/>
              <a:gd name="connsiteX108" fmla="*/ 6013516 w 6128435"/>
              <a:gd name="connsiteY108" fmla="*/ 4786619 h 6858000"/>
              <a:gd name="connsiteX109" fmla="*/ 6025404 w 6128435"/>
              <a:gd name="connsiteY109" fmla="*/ 4858148 h 6858000"/>
              <a:gd name="connsiteX110" fmla="*/ 6007749 w 6128435"/>
              <a:gd name="connsiteY110" fmla="*/ 4964715 h 6858000"/>
              <a:gd name="connsiteX111" fmla="*/ 6005269 w 6128435"/>
              <a:gd name="connsiteY111" fmla="*/ 5150567 h 6858000"/>
              <a:gd name="connsiteX112" fmla="*/ 6001127 w 6128435"/>
              <a:gd name="connsiteY112" fmla="*/ 5164609 h 6858000"/>
              <a:gd name="connsiteX113" fmla="*/ 5996647 w 6128435"/>
              <a:gd name="connsiteY113" fmla="*/ 5185640 h 6858000"/>
              <a:gd name="connsiteX114" fmla="*/ 5998514 w 6128435"/>
              <a:gd name="connsiteY114" fmla="*/ 5189673 h 6858000"/>
              <a:gd name="connsiteX115" fmla="*/ 5995970 w 6128435"/>
              <a:gd name="connsiteY115" fmla="*/ 5221547 h 6858000"/>
              <a:gd name="connsiteX116" fmla="*/ 5997218 w 6128435"/>
              <a:gd name="connsiteY116" fmla="*/ 5222031 h 6858000"/>
              <a:gd name="connsiteX117" fmla="*/ 6002116 w 6128435"/>
              <a:gd name="connsiteY117" fmla="*/ 5231223 h 6858000"/>
              <a:gd name="connsiteX118" fmla="*/ 6008541 w 6128435"/>
              <a:gd name="connsiteY118" fmla="*/ 5248680 h 6858000"/>
              <a:gd name="connsiteX119" fmla="*/ 6039260 w 6128435"/>
              <a:gd name="connsiteY119" fmla="*/ 5289518 h 6858000"/>
              <a:gd name="connsiteX120" fmla="*/ 6036748 w 6128435"/>
              <a:gd name="connsiteY120" fmla="*/ 5322752 h 6858000"/>
              <a:gd name="connsiteX121" fmla="*/ 6036943 w 6128435"/>
              <a:gd name="connsiteY121" fmla="*/ 5329480 h 6858000"/>
              <a:gd name="connsiteX122" fmla="*/ 6037236 w 6128435"/>
              <a:gd name="connsiteY122" fmla="*/ 5329634 h 6858000"/>
              <a:gd name="connsiteX123" fmla="*/ 6038019 w 6128435"/>
              <a:gd name="connsiteY123" fmla="*/ 5336764 h 6858000"/>
              <a:gd name="connsiteX124" fmla="*/ 6037298 w 6128435"/>
              <a:gd name="connsiteY124" fmla="*/ 5341753 h 6858000"/>
              <a:gd name="connsiteX125" fmla="*/ 6037677 w 6128435"/>
              <a:gd name="connsiteY125" fmla="*/ 5354807 h 6858000"/>
              <a:gd name="connsiteX126" fmla="*/ 6039728 w 6128435"/>
              <a:gd name="connsiteY126" fmla="*/ 5359416 h 6858000"/>
              <a:gd name="connsiteX127" fmla="*/ 6043311 w 6128435"/>
              <a:gd name="connsiteY127" fmla="*/ 5361407 h 6858000"/>
              <a:gd name="connsiteX128" fmla="*/ 6042954 w 6128435"/>
              <a:gd name="connsiteY128" fmla="*/ 5362576 h 6858000"/>
              <a:gd name="connsiteX129" fmla="*/ 6053435 w 6128435"/>
              <a:gd name="connsiteY129" fmla="*/ 5387547 h 6858000"/>
              <a:gd name="connsiteX130" fmla="*/ 6065933 w 6128435"/>
              <a:gd name="connsiteY130" fmla="*/ 5443002 h 6858000"/>
              <a:gd name="connsiteX131" fmla="*/ 6068640 w 6128435"/>
              <a:gd name="connsiteY131" fmla="*/ 5474503 h 6858000"/>
              <a:gd name="connsiteX132" fmla="*/ 6080922 w 6128435"/>
              <a:gd name="connsiteY132" fmla="*/ 5561070 h 6858000"/>
              <a:gd name="connsiteX133" fmla="*/ 6096949 w 6128435"/>
              <a:gd name="connsiteY133" fmla="*/ 5648179 h 6858000"/>
              <a:gd name="connsiteX134" fmla="*/ 6125703 w 6128435"/>
              <a:gd name="connsiteY134" fmla="*/ 5692894 h 6858000"/>
              <a:gd name="connsiteX135" fmla="*/ 6126670 w 6128435"/>
              <a:gd name="connsiteY135" fmla="*/ 5697882 h 6858000"/>
              <a:gd name="connsiteX136" fmla="*/ 6124061 w 6128435"/>
              <a:gd name="connsiteY136" fmla="*/ 5710294 h 6858000"/>
              <a:gd name="connsiteX137" fmla="*/ 6122213 w 6128435"/>
              <a:gd name="connsiteY137" fmla="*/ 5714762 h 6858000"/>
              <a:gd name="connsiteX138" fmla="*/ 6121353 w 6128435"/>
              <a:gd name="connsiteY138" fmla="*/ 5721725 h 6858000"/>
              <a:gd name="connsiteX139" fmla="*/ 6121607 w 6128435"/>
              <a:gd name="connsiteY139" fmla="*/ 5721959 h 6858000"/>
              <a:gd name="connsiteX140" fmla="*/ 6120262 w 6128435"/>
              <a:gd name="connsiteY140" fmla="*/ 5728358 h 6858000"/>
              <a:gd name="connsiteX141" fmla="*/ 6110194 w 6128435"/>
              <a:gd name="connsiteY141" fmla="*/ 5758853 h 6858000"/>
              <a:gd name="connsiteX142" fmla="*/ 6127519 w 6128435"/>
              <a:gd name="connsiteY142" fmla="*/ 5865775 h 6858000"/>
              <a:gd name="connsiteX143" fmla="*/ 6128435 w 6128435"/>
              <a:gd name="connsiteY143" fmla="*/ 5870164 h 6858000"/>
              <a:gd name="connsiteX144" fmla="*/ 6119217 w 6128435"/>
              <a:gd name="connsiteY144" fmla="*/ 5888542 h 6858000"/>
              <a:gd name="connsiteX145" fmla="*/ 6115966 w 6128435"/>
              <a:gd name="connsiteY145" fmla="*/ 5898387 h 6858000"/>
              <a:gd name="connsiteX146" fmla="*/ 6111924 w 6128435"/>
              <a:gd name="connsiteY146" fmla="*/ 5900444 h 6858000"/>
              <a:gd name="connsiteX147" fmla="*/ 6108716 w 6128435"/>
              <a:gd name="connsiteY147" fmla="*/ 5915345 h 6858000"/>
              <a:gd name="connsiteX148" fmla="*/ 6109524 w 6128435"/>
              <a:gd name="connsiteY148" fmla="*/ 5917328 h 6858000"/>
              <a:gd name="connsiteX149" fmla="*/ 6102493 w 6128435"/>
              <a:gd name="connsiteY149" fmla="*/ 5928602 h 6858000"/>
              <a:gd name="connsiteX150" fmla="*/ 6056863 w 6128435"/>
              <a:gd name="connsiteY150" fmla="*/ 6000643 h 6858000"/>
              <a:gd name="connsiteX151" fmla="*/ 6045436 w 6128435"/>
              <a:gd name="connsiteY151" fmla="*/ 6124480 h 6858000"/>
              <a:gd name="connsiteX152" fmla="*/ 6030489 w 6128435"/>
              <a:gd name="connsiteY152" fmla="*/ 6317666 h 6858000"/>
              <a:gd name="connsiteX153" fmla="*/ 6007492 w 6128435"/>
              <a:gd name="connsiteY153" fmla="*/ 6440818 h 6858000"/>
              <a:gd name="connsiteX154" fmla="*/ 6009467 w 6128435"/>
              <a:gd name="connsiteY154" fmla="*/ 6487076 h 6858000"/>
              <a:gd name="connsiteX155" fmla="*/ 5995064 w 6128435"/>
              <a:gd name="connsiteY155" fmla="*/ 6540791 h 6858000"/>
              <a:gd name="connsiteX156" fmla="*/ 5996309 w 6128435"/>
              <a:gd name="connsiteY156" fmla="*/ 6543961 h 6858000"/>
              <a:gd name="connsiteX157" fmla="*/ 5996048 w 6128435"/>
              <a:gd name="connsiteY157" fmla="*/ 6555444 h 6858000"/>
              <a:gd name="connsiteX158" fmla="*/ 6002524 w 6128435"/>
              <a:gd name="connsiteY158" fmla="*/ 6560188 h 6858000"/>
              <a:gd name="connsiteX159" fmla="*/ 6006823 w 6128435"/>
              <a:gd name="connsiteY159" fmla="*/ 6578546 h 6858000"/>
              <a:gd name="connsiteX160" fmla="*/ 6004510 w 6128435"/>
              <a:gd name="connsiteY160" fmla="*/ 6599256 h 6858000"/>
              <a:gd name="connsiteX161" fmla="*/ 5986207 w 6128435"/>
              <a:gd name="connsiteY161" fmla="*/ 6695855 h 6858000"/>
              <a:gd name="connsiteX162" fmla="*/ 5979428 w 6128435"/>
              <a:gd name="connsiteY162" fmla="*/ 6754678 h 6858000"/>
              <a:gd name="connsiteX163" fmla="*/ 5983398 w 6128435"/>
              <a:gd name="connsiteY163" fmla="*/ 6778641 h 6858000"/>
              <a:gd name="connsiteX164" fmla="*/ 5984543 w 6128435"/>
              <a:gd name="connsiteY164" fmla="*/ 6811016 h 6858000"/>
              <a:gd name="connsiteX165" fmla="*/ 5981802 w 6128435"/>
              <a:gd name="connsiteY165" fmla="*/ 6838578 h 6858000"/>
              <a:gd name="connsiteX166" fmla="*/ 5979671 w 6128435"/>
              <a:gd name="connsiteY166" fmla="*/ 6858000 h 6858000"/>
              <a:gd name="connsiteX167" fmla="*/ 0 w 6128435"/>
              <a:gd name="connsiteY167" fmla="*/ 6858000 h 6858000"/>
              <a:gd name="connsiteX168" fmla="*/ 0 w 6128435"/>
              <a:gd name="connsiteY168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201957 w 6128435"/>
              <a:gd name="connsiteY12" fmla="*/ 736835 h 6858000"/>
              <a:gd name="connsiteX13" fmla="*/ 5189051 w 6128435"/>
              <a:gd name="connsiteY13" fmla="*/ 782518 h 6858000"/>
              <a:gd name="connsiteX14" fmla="*/ 5210428 w 6128435"/>
              <a:gd name="connsiteY14" fmla="*/ 815772 h 6858000"/>
              <a:gd name="connsiteX15" fmla="*/ 5221088 w 6128435"/>
              <a:gd name="connsiteY15" fmla="*/ 860193 h 6858000"/>
              <a:gd name="connsiteX16" fmla="*/ 5227653 w 6128435"/>
              <a:gd name="connsiteY16" fmla="*/ 886709 h 6858000"/>
              <a:gd name="connsiteX17" fmla="*/ 5230806 w 6128435"/>
              <a:gd name="connsiteY17" fmla="*/ 961354 h 6858000"/>
              <a:gd name="connsiteX18" fmla="*/ 5201018 w 6128435"/>
              <a:gd name="connsiteY18" fmla="*/ 1095027 h 6858000"/>
              <a:gd name="connsiteX19" fmla="*/ 5202153 w 6128435"/>
              <a:gd name="connsiteY19" fmla="*/ 1133224 h 6858000"/>
              <a:gd name="connsiteX20" fmla="*/ 5207370 w 6128435"/>
              <a:gd name="connsiteY20" fmla="*/ 1138097 h 6858000"/>
              <a:gd name="connsiteX21" fmla="*/ 5189234 w 6128435"/>
              <a:gd name="connsiteY21" fmla="*/ 1193495 h 6858000"/>
              <a:gd name="connsiteX22" fmla="*/ 5202769 w 6128435"/>
              <a:gd name="connsiteY22" fmla="*/ 1269450 h 6858000"/>
              <a:gd name="connsiteX23" fmla="*/ 5225968 w 6128435"/>
              <a:gd name="connsiteY23" fmla="*/ 1357994 h 6858000"/>
              <a:gd name="connsiteX24" fmla="*/ 5233819 w 6128435"/>
              <a:gd name="connsiteY24" fmla="*/ 1380922 h 6858000"/>
              <a:gd name="connsiteX25" fmla="*/ 5237226 w 6128435"/>
              <a:gd name="connsiteY25" fmla="*/ 1441327 h 6858000"/>
              <a:gd name="connsiteX26" fmla="*/ 5244434 w 6128435"/>
              <a:gd name="connsiteY26" fmla="*/ 1580810 h 6858000"/>
              <a:gd name="connsiteX27" fmla="*/ 5251453 w 6128435"/>
              <a:gd name="connsiteY27" fmla="*/ 1583934 h 6858000"/>
              <a:gd name="connsiteX28" fmla="*/ 5253136 w 6128435"/>
              <a:gd name="connsiteY28" fmla="*/ 1595457 h 6858000"/>
              <a:gd name="connsiteX29" fmla="*/ 5254863 w 6128435"/>
              <a:gd name="connsiteY29" fmla="*/ 1598311 h 6858000"/>
              <a:gd name="connsiteX30" fmla="*/ 5263491 w 6128435"/>
              <a:gd name="connsiteY30" fmla="*/ 1642938 h 6858000"/>
              <a:gd name="connsiteX31" fmla="*/ 5261314 w 6128435"/>
              <a:gd name="connsiteY31" fmla="*/ 1689177 h 6858000"/>
              <a:gd name="connsiteX32" fmla="*/ 5259788 w 6128435"/>
              <a:gd name="connsiteY32" fmla="*/ 1768516 h 6858000"/>
              <a:gd name="connsiteX33" fmla="*/ 5255696 w 6128435"/>
              <a:gd name="connsiteY33" fmla="*/ 1953770 h 6858000"/>
              <a:gd name="connsiteX34" fmla="*/ 5252592 w 6128435"/>
              <a:gd name="connsiteY34" fmla="*/ 2092210 h 6858000"/>
              <a:gd name="connsiteX35" fmla="*/ 5264303 w 6128435"/>
              <a:gd name="connsiteY35" fmla="*/ 2225157 h 6858000"/>
              <a:gd name="connsiteX36" fmla="*/ 5254949 w 6128435"/>
              <a:gd name="connsiteY36" fmla="*/ 2236160 h 6858000"/>
              <a:gd name="connsiteX37" fmla="*/ 5250104 w 6128435"/>
              <a:gd name="connsiteY37" fmla="*/ 2249166 h 6858000"/>
              <a:gd name="connsiteX38" fmla="*/ 5251214 w 6128435"/>
              <a:gd name="connsiteY38" fmla="*/ 2250944 h 6858000"/>
              <a:gd name="connsiteX39" fmla="*/ 5250644 w 6128435"/>
              <a:gd name="connsiteY39" fmla="*/ 2266619 h 6858000"/>
              <a:gd name="connsiteX40" fmla="*/ 5247111 w 6128435"/>
              <a:gd name="connsiteY40" fmla="*/ 2269679 h 6858000"/>
              <a:gd name="connsiteX41" fmla="*/ 5279312 w 6128435"/>
              <a:gd name="connsiteY41" fmla="*/ 2302757 h 6858000"/>
              <a:gd name="connsiteX42" fmla="*/ 5293877 w 6128435"/>
              <a:gd name="connsiteY42" fmla="*/ 2368649 h 6858000"/>
              <a:gd name="connsiteX43" fmla="*/ 5311338 w 6128435"/>
              <a:gd name="connsiteY43" fmla="*/ 2404034 h 6858000"/>
              <a:gd name="connsiteX44" fmla="*/ 5338366 w 6128435"/>
              <a:gd name="connsiteY44" fmla="*/ 2465052 h 6858000"/>
              <a:gd name="connsiteX45" fmla="*/ 5371263 w 6128435"/>
              <a:gd name="connsiteY45" fmla="*/ 2586413 h 6858000"/>
              <a:gd name="connsiteX46" fmla="*/ 5407503 w 6128435"/>
              <a:gd name="connsiteY46" fmla="*/ 2786290 h 6858000"/>
              <a:gd name="connsiteX47" fmla="*/ 5407356 w 6128435"/>
              <a:gd name="connsiteY47" fmla="*/ 2787545 h 6858000"/>
              <a:gd name="connsiteX48" fmla="*/ 5411130 w 6128435"/>
              <a:gd name="connsiteY48" fmla="*/ 2788640 h 6858000"/>
              <a:gd name="connsiteX49" fmla="*/ 5416439 w 6128435"/>
              <a:gd name="connsiteY49" fmla="*/ 2805666 h 6858000"/>
              <a:gd name="connsiteX50" fmla="*/ 5416589 w 6128435"/>
              <a:gd name="connsiteY50" fmla="*/ 2810822 h 6858000"/>
              <a:gd name="connsiteX51" fmla="*/ 5418542 w 6128435"/>
              <a:gd name="connsiteY51" fmla="*/ 2817745 h 6858000"/>
              <a:gd name="connsiteX52" fmla="*/ 5418847 w 6128435"/>
              <a:gd name="connsiteY52" fmla="*/ 2817825 h 6858000"/>
              <a:gd name="connsiteX53" fmla="*/ 5457023 w 6128435"/>
              <a:gd name="connsiteY53" fmla="*/ 2858292 h 6858000"/>
              <a:gd name="connsiteX54" fmla="*/ 5479298 w 6128435"/>
              <a:gd name="connsiteY54" fmla="*/ 2947791 h 6858000"/>
              <a:gd name="connsiteX55" fmla="*/ 5481770 w 6128435"/>
              <a:gd name="connsiteY55" fmla="*/ 2951352 h 6858000"/>
              <a:gd name="connsiteX56" fmla="*/ 5482045 w 6128435"/>
              <a:gd name="connsiteY56" fmla="*/ 2984371 h 6858000"/>
              <a:gd name="connsiteX57" fmla="*/ 5482415 w 6128435"/>
              <a:gd name="connsiteY57" fmla="*/ 3004079 h 6858000"/>
              <a:gd name="connsiteX58" fmla="*/ 5483865 w 6128435"/>
              <a:gd name="connsiteY58" fmla="*/ 3005467 h 6858000"/>
              <a:gd name="connsiteX59" fmla="*/ 5482236 w 6128435"/>
              <a:gd name="connsiteY59" fmla="*/ 3019791 h 6858000"/>
              <a:gd name="connsiteX60" fmla="*/ 5481505 w 6128435"/>
              <a:gd name="connsiteY60" fmla="*/ 3095286 h 6858000"/>
              <a:gd name="connsiteX61" fmla="*/ 5477595 w 6128435"/>
              <a:gd name="connsiteY61" fmla="*/ 3250534 h 6858000"/>
              <a:gd name="connsiteX62" fmla="*/ 5532836 w 6128435"/>
              <a:gd name="connsiteY62" fmla="*/ 3353840 h 6858000"/>
              <a:gd name="connsiteX63" fmla="*/ 5561229 w 6128435"/>
              <a:gd name="connsiteY63" fmla="*/ 3395784 h 6858000"/>
              <a:gd name="connsiteX64" fmla="*/ 5589758 w 6128435"/>
              <a:gd name="connsiteY64" fmla="*/ 3506453 h 6858000"/>
              <a:gd name="connsiteX65" fmla="*/ 5596144 w 6128435"/>
              <a:gd name="connsiteY65" fmla="*/ 3534624 h 6858000"/>
              <a:gd name="connsiteX66" fmla="*/ 5597750 w 6128435"/>
              <a:gd name="connsiteY66" fmla="*/ 3534129 h 6858000"/>
              <a:gd name="connsiteX67" fmla="*/ 5599700 w 6128435"/>
              <a:gd name="connsiteY67" fmla="*/ 3547221 h 6858000"/>
              <a:gd name="connsiteX68" fmla="*/ 5615031 w 6128435"/>
              <a:gd name="connsiteY68" fmla="*/ 3557482 h 6858000"/>
              <a:gd name="connsiteX69" fmla="*/ 5618377 w 6128435"/>
              <a:gd name="connsiteY69" fmla="*/ 3588431 h 6858000"/>
              <a:gd name="connsiteX70" fmla="*/ 5612155 w 6128435"/>
              <a:gd name="connsiteY70" fmla="*/ 3589869 h 6858000"/>
              <a:gd name="connsiteX71" fmla="*/ 5620843 w 6128435"/>
              <a:gd name="connsiteY71" fmla="*/ 3606745 h 6858000"/>
              <a:gd name="connsiteX72" fmla="*/ 5655472 w 6128435"/>
              <a:gd name="connsiteY72" fmla="*/ 3678877 h 6858000"/>
              <a:gd name="connsiteX73" fmla="*/ 5680448 w 6128435"/>
              <a:gd name="connsiteY73" fmla="*/ 3717760 h 6858000"/>
              <a:gd name="connsiteX74" fmla="*/ 5683015 w 6128435"/>
              <a:gd name="connsiteY74" fmla="*/ 3762025 h 6858000"/>
              <a:gd name="connsiteX75" fmla="*/ 5696643 w 6128435"/>
              <a:gd name="connsiteY75" fmla="*/ 3773888 h 6858000"/>
              <a:gd name="connsiteX76" fmla="*/ 5699203 w 6128435"/>
              <a:gd name="connsiteY76" fmla="*/ 3775823 h 6858000"/>
              <a:gd name="connsiteX77" fmla="*/ 5704824 w 6128435"/>
              <a:gd name="connsiteY77" fmla="*/ 3785966 h 6858000"/>
              <a:gd name="connsiteX78" fmla="*/ 5712204 w 6128435"/>
              <a:gd name="connsiteY78" fmla="*/ 3785830 h 6858000"/>
              <a:gd name="connsiteX79" fmla="*/ 5724816 w 6128435"/>
              <a:gd name="connsiteY79" fmla="*/ 3798949 h 6858000"/>
              <a:gd name="connsiteX80" fmla="*/ 5733539 w 6128435"/>
              <a:gd name="connsiteY80" fmla="*/ 3818457 h 6858000"/>
              <a:gd name="connsiteX81" fmla="*/ 5768491 w 6128435"/>
              <a:gd name="connsiteY81" fmla="*/ 3914399 h 6858000"/>
              <a:gd name="connsiteX82" fmla="*/ 5793123 w 6128435"/>
              <a:gd name="connsiteY82" fmla="*/ 3969952 h 6858000"/>
              <a:gd name="connsiteX83" fmla="*/ 5808321 w 6128435"/>
              <a:gd name="connsiteY83" fmla="*/ 3988153 h 6858000"/>
              <a:gd name="connsiteX84" fmla="*/ 5825621 w 6128435"/>
              <a:gd name="connsiteY84" fmla="*/ 4015525 h 6858000"/>
              <a:gd name="connsiteX85" fmla="*/ 5860672 w 6128435"/>
              <a:gd name="connsiteY85" fmla="*/ 4061579 h 6858000"/>
              <a:gd name="connsiteX86" fmla="*/ 5872173 w 6128435"/>
              <a:gd name="connsiteY86" fmla="*/ 4088497 h 6858000"/>
              <a:gd name="connsiteX87" fmla="*/ 5883705 w 6128435"/>
              <a:gd name="connsiteY87" fmla="*/ 4101899 h 6858000"/>
              <a:gd name="connsiteX88" fmla="*/ 5885314 w 6128435"/>
              <a:gd name="connsiteY88" fmla="*/ 4108387 h 6858000"/>
              <a:gd name="connsiteX89" fmla="*/ 5894095 w 6128435"/>
              <a:gd name="connsiteY89" fmla="*/ 4128857 h 6858000"/>
              <a:gd name="connsiteX90" fmla="*/ 5898339 w 6128435"/>
              <a:gd name="connsiteY90" fmla="*/ 4140800 h 6858000"/>
              <a:gd name="connsiteX91" fmla="*/ 5899734 w 6128435"/>
              <a:gd name="connsiteY91" fmla="*/ 4145632 h 6858000"/>
              <a:gd name="connsiteX92" fmla="*/ 5903513 w 6128435"/>
              <a:gd name="connsiteY92" fmla="*/ 4187661 h 6858000"/>
              <a:gd name="connsiteX93" fmla="*/ 5917114 w 6128435"/>
              <a:gd name="connsiteY93" fmla="*/ 4213096 h 6858000"/>
              <a:gd name="connsiteX94" fmla="*/ 5921153 w 6128435"/>
              <a:gd name="connsiteY94" fmla="*/ 4236222 h 6858000"/>
              <a:gd name="connsiteX95" fmla="*/ 5924233 w 6128435"/>
              <a:gd name="connsiteY95" fmla="*/ 4242060 h 6858000"/>
              <a:gd name="connsiteX96" fmla="*/ 5928910 w 6128435"/>
              <a:gd name="connsiteY96" fmla="*/ 4300973 h 6858000"/>
              <a:gd name="connsiteX97" fmla="*/ 5939320 w 6128435"/>
              <a:gd name="connsiteY97" fmla="*/ 4340435 h 6858000"/>
              <a:gd name="connsiteX98" fmla="*/ 5946705 w 6128435"/>
              <a:gd name="connsiteY98" fmla="*/ 4428051 h 6858000"/>
              <a:gd name="connsiteX99" fmla="*/ 5949261 w 6128435"/>
              <a:gd name="connsiteY99" fmla="*/ 4449185 h 6858000"/>
              <a:gd name="connsiteX100" fmla="*/ 5957504 w 6128435"/>
              <a:gd name="connsiteY100" fmla="*/ 4465911 h 6858000"/>
              <a:gd name="connsiteX101" fmla="*/ 5964689 w 6128435"/>
              <a:gd name="connsiteY101" fmla="*/ 4468532 h 6858000"/>
              <a:gd name="connsiteX102" fmla="*/ 5967062 w 6128435"/>
              <a:gd name="connsiteY102" fmla="*/ 4479923 h 6858000"/>
              <a:gd name="connsiteX103" fmla="*/ 5968960 w 6128435"/>
              <a:gd name="connsiteY103" fmla="*/ 4482655 h 6858000"/>
              <a:gd name="connsiteX104" fmla="*/ 5978567 w 6128435"/>
              <a:gd name="connsiteY104" fmla="*/ 4498605 h 6858000"/>
              <a:gd name="connsiteX105" fmla="*/ 5980106 w 6128435"/>
              <a:gd name="connsiteY105" fmla="*/ 4585087 h 6858000"/>
              <a:gd name="connsiteX106" fmla="*/ 5998138 w 6128435"/>
              <a:gd name="connsiteY106" fmla="*/ 4697518 h 6858000"/>
              <a:gd name="connsiteX107" fmla="*/ 6013516 w 6128435"/>
              <a:gd name="connsiteY107" fmla="*/ 4786619 h 6858000"/>
              <a:gd name="connsiteX108" fmla="*/ 6025404 w 6128435"/>
              <a:gd name="connsiteY108" fmla="*/ 4858148 h 6858000"/>
              <a:gd name="connsiteX109" fmla="*/ 6007749 w 6128435"/>
              <a:gd name="connsiteY109" fmla="*/ 4964715 h 6858000"/>
              <a:gd name="connsiteX110" fmla="*/ 6005269 w 6128435"/>
              <a:gd name="connsiteY110" fmla="*/ 5150567 h 6858000"/>
              <a:gd name="connsiteX111" fmla="*/ 6001127 w 6128435"/>
              <a:gd name="connsiteY111" fmla="*/ 5164609 h 6858000"/>
              <a:gd name="connsiteX112" fmla="*/ 5996647 w 6128435"/>
              <a:gd name="connsiteY112" fmla="*/ 5185640 h 6858000"/>
              <a:gd name="connsiteX113" fmla="*/ 5998514 w 6128435"/>
              <a:gd name="connsiteY113" fmla="*/ 5189673 h 6858000"/>
              <a:gd name="connsiteX114" fmla="*/ 5995970 w 6128435"/>
              <a:gd name="connsiteY114" fmla="*/ 5221547 h 6858000"/>
              <a:gd name="connsiteX115" fmla="*/ 5997218 w 6128435"/>
              <a:gd name="connsiteY115" fmla="*/ 5222031 h 6858000"/>
              <a:gd name="connsiteX116" fmla="*/ 6002116 w 6128435"/>
              <a:gd name="connsiteY116" fmla="*/ 5231223 h 6858000"/>
              <a:gd name="connsiteX117" fmla="*/ 6008541 w 6128435"/>
              <a:gd name="connsiteY117" fmla="*/ 5248680 h 6858000"/>
              <a:gd name="connsiteX118" fmla="*/ 6039260 w 6128435"/>
              <a:gd name="connsiteY118" fmla="*/ 5289518 h 6858000"/>
              <a:gd name="connsiteX119" fmla="*/ 6036748 w 6128435"/>
              <a:gd name="connsiteY119" fmla="*/ 5322752 h 6858000"/>
              <a:gd name="connsiteX120" fmla="*/ 6036943 w 6128435"/>
              <a:gd name="connsiteY120" fmla="*/ 5329480 h 6858000"/>
              <a:gd name="connsiteX121" fmla="*/ 6037236 w 6128435"/>
              <a:gd name="connsiteY121" fmla="*/ 5329634 h 6858000"/>
              <a:gd name="connsiteX122" fmla="*/ 6038019 w 6128435"/>
              <a:gd name="connsiteY122" fmla="*/ 5336764 h 6858000"/>
              <a:gd name="connsiteX123" fmla="*/ 6037298 w 6128435"/>
              <a:gd name="connsiteY123" fmla="*/ 5341753 h 6858000"/>
              <a:gd name="connsiteX124" fmla="*/ 6037677 w 6128435"/>
              <a:gd name="connsiteY124" fmla="*/ 5354807 h 6858000"/>
              <a:gd name="connsiteX125" fmla="*/ 6039728 w 6128435"/>
              <a:gd name="connsiteY125" fmla="*/ 5359416 h 6858000"/>
              <a:gd name="connsiteX126" fmla="*/ 6043311 w 6128435"/>
              <a:gd name="connsiteY126" fmla="*/ 5361407 h 6858000"/>
              <a:gd name="connsiteX127" fmla="*/ 6042954 w 6128435"/>
              <a:gd name="connsiteY127" fmla="*/ 5362576 h 6858000"/>
              <a:gd name="connsiteX128" fmla="*/ 6053435 w 6128435"/>
              <a:gd name="connsiteY128" fmla="*/ 5387547 h 6858000"/>
              <a:gd name="connsiteX129" fmla="*/ 6065933 w 6128435"/>
              <a:gd name="connsiteY129" fmla="*/ 5443002 h 6858000"/>
              <a:gd name="connsiteX130" fmla="*/ 6068640 w 6128435"/>
              <a:gd name="connsiteY130" fmla="*/ 5474503 h 6858000"/>
              <a:gd name="connsiteX131" fmla="*/ 6080922 w 6128435"/>
              <a:gd name="connsiteY131" fmla="*/ 5561070 h 6858000"/>
              <a:gd name="connsiteX132" fmla="*/ 6096949 w 6128435"/>
              <a:gd name="connsiteY132" fmla="*/ 5648179 h 6858000"/>
              <a:gd name="connsiteX133" fmla="*/ 6125703 w 6128435"/>
              <a:gd name="connsiteY133" fmla="*/ 5692894 h 6858000"/>
              <a:gd name="connsiteX134" fmla="*/ 6126670 w 6128435"/>
              <a:gd name="connsiteY134" fmla="*/ 5697882 h 6858000"/>
              <a:gd name="connsiteX135" fmla="*/ 6124061 w 6128435"/>
              <a:gd name="connsiteY135" fmla="*/ 5710294 h 6858000"/>
              <a:gd name="connsiteX136" fmla="*/ 6122213 w 6128435"/>
              <a:gd name="connsiteY136" fmla="*/ 5714762 h 6858000"/>
              <a:gd name="connsiteX137" fmla="*/ 6121353 w 6128435"/>
              <a:gd name="connsiteY137" fmla="*/ 5721725 h 6858000"/>
              <a:gd name="connsiteX138" fmla="*/ 6121607 w 6128435"/>
              <a:gd name="connsiteY138" fmla="*/ 5721959 h 6858000"/>
              <a:gd name="connsiteX139" fmla="*/ 6120262 w 6128435"/>
              <a:gd name="connsiteY139" fmla="*/ 5728358 h 6858000"/>
              <a:gd name="connsiteX140" fmla="*/ 6110194 w 6128435"/>
              <a:gd name="connsiteY140" fmla="*/ 5758853 h 6858000"/>
              <a:gd name="connsiteX141" fmla="*/ 6127519 w 6128435"/>
              <a:gd name="connsiteY141" fmla="*/ 5865775 h 6858000"/>
              <a:gd name="connsiteX142" fmla="*/ 6128435 w 6128435"/>
              <a:gd name="connsiteY142" fmla="*/ 5870164 h 6858000"/>
              <a:gd name="connsiteX143" fmla="*/ 6119217 w 6128435"/>
              <a:gd name="connsiteY143" fmla="*/ 5888542 h 6858000"/>
              <a:gd name="connsiteX144" fmla="*/ 6115966 w 6128435"/>
              <a:gd name="connsiteY144" fmla="*/ 5898387 h 6858000"/>
              <a:gd name="connsiteX145" fmla="*/ 6111924 w 6128435"/>
              <a:gd name="connsiteY145" fmla="*/ 5900444 h 6858000"/>
              <a:gd name="connsiteX146" fmla="*/ 6108716 w 6128435"/>
              <a:gd name="connsiteY146" fmla="*/ 5915345 h 6858000"/>
              <a:gd name="connsiteX147" fmla="*/ 6109524 w 6128435"/>
              <a:gd name="connsiteY147" fmla="*/ 5917328 h 6858000"/>
              <a:gd name="connsiteX148" fmla="*/ 6102493 w 6128435"/>
              <a:gd name="connsiteY148" fmla="*/ 5928602 h 6858000"/>
              <a:gd name="connsiteX149" fmla="*/ 6056863 w 6128435"/>
              <a:gd name="connsiteY149" fmla="*/ 6000643 h 6858000"/>
              <a:gd name="connsiteX150" fmla="*/ 6045436 w 6128435"/>
              <a:gd name="connsiteY150" fmla="*/ 6124480 h 6858000"/>
              <a:gd name="connsiteX151" fmla="*/ 6030489 w 6128435"/>
              <a:gd name="connsiteY151" fmla="*/ 6317666 h 6858000"/>
              <a:gd name="connsiteX152" fmla="*/ 6007492 w 6128435"/>
              <a:gd name="connsiteY152" fmla="*/ 6440818 h 6858000"/>
              <a:gd name="connsiteX153" fmla="*/ 6009467 w 6128435"/>
              <a:gd name="connsiteY153" fmla="*/ 6487076 h 6858000"/>
              <a:gd name="connsiteX154" fmla="*/ 5995064 w 6128435"/>
              <a:gd name="connsiteY154" fmla="*/ 6540791 h 6858000"/>
              <a:gd name="connsiteX155" fmla="*/ 5996309 w 6128435"/>
              <a:gd name="connsiteY155" fmla="*/ 6543961 h 6858000"/>
              <a:gd name="connsiteX156" fmla="*/ 5996048 w 6128435"/>
              <a:gd name="connsiteY156" fmla="*/ 6555444 h 6858000"/>
              <a:gd name="connsiteX157" fmla="*/ 6002524 w 6128435"/>
              <a:gd name="connsiteY157" fmla="*/ 6560188 h 6858000"/>
              <a:gd name="connsiteX158" fmla="*/ 6006823 w 6128435"/>
              <a:gd name="connsiteY158" fmla="*/ 6578546 h 6858000"/>
              <a:gd name="connsiteX159" fmla="*/ 6004510 w 6128435"/>
              <a:gd name="connsiteY159" fmla="*/ 6599256 h 6858000"/>
              <a:gd name="connsiteX160" fmla="*/ 5986207 w 6128435"/>
              <a:gd name="connsiteY160" fmla="*/ 6695855 h 6858000"/>
              <a:gd name="connsiteX161" fmla="*/ 5979428 w 6128435"/>
              <a:gd name="connsiteY161" fmla="*/ 6754678 h 6858000"/>
              <a:gd name="connsiteX162" fmla="*/ 5983398 w 6128435"/>
              <a:gd name="connsiteY162" fmla="*/ 6778641 h 6858000"/>
              <a:gd name="connsiteX163" fmla="*/ 5984543 w 6128435"/>
              <a:gd name="connsiteY163" fmla="*/ 6811016 h 6858000"/>
              <a:gd name="connsiteX164" fmla="*/ 5981802 w 6128435"/>
              <a:gd name="connsiteY164" fmla="*/ 6838578 h 6858000"/>
              <a:gd name="connsiteX165" fmla="*/ 5979671 w 6128435"/>
              <a:gd name="connsiteY165" fmla="*/ 6858000 h 6858000"/>
              <a:gd name="connsiteX166" fmla="*/ 0 w 6128435"/>
              <a:gd name="connsiteY166" fmla="*/ 6858000 h 6858000"/>
              <a:gd name="connsiteX167" fmla="*/ 0 w 6128435"/>
              <a:gd name="connsiteY16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27653 w 6128435"/>
              <a:gd name="connsiteY15" fmla="*/ 886709 h 6858000"/>
              <a:gd name="connsiteX16" fmla="*/ 5230806 w 6128435"/>
              <a:gd name="connsiteY16" fmla="*/ 961354 h 6858000"/>
              <a:gd name="connsiteX17" fmla="*/ 5201018 w 6128435"/>
              <a:gd name="connsiteY17" fmla="*/ 1095027 h 6858000"/>
              <a:gd name="connsiteX18" fmla="*/ 5202153 w 6128435"/>
              <a:gd name="connsiteY18" fmla="*/ 1133224 h 6858000"/>
              <a:gd name="connsiteX19" fmla="*/ 5207370 w 6128435"/>
              <a:gd name="connsiteY19" fmla="*/ 1138097 h 6858000"/>
              <a:gd name="connsiteX20" fmla="*/ 5189234 w 6128435"/>
              <a:gd name="connsiteY20" fmla="*/ 1193495 h 6858000"/>
              <a:gd name="connsiteX21" fmla="*/ 5202769 w 6128435"/>
              <a:gd name="connsiteY21" fmla="*/ 1269450 h 6858000"/>
              <a:gd name="connsiteX22" fmla="*/ 5225968 w 6128435"/>
              <a:gd name="connsiteY22" fmla="*/ 1357994 h 6858000"/>
              <a:gd name="connsiteX23" fmla="*/ 5233819 w 6128435"/>
              <a:gd name="connsiteY23" fmla="*/ 1380922 h 6858000"/>
              <a:gd name="connsiteX24" fmla="*/ 5237226 w 6128435"/>
              <a:gd name="connsiteY24" fmla="*/ 1441327 h 6858000"/>
              <a:gd name="connsiteX25" fmla="*/ 5244434 w 6128435"/>
              <a:gd name="connsiteY25" fmla="*/ 1580810 h 6858000"/>
              <a:gd name="connsiteX26" fmla="*/ 5251453 w 6128435"/>
              <a:gd name="connsiteY26" fmla="*/ 1583934 h 6858000"/>
              <a:gd name="connsiteX27" fmla="*/ 5253136 w 6128435"/>
              <a:gd name="connsiteY27" fmla="*/ 1595457 h 6858000"/>
              <a:gd name="connsiteX28" fmla="*/ 5254863 w 6128435"/>
              <a:gd name="connsiteY28" fmla="*/ 1598311 h 6858000"/>
              <a:gd name="connsiteX29" fmla="*/ 5263491 w 6128435"/>
              <a:gd name="connsiteY29" fmla="*/ 1642938 h 6858000"/>
              <a:gd name="connsiteX30" fmla="*/ 5261314 w 6128435"/>
              <a:gd name="connsiteY30" fmla="*/ 1689177 h 6858000"/>
              <a:gd name="connsiteX31" fmla="*/ 5259788 w 6128435"/>
              <a:gd name="connsiteY31" fmla="*/ 1768516 h 6858000"/>
              <a:gd name="connsiteX32" fmla="*/ 5255696 w 6128435"/>
              <a:gd name="connsiteY32" fmla="*/ 1953770 h 6858000"/>
              <a:gd name="connsiteX33" fmla="*/ 5252592 w 6128435"/>
              <a:gd name="connsiteY33" fmla="*/ 2092210 h 6858000"/>
              <a:gd name="connsiteX34" fmla="*/ 5264303 w 6128435"/>
              <a:gd name="connsiteY34" fmla="*/ 2225157 h 6858000"/>
              <a:gd name="connsiteX35" fmla="*/ 5254949 w 6128435"/>
              <a:gd name="connsiteY35" fmla="*/ 2236160 h 6858000"/>
              <a:gd name="connsiteX36" fmla="*/ 5250104 w 6128435"/>
              <a:gd name="connsiteY36" fmla="*/ 2249166 h 6858000"/>
              <a:gd name="connsiteX37" fmla="*/ 5251214 w 6128435"/>
              <a:gd name="connsiteY37" fmla="*/ 2250944 h 6858000"/>
              <a:gd name="connsiteX38" fmla="*/ 5250644 w 6128435"/>
              <a:gd name="connsiteY38" fmla="*/ 2266619 h 6858000"/>
              <a:gd name="connsiteX39" fmla="*/ 5247111 w 6128435"/>
              <a:gd name="connsiteY39" fmla="*/ 2269679 h 6858000"/>
              <a:gd name="connsiteX40" fmla="*/ 5279312 w 6128435"/>
              <a:gd name="connsiteY40" fmla="*/ 2302757 h 6858000"/>
              <a:gd name="connsiteX41" fmla="*/ 5293877 w 6128435"/>
              <a:gd name="connsiteY41" fmla="*/ 2368649 h 6858000"/>
              <a:gd name="connsiteX42" fmla="*/ 5311338 w 6128435"/>
              <a:gd name="connsiteY42" fmla="*/ 2404034 h 6858000"/>
              <a:gd name="connsiteX43" fmla="*/ 5338366 w 6128435"/>
              <a:gd name="connsiteY43" fmla="*/ 2465052 h 6858000"/>
              <a:gd name="connsiteX44" fmla="*/ 5371263 w 6128435"/>
              <a:gd name="connsiteY44" fmla="*/ 2586413 h 6858000"/>
              <a:gd name="connsiteX45" fmla="*/ 5407503 w 6128435"/>
              <a:gd name="connsiteY45" fmla="*/ 2786290 h 6858000"/>
              <a:gd name="connsiteX46" fmla="*/ 5407356 w 6128435"/>
              <a:gd name="connsiteY46" fmla="*/ 2787545 h 6858000"/>
              <a:gd name="connsiteX47" fmla="*/ 5411130 w 6128435"/>
              <a:gd name="connsiteY47" fmla="*/ 2788640 h 6858000"/>
              <a:gd name="connsiteX48" fmla="*/ 5416439 w 6128435"/>
              <a:gd name="connsiteY48" fmla="*/ 2805666 h 6858000"/>
              <a:gd name="connsiteX49" fmla="*/ 5416589 w 6128435"/>
              <a:gd name="connsiteY49" fmla="*/ 2810822 h 6858000"/>
              <a:gd name="connsiteX50" fmla="*/ 5418542 w 6128435"/>
              <a:gd name="connsiteY50" fmla="*/ 2817745 h 6858000"/>
              <a:gd name="connsiteX51" fmla="*/ 5418847 w 6128435"/>
              <a:gd name="connsiteY51" fmla="*/ 2817825 h 6858000"/>
              <a:gd name="connsiteX52" fmla="*/ 5457023 w 6128435"/>
              <a:gd name="connsiteY52" fmla="*/ 2858292 h 6858000"/>
              <a:gd name="connsiteX53" fmla="*/ 5479298 w 6128435"/>
              <a:gd name="connsiteY53" fmla="*/ 2947791 h 6858000"/>
              <a:gd name="connsiteX54" fmla="*/ 5481770 w 6128435"/>
              <a:gd name="connsiteY54" fmla="*/ 2951352 h 6858000"/>
              <a:gd name="connsiteX55" fmla="*/ 5482045 w 6128435"/>
              <a:gd name="connsiteY55" fmla="*/ 2984371 h 6858000"/>
              <a:gd name="connsiteX56" fmla="*/ 5482415 w 6128435"/>
              <a:gd name="connsiteY56" fmla="*/ 3004079 h 6858000"/>
              <a:gd name="connsiteX57" fmla="*/ 5483865 w 6128435"/>
              <a:gd name="connsiteY57" fmla="*/ 3005467 h 6858000"/>
              <a:gd name="connsiteX58" fmla="*/ 5482236 w 6128435"/>
              <a:gd name="connsiteY58" fmla="*/ 3019791 h 6858000"/>
              <a:gd name="connsiteX59" fmla="*/ 5481505 w 6128435"/>
              <a:gd name="connsiteY59" fmla="*/ 3095286 h 6858000"/>
              <a:gd name="connsiteX60" fmla="*/ 5477595 w 6128435"/>
              <a:gd name="connsiteY60" fmla="*/ 3250534 h 6858000"/>
              <a:gd name="connsiteX61" fmla="*/ 5532836 w 6128435"/>
              <a:gd name="connsiteY61" fmla="*/ 3353840 h 6858000"/>
              <a:gd name="connsiteX62" fmla="*/ 5561229 w 6128435"/>
              <a:gd name="connsiteY62" fmla="*/ 3395784 h 6858000"/>
              <a:gd name="connsiteX63" fmla="*/ 5589758 w 6128435"/>
              <a:gd name="connsiteY63" fmla="*/ 3506453 h 6858000"/>
              <a:gd name="connsiteX64" fmla="*/ 5596144 w 6128435"/>
              <a:gd name="connsiteY64" fmla="*/ 3534624 h 6858000"/>
              <a:gd name="connsiteX65" fmla="*/ 5597750 w 6128435"/>
              <a:gd name="connsiteY65" fmla="*/ 3534129 h 6858000"/>
              <a:gd name="connsiteX66" fmla="*/ 5599700 w 6128435"/>
              <a:gd name="connsiteY66" fmla="*/ 3547221 h 6858000"/>
              <a:gd name="connsiteX67" fmla="*/ 5615031 w 6128435"/>
              <a:gd name="connsiteY67" fmla="*/ 3557482 h 6858000"/>
              <a:gd name="connsiteX68" fmla="*/ 5618377 w 6128435"/>
              <a:gd name="connsiteY68" fmla="*/ 3588431 h 6858000"/>
              <a:gd name="connsiteX69" fmla="*/ 5612155 w 6128435"/>
              <a:gd name="connsiteY69" fmla="*/ 3589869 h 6858000"/>
              <a:gd name="connsiteX70" fmla="*/ 5620843 w 6128435"/>
              <a:gd name="connsiteY70" fmla="*/ 3606745 h 6858000"/>
              <a:gd name="connsiteX71" fmla="*/ 5655472 w 6128435"/>
              <a:gd name="connsiteY71" fmla="*/ 3678877 h 6858000"/>
              <a:gd name="connsiteX72" fmla="*/ 5680448 w 6128435"/>
              <a:gd name="connsiteY72" fmla="*/ 3717760 h 6858000"/>
              <a:gd name="connsiteX73" fmla="*/ 5683015 w 6128435"/>
              <a:gd name="connsiteY73" fmla="*/ 3762025 h 6858000"/>
              <a:gd name="connsiteX74" fmla="*/ 5696643 w 6128435"/>
              <a:gd name="connsiteY74" fmla="*/ 3773888 h 6858000"/>
              <a:gd name="connsiteX75" fmla="*/ 5699203 w 6128435"/>
              <a:gd name="connsiteY75" fmla="*/ 3775823 h 6858000"/>
              <a:gd name="connsiteX76" fmla="*/ 5704824 w 6128435"/>
              <a:gd name="connsiteY76" fmla="*/ 3785966 h 6858000"/>
              <a:gd name="connsiteX77" fmla="*/ 5712204 w 6128435"/>
              <a:gd name="connsiteY77" fmla="*/ 3785830 h 6858000"/>
              <a:gd name="connsiteX78" fmla="*/ 5724816 w 6128435"/>
              <a:gd name="connsiteY78" fmla="*/ 3798949 h 6858000"/>
              <a:gd name="connsiteX79" fmla="*/ 5733539 w 6128435"/>
              <a:gd name="connsiteY79" fmla="*/ 3818457 h 6858000"/>
              <a:gd name="connsiteX80" fmla="*/ 5768491 w 6128435"/>
              <a:gd name="connsiteY80" fmla="*/ 3914399 h 6858000"/>
              <a:gd name="connsiteX81" fmla="*/ 5793123 w 6128435"/>
              <a:gd name="connsiteY81" fmla="*/ 3969952 h 6858000"/>
              <a:gd name="connsiteX82" fmla="*/ 5808321 w 6128435"/>
              <a:gd name="connsiteY82" fmla="*/ 3988153 h 6858000"/>
              <a:gd name="connsiteX83" fmla="*/ 5825621 w 6128435"/>
              <a:gd name="connsiteY83" fmla="*/ 4015525 h 6858000"/>
              <a:gd name="connsiteX84" fmla="*/ 5860672 w 6128435"/>
              <a:gd name="connsiteY84" fmla="*/ 4061579 h 6858000"/>
              <a:gd name="connsiteX85" fmla="*/ 5872173 w 6128435"/>
              <a:gd name="connsiteY85" fmla="*/ 4088497 h 6858000"/>
              <a:gd name="connsiteX86" fmla="*/ 5883705 w 6128435"/>
              <a:gd name="connsiteY86" fmla="*/ 4101899 h 6858000"/>
              <a:gd name="connsiteX87" fmla="*/ 5885314 w 6128435"/>
              <a:gd name="connsiteY87" fmla="*/ 4108387 h 6858000"/>
              <a:gd name="connsiteX88" fmla="*/ 5894095 w 6128435"/>
              <a:gd name="connsiteY88" fmla="*/ 4128857 h 6858000"/>
              <a:gd name="connsiteX89" fmla="*/ 5898339 w 6128435"/>
              <a:gd name="connsiteY89" fmla="*/ 4140800 h 6858000"/>
              <a:gd name="connsiteX90" fmla="*/ 5899734 w 6128435"/>
              <a:gd name="connsiteY90" fmla="*/ 4145632 h 6858000"/>
              <a:gd name="connsiteX91" fmla="*/ 5903513 w 6128435"/>
              <a:gd name="connsiteY91" fmla="*/ 4187661 h 6858000"/>
              <a:gd name="connsiteX92" fmla="*/ 5917114 w 6128435"/>
              <a:gd name="connsiteY92" fmla="*/ 4213096 h 6858000"/>
              <a:gd name="connsiteX93" fmla="*/ 5921153 w 6128435"/>
              <a:gd name="connsiteY93" fmla="*/ 4236222 h 6858000"/>
              <a:gd name="connsiteX94" fmla="*/ 5924233 w 6128435"/>
              <a:gd name="connsiteY94" fmla="*/ 4242060 h 6858000"/>
              <a:gd name="connsiteX95" fmla="*/ 5928910 w 6128435"/>
              <a:gd name="connsiteY95" fmla="*/ 4300973 h 6858000"/>
              <a:gd name="connsiteX96" fmla="*/ 5939320 w 6128435"/>
              <a:gd name="connsiteY96" fmla="*/ 4340435 h 6858000"/>
              <a:gd name="connsiteX97" fmla="*/ 5946705 w 6128435"/>
              <a:gd name="connsiteY97" fmla="*/ 4428051 h 6858000"/>
              <a:gd name="connsiteX98" fmla="*/ 5949261 w 6128435"/>
              <a:gd name="connsiteY98" fmla="*/ 4449185 h 6858000"/>
              <a:gd name="connsiteX99" fmla="*/ 5957504 w 6128435"/>
              <a:gd name="connsiteY99" fmla="*/ 4465911 h 6858000"/>
              <a:gd name="connsiteX100" fmla="*/ 5964689 w 6128435"/>
              <a:gd name="connsiteY100" fmla="*/ 4468532 h 6858000"/>
              <a:gd name="connsiteX101" fmla="*/ 5967062 w 6128435"/>
              <a:gd name="connsiteY101" fmla="*/ 4479923 h 6858000"/>
              <a:gd name="connsiteX102" fmla="*/ 5968960 w 6128435"/>
              <a:gd name="connsiteY102" fmla="*/ 4482655 h 6858000"/>
              <a:gd name="connsiteX103" fmla="*/ 5978567 w 6128435"/>
              <a:gd name="connsiteY103" fmla="*/ 4498605 h 6858000"/>
              <a:gd name="connsiteX104" fmla="*/ 5980106 w 6128435"/>
              <a:gd name="connsiteY104" fmla="*/ 4585087 h 6858000"/>
              <a:gd name="connsiteX105" fmla="*/ 5998138 w 6128435"/>
              <a:gd name="connsiteY105" fmla="*/ 4697518 h 6858000"/>
              <a:gd name="connsiteX106" fmla="*/ 6013516 w 6128435"/>
              <a:gd name="connsiteY106" fmla="*/ 4786619 h 6858000"/>
              <a:gd name="connsiteX107" fmla="*/ 6025404 w 6128435"/>
              <a:gd name="connsiteY107" fmla="*/ 4858148 h 6858000"/>
              <a:gd name="connsiteX108" fmla="*/ 6007749 w 6128435"/>
              <a:gd name="connsiteY108" fmla="*/ 4964715 h 6858000"/>
              <a:gd name="connsiteX109" fmla="*/ 6005269 w 6128435"/>
              <a:gd name="connsiteY109" fmla="*/ 5150567 h 6858000"/>
              <a:gd name="connsiteX110" fmla="*/ 6001127 w 6128435"/>
              <a:gd name="connsiteY110" fmla="*/ 5164609 h 6858000"/>
              <a:gd name="connsiteX111" fmla="*/ 5996647 w 6128435"/>
              <a:gd name="connsiteY111" fmla="*/ 5185640 h 6858000"/>
              <a:gd name="connsiteX112" fmla="*/ 5998514 w 6128435"/>
              <a:gd name="connsiteY112" fmla="*/ 5189673 h 6858000"/>
              <a:gd name="connsiteX113" fmla="*/ 5995970 w 6128435"/>
              <a:gd name="connsiteY113" fmla="*/ 5221547 h 6858000"/>
              <a:gd name="connsiteX114" fmla="*/ 5997218 w 6128435"/>
              <a:gd name="connsiteY114" fmla="*/ 5222031 h 6858000"/>
              <a:gd name="connsiteX115" fmla="*/ 6002116 w 6128435"/>
              <a:gd name="connsiteY115" fmla="*/ 5231223 h 6858000"/>
              <a:gd name="connsiteX116" fmla="*/ 6008541 w 6128435"/>
              <a:gd name="connsiteY116" fmla="*/ 5248680 h 6858000"/>
              <a:gd name="connsiteX117" fmla="*/ 6039260 w 6128435"/>
              <a:gd name="connsiteY117" fmla="*/ 5289518 h 6858000"/>
              <a:gd name="connsiteX118" fmla="*/ 6036748 w 6128435"/>
              <a:gd name="connsiteY118" fmla="*/ 5322752 h 6858000"/>
              <a:gd name="connsiteX119" fmla="*/ 6036943 w 6128435"/>
              <a:gd name="connsiteY119" fmla="*/ 5329480 h 6858000"/>
              <a:gd name="connsiteX120" fmla="*/ 6037236 w 6128435"/>
              <a:gd name="connsiteY120" fmla="*/ 5329634 h 6858000"/>
              <a:gd name="connsiteX121" fmla="*/ 6038019 w 6128435"/>
              <a:gd name="connsiteY121" fmla="*/ 5336764 h 6858000"/>
              <a:gd name="connsiteX122" fmla="*/ 6037298 w 6128435"/>
              <a:gd name="connsiteY122" fmla="*/ 5341753 h 6858000"/>
              <a:gd name="connsiteX123" fmla="*/ 6037677 w 6128435"/>
              <a:gd name="connsiteY123" fmla="*/ 5354807 h 6858000"/>
              <a:gd name="connsiteX124" fmla="*/ 6039728 w 6128435"/>
              <a:gd name="connsiteY124" fmla="*/ 5359416 h 6858000"/>
              <a:gd name="connsiteX125" fmla="*/ 6043311 w 6128435"/>
              <a:gd name="connsiteY125" fmla="*/ 5361407 h 6858000"/>
              <a:gd name="connsiteX126" fmla="*/ 6042954 w 6128435"/>
              <a:gd name="connsiteY126" fmla="*/ 5362576 h 6858000"/>
              <a:gd name="connsiteX127" fmla="*/ 6053435 w 6128435"/>
              <a:gd name="connsiteY127" fmla="*/ 5387547 h 6858000"/>
              <a:gd name="connsiteX128" fmla="*/ 6065933 w 6128435"/>
              <a:gd name="connsiteY128" fmla="*/ 5443002 h 6858000"/>
              <a:gd name="connsiteX129" fmla="*/ 6068640 w 6128435"/>
              <a:gd name="connsiteY129" fmla="*/ 5474503 h 6858000"/>
              <a:gd name="connsiteX130" fmla="*/ 6080922 w 6128435"/>
              <a:gd name="connsiteY130" fmla="*/ 5561070 h 6858000"/>
              <a:gd name="connsiteX131" fmla="*/ 6096949 w 6128435"/>
              <a:gd name="connsiteY131" fmla="*/ 5648179 h 6858000"/>
              <a:gd name="connsiteX132" fmla="*/ 6125703 w 6128435"/>
              <a:gd name="connsiteY132" fmla="*/ 5692894 h 6858000"/>
              <a:gd name="connsiteX133" fmla="*/ 6126670 w 6128435"/>
              <a:gd name="connsiteY133" fmla="*/ 5697882 h 6858000"/>
              <a:gd name="connsiteX134" fmla="*/ 6124061 w 6128435"/>
              <a:gd name="connsiteY134" fmla="*/ 5710294 h 6858000"/>
              <a:gd name="connsiteX135" fmla="*/ 6122213 w 6128435"/>
              <a:gd name="connsiteY135" fmla="*/ 5714762 h 6858000"/>
              <a:gd name="connsiteX136" fmla="*/ 6121353 w 6128435"/>
              <a:gd name="connsiteY136" fmla="*/ 5721725 h 6858000"/>
              <a:gd name="connsiteX137" fmla="*/ 6121607 w 6128435"/>
              <a:gd name="connsiteY137" fmla="*/ 5721959 h 6858000"/>
              <a:gd name="connsiteX138" fmla="*/ 6120262 w 6128435"/>
              <a:gd name="connsiteY138" fmla="*/ 5728358 h 6858000"/>
              <a:gd name="connsiteX139" fmla="*/ 6110194 w 6128435"/>
              <a:gd name="connsiteY139" fmla="*/ 5758853 h 6858000"/>
              <a:gd name="connsiteX140" fmla="*/ 6127519 w 6128435"/>
              <a:gd name="connsiteY140" fmla="*/ 5865775 h 6858000"/>
              <a:gd name="connsiteX141" fmla="*/ 6128435 w 6128435"/>
              <a:gd name="connsiteY141" fmla="*/ 5870164 h 6858000"/>
              <a:gd name="connsiteX142" fmla="*/ 6119217 w 6128435"/>
              <a:gd name="connsiteY142" fmla="*/ 5888542 h 6858000"/>
              <a:gd name="connsiteX143" fmla="*/ 6115966 w 6128435"/>
              <a:gd name="connsiteY143" fmla="*/ 5898387 h 6858000"/>
              <a:gd name="connsiteX144" fmla="*/ 6111924 w 6128435"/>
              <a:gd name="connsiteY144" fmla="*/ 5900444 h 6858000"/>
              <a:gd name="connsiteX145" fmla="*/ 6108716 w 6128435"/>
              <a:gd name="connsiteY145" fmla="*/ 5915345 h 6858000"/>
              <a:gd name="connsiteX146" fmla="*/ 6109524 w 6128435"/>
              <a:gd name="connsiteY146" fmla="*/ 5917328 h 6858000"/>
              <a:gd name="connsiteX147" fmla="*/ 6102493 w 6128435"/>
              <a:gd name="connsiteY147" fmla="*/ 5928602 h 6858000"/>
              <a:gd name="connsiteX148" fmla="*/ 6056863 w 6128435"/>
              <a:gd name="connsiteY148" fmla="*/ 6000643 h 6858000"/>
              <a:gd name="connsiteX149" fmla="*/ 6045436 w 6128435"/>
              <a:gd name="connsiteY149" fmla="*/ 6124480 h 6858000"/>
              <a:gd name="connsiteX150" fmla="*/ 6030489 w 6128435"/>
              <a:gd name="connsiteY150" fmla="*/ 6317666 h 6858000"/>
              <a:gd name="connsiteX151" fmla="*/ 6007492 w 6128435"/>
              <a:gd name="connsiteY151" fmla="*/ 6440818 h 6858000"/>
              <a:gd name="connsiteX152" fmla="*/ 6009467 w 6128435"/>
              <a:gd name="connsiteY152" fmla="*/ 6487076 h 6858000"/>
              <a:gd name="connsiteX153" fmla="*/ 5995064 w 6128435"/>
              <a:gd name="connsiteY153" fmla="*/ 6540791 h 6858000"/>
              <a:gd name="connsiteX154" fmla="*/ 5996309 w 6128435"/>
              <a:gd name="connsiteY154" fmla="*/ 6543961 h 6858000"/>
              <a:gd name="connsiteX155" fmla="*/ 5996048 w 6128435"/>
              <a:gd name="connsiteY155" fmla="*/ 6555444 h 6858000"/>
              <a:gd name="connsiteX156" fmla="*/ 6002524 w 6128435"/>
              <a:gd name="connsiteY156" fmla="*/ 6560188 h 6858000"/>
              <a:gd name="connsiteX157" fmla="*/ 6006823 w 6128435"/>
              <a:gd name="connsiteY157" fmla="*/ 6578546 h 6858000"/>
              <a:gd name="connsiteX158" fmla="*/ 6004510 w 6128435"/>
              <a:gd name="connsiteY158" fmla="*/ 6599256 h 6858000"/>
              <a:gd name="connsiteX159" fmla="*/ 5986207 w 6128435"/>
              <a:gd name="connsiteY159" fmla="*/ 6695855 h 6858000"/>
              <a:gd name="connsiteX160" fmla="*/ 5979428 w 6128435"/>
              <a:gd name="connsiteY160" fmla="*/ 6754678 h 6858000"/>
              <a:gd name="connsiteX161" fmla="*/ 5983398 w 6128435"/>
              <a:gd name="connsiteY161" fmla="*/ 6778641 h 6858000"/>
              <a:gd name="connsiteX162" fmla="*/ 5984543 w 6128435"/>
              <a:gd name="connsiteY162" fmla="*/ 6811016 h 6858000"/>
              <a:gd name="connsiteX163" fmla="*/ 5981802 w 6128435"/>
              <a:gd name="connsiteY163" fmla="*/ 6838578 h 6858000"/>
              <a:gd name="connsiteX164" fmla="*/ 5979671 w 6128435"/>
              <a:gd name="connsiteY164" fmla="*/ 6858000 h 6858000"/>
              <a:gd name="connsiteX165" fmla="*/ 0 w 6128435"/>
              <a:gd name="connsiteY165" fmla="*/ 6858000 h 6858000"/>
              <a:gd name="connsiteX166" fmla="*/ 0 w 6128435"/>
              <a:gd name="connsiteY166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44434 w 6128435"/>
              <a:gd name="connsiteY24" fmla="*/ 1580810 h 6858000"/>
              <a:gd name="connsiteX25" fmla="*/ 5251453 w 6128435"/>
              <a:gd name="connsiteY25" fmla="*/ 1583934 h 6858000"/>
              <a:gd name="connsiteX26" fmla="*/ 5253136 w 6128435"/>
              <a:gd name="connsiteY26" fmla="*/ 1595457 h 6858000"/>
              <a:gd name="connsiteX27" fmla="*/ 5254863 w 6128435"/>
              <a:gd name="connsiteY27" fmla="*/ 1598311 h 6858000"/>
              <a:gd name="connsiteX28" fmla="*/ 5263491 w 6128435"/>
              <a:gd name="connsiteY28" fmla="*/ 1642938 h 6858000"/>
              <a:gd name="connsiteX29" fmla="*/ 5261314 w 6128435"/>
              <a:gd name="connsiteY29" fmla="*/ 1689177 h 6858000"/>
              <a:gd name="connsiteX30" fmla="*/ 5259788 w 6128435"/>
              <a:gd name="connsiteY30" fmla="*/ 1768516 h 6858000"/>
              <a:gd name="connsiteX31" fmla="*/ 5255696 w 6128435"/>
              <a:gd name="connsiteY31" fmla="*/ 1953770 h 6858000"/>
              <a:gd name="connsiteX32" fmla="*/ 5252592 w 6128435"/>
              <a:gd name="connsiteY32" fmla="*/ 2092210 h 6858000"/>
              <a:gd name="connsiteX33" fmla="*/ 5264303 w 6128435"/>
              <a:gd name="connsiteY33" fmla="*/ 2225157 h 6858000"/>
              <a:gd name="connsiteX34" fmla="*/ 5254949 w 6128435"/>
              <a:gd name="connsiteY34" fmla="*/ 2236160 h 6858000"/>
              <a:gd name="connsiteX35" fmla="*/ 5250104 w 6128435"/>
              <a:gd name="connsiteY35" fmla="*/ 2249166 h 6858000"/>
              <a:gd name="connsiteX36" fmla="*/ 5251214 w 6128435"/>
              <a:gd name="connsiteY36" fmla="*/ 2250944 h 6858000"/>
              <a:gd name="connsiteX37" fmla="*/ 5250644 w 6128435"/>
              <a:gd name="connsiteY37" fmla="*/ 2266619 h 6858000"/>
              <a:gd name="connsiteX38" fmla="*/ 5247111 w 6128435"/>
              <a:gd name="connsiteY38" fmla="*/ 2269679 h 6858000"/>
              <a:gd name="connsiteX39" fmla="*/ 5279312 w 6128435"/>
              <a:gd name="connsiteY39" fmla="*/ 2302757 h 6858000"/>
              <a:gd name="connsiteX40" fmla="*/ 5293877 w 6128435"/>
              <a:gd name="connsiteY40" fmla="*/ 2368649 h 6858000"/>
              <a:gd name="connsiteX41" fmla="*/ 5311338 w 6128435"/>
              <a:gd name="connsiteY41" fmla="*/ 2404034 h 6858000"/>
              <a:gd name="connsiteX42" fmla="*/ 5338366 w 6128435"/>
              <a:gd name="connsiteY42" fmla="*/ 2465052 h 6858000"/>
              <a:gd name="connsiteX43" fmla="*/ 5371263 w 6128435"/>
              <a:gd name="connsiteY43" fmla="*/ 2586413 h 6858000"/>
              <a:gd name="connsiteX44" fmla="*/ 5407503 w 6128435"/>
              <a:gd name="connsiteY44" fmla="*/ 2786290 h 6858000"/>
              <a:gd name="connsiteX45" fmla="*/ 5407356 w 6128435"/>
              <a:gd name="connsiteY45" fmla="*/ 2787545 h 6858000"/>
              <a:gd name="connsiteX46" fmla="*/ 5411130 w 6128435"/>
              <a:gd name="connsiteY46" fmla="*/ 2788640 h 6858000"/>
              <a:gd name="connsiteX47" fmla="*/ 5416439 w 6128435"/>
              <a:gd name="connsiteY47" fmla="*/ 2805666 h 6858000"/>
              <a:gd name="connsiteX48" fmla="*/ 5416589 w 6128435"/>
              <a:gd name="connsiteY48" fmla="*/ 2810822 h 6858000"/>
              <a:gd name="connsiteX49" fmla="*/ 5418542 w 6128435"/>
              <a:gd name="connsiteY49" fmla="*/ 2817745 h 6858000"/>
              <a:gd name="connsiteX50" fmla="*/ 5418847 w 6128435"/>
              <a:gd name="connsiteY50" fmla="*/ 2817825 h 6858000"/>
              <a:gd name="connsiteX51" fmla="*/ 5457023 w 6128435"/>
              <a:gd name="connsiteY51" fmla="*/ 2858292 h 6858000"/>
              <a:gd name="connsiteX52" fmla="*/ 5479298 w 6128435"/>
              <a:gd name="connsiteY52" fmla="*/ 2947791 h 6858000"/>
              <a:gd name="connsiteX53" fmla="*/ 5481770 w 6128435"/>
              <a:gd name="connsiteY53" fmla="*/ 2951352 h 6858000"/>
              <a:gd name="connsiteX54" fmla="*/ 5482045 w 6128435"/>
              <a:gd name="connsiteY54" fmla="*/ 2984371 h 6858000"/>
              <a:gd name="connsiteX55" fmla="*/ 5482415 w 6128435"/>
              <a:gd name="connsiteY55" fmla="*/ 3004079 h 6858000"/>
              <a:gd name="connsiteX56" fmla="*/ 5483865 w 6128435"/>
              <a:gd name="connsiteY56" fmla="*/ 3005467 h 6858000"/>
              <a:gd name="connsiteX57" fmla="*/ 5482236 w 6128435"/>
              <a:gd name="connsiteY57" fmla="*/ 3019791 h 6858000"/>
              <a:gd name="connsiteX58" fmla="*/ 5481505 w 6128435"/>
              <a:gd name="connsiteY58" fmla="*/ 3095286 h 6858000"/>
              <a:gd name="connsiteX59" fmla="*/ 5477595 w 6128435"/>
              <a:gd name="connsiteY59" fmla="*/ 3250534 h 6858000"/>
              <a:gd name="connsiteX60" fmla="*/ 5532836 w 6128435"/>
              <a:gd name="connsiteY60" fmla="*/ 3353840 h 6858000"/>
              <a:gd name="connsiteX61" fmla="*/ 5561229 w 6128435"/>
              <a:gd name="connsiteY61" fmla="*/ 3395784 h 6858000"/>
              <a:gd name="connsiteX62" fmla="*/ 5589758 w 6128435"/>
              <a:gd name="connsiteY62" fmla="*/ 3506453 h 6858000"/>
              <a:gd name="connsiteX63" fmla="*/ 5596144 w 6128435"/>
              <a:gd name="connsiteY63" fmla="*/ 3534624 h 6858000"/>
              <a:gd name="connsiteX64" fmla="*/ 5597750 w 6128435"/>
              <a:gd name="connsiteY64" fmla="*/ 3534129 h 6858000"/>
              <a:gd name="connsiteX65" fmla="*/ 5599700 w 6128435"/>
              <a:gd name="connsiteY65" fmla="*/ 3547221 h 6858000"/>
              <a:gd name="connsiteX66" fmla="*/ 5615031 w 6128435"/>
              <a:gd name="connsiteY66" fmla="*/ 3557482 h 6858000"/>
              <a:gd name="connsiteX67" fmla="*/ 5618377 w 6128435"/>
              <a:gd name="connsiteY67" fmla="*/ 3588431 h 6858000"/>
              <a:gd name="connsiteX68" fmla="*/ 5612155 w 6128435"/>
              <a:gd name="connsiteY68" fmla="*/ 3589869 h 6858000"/>
              <a:gd name="connsiteX69" fmla="*/ 5620843 w 6128435"/>
              <a:gd name="connsiteY69" fmla="*/ 3606745 h 6858000"/>
              <a:gd name="connsiteX70" fmla="*/ 5655472 w 6128435"/>
              <a:gd name="connsiteY70" fmla="*/ 3678877 h 6858000"/>
              <a:gd name="connsiteX71" fmla="*/ 5680448 w 6128435"/>
              <a:gd name="connsiteY71" fmla="*/ 3717760 h 6858000"/>
              <a:gd name="connsiteX72" fmla="*/ 5683015 w 6128435"/>
              <a:gd name="connsiteY72" fmla="*/ 3762025 h 6858000"/>
              <a:gd name="connsiteX73" fmla="*/ 5696643 w 6128435"/>
              <a:gd name="connsiteY73" fmla="*/ 3773888 h 6858000"/>
              <a:gd name="connsiteX74" fmla="*/ 5699203 w 6128435"/>
              <a:gd name="connsiteY74" fmla="*/ 3775823 h 6858000"/>
              <a:gd name="connsiteX75" fmla="*/ 5704824 w 6128435"/>
              <a:gd name="connsiteY75" fmla="*/ 3785966 h 6858000"/>
              <a:gd name="connsiteX76" fmla="*/ 5712204 w 6128435"/>
              <a:gd name="connsiteY76" fmla="*/ 3785830 h 6858000"/>
              <a:gd name="connsiteX77" fmla="*/ 5724816 w 6128435"/>
              <a:gd name="connsiteY77" fmla="*/ 3798949 h 6858000"/>
              <a:gd name="connsiteX78" fmla="*/ 5733539 w 6128435"/>
              <a:gd name="connsiteY78" fmla="*/ 3818457 h 6858000"/>
              <a:gd name="connsiteX79" fmla="*/ 5768491 w 6128435"/>
              <a:gd name="connsiteY79" fmla="*/ 3914399 h 6858000"/>
              <a:gd name="connsiteX80" fmla="*/ 5793123 w 6128435"/>
              <a:gd name="connsiteY80" fmla="*/ 3969952 h 6858000"/>
              <a:gd name="connsiteX81" fmla="*/ 5808321 w 6128435"/>
              <a:gd name="connsiteY81" fmla="*/ 3988153 h 6858000"/>
              <a:gd name="connsiteX82" fmla="*/ 5825621 w 6128435"/>
              <a:gd name="connsiteY82" fmla="*/ 4015525 h 6858000"/>
              <a:gd name="connsiteX83" fmla="*/ 5860672 w 6128435"/>
              <a:gd name="connsiteY83" fmla="*/ 4061579 h 6858000"/>
              <a:gd name="connsiteX84" fmla="*/ 5872173 w 6128435"/>
              <a:gd name="connsiteY84" fmla="*/ 4088497 h 6858000"/>
              <a:gd name="connsiteX85" fmla="*/ 5883705 w 6128435"/>
              <a:gd name="connsiteY85" fmla="*/ 4101899 h 6858000"/>
              <a:gd name="connsiteX86" fmla="*/ 5885314 w 6128435"/>
              <a:gd name="connsiteY86" fmla="*/ 4108387 h 6858000"/>
              <a:gd name="connsiteX87" fmla="*/ 5894095 w 6128435"/>
              <a:gd name="connsiteY87" fmla="*/ 4128857 h 6858000"/>
              <a:gd name="connsiteX88" fmla="*/ 5898339 w 6128435"/>
              <a:gd name="connsiteY88" fmla="*/ 4140800 h 6858000"/>
              <a:gd name="connsiteX89" fmla="*/ 5899734 w 6128435"/>
              <a:gd name="connsiteY89" fmla="*/ 4145632 h 6858000"/>
              <a:gd name="connsiteX90" fmla="*/ 5903513 w 6128435"/>
              <a:gd name="connsiteY90" fmla="*/ 4187661 h 6858000"/>
              <a:gd name="connsiteX91" fmla="*/ 5917114 w 6128435"/>
              <a:gd name="connsiteY91" fmla="*/ 4213096 h 6858000"/>
              <a:gd name="connsiteX92" fmla="*/ 5921153 w 6128435"/>
              <a:gd name="connsiteY92" fmla="*/ 4236222 h 6858000"/>
              <a:gd name="connsiteX93" fmla="*/ 5924233 w 6128435"/>
              <a:gd name="connsiteY93" fmla="*/ 4242060 h 6858000"/>
              <a:gd name="connsiteX94" fmla="*/ 5928910 w 6128435"/>
              <a:gd name="connsiteY94" fmla="*/ 4300973 h 6858000"/>
              <a:gd name="connsiteX95" fmla="*/ 5939320 w 6128435"/>
              <a:gd name="connsiteY95" fmla="*/ 4340435 h 6858000"/>
              <a:gd name="connsiteX96" fmla="*/ 5946705 w 6128435"/>
              <a:gd name="connsiteY96" fmla="*/ 4428051 h 6858000"/>
              <a:gd name="connsiteX97" fmla="*/ 5949261 w 6128435"/>
              <a:gd name="connsiteY97" fmla="*/ 4449185 h 6858000"/>
              <a:gd name="connsiteX98" fmla="*/ 5957504 w 6128435"/>
              <a:gd name="connsiteY98" fmla="*/ 4465911 h 6858000"/>
              <a:gd name="connsiteX99" fmla="*/ 5964689 w 6128435"/>
              <a:gd name="connsiteY99" fmla="*/ 4468532 h 6858000"/>
              <a:gd name="connsiteX100" fmla="*/ 5967062 w 6128435"/>
              <a:gd name="connsiteY100" fmla="*/ 4479923 h 6858000"/>
              <a:gd name="connsiteX101" fmla="*/ 5968960 w 6128435"/>
              <a:gd name="connsiteY101" fmla="*/ 4482655 h 6858000"/>
              <a:gd name="connsiteX102" fmla="*/ 5978567 w 6128435"/>
              <a:gd name="connsiteY102" fmla="*/ 4498605 h 6858000"/>
              <a:gd name="connsiteX103" fmla="*/ 5980106 w 6128435"/>
              <a:gd name="connsiteY103" fmla="*/ 4585087 h 6858000"/>
              <a:gd name="connsiteX104" fmla="*/ 5998138 w 6128435"/>
              <a:gd name="connsiteY104" fmla="*/ 4697518 h 6858000"/>
              <a:gd name="connsiteX105" fmla="*/ 6013516 w 6128435"/>
              <a:gd name="connsiteY105" fmla="*/ 4786619 h 6858000"/>
              <a:gd name="connsiteX106" fmla="*/ 6025404 w 6128435"/>
              <a:gd name="connsiteY106" fmla="*/ 4858148 h 6858000"/>
              <a:gd name="connsiteX107" fmla="*/ 6007749 w 6128435"/>
              <a:gd name="connsiteY107" fmla="*/ 4964715 h 6858000"/>
              <a:gd name="connsiteX108" fmla="*/ 6005269 w 6128435"/>
              <a:gd name="connsiteY108" fmla="*/ 5150567 h 6858000"/>
              <a:gd name="connsiteX109" fmla="*/ 6001127 w 6128435"/>
              <a:gd name="connsiteY109" fmla="*/ 5164609 h 6858000"/>
              <a:gd name="connsiteX110" fmla="*/ 5996647 w 6128435"/>
              <a:gd name="connsiteY110" fmla="*/ 5185640 h 6858000"/>
              <a:gd name="connsiteX111" fmla="*/ 5998514 w 6128435"/>
              <a:gd name="connsiteY111" fmla="*/ 5189673 h 6858000"/>
              <a:gd name="connsiteX112" fmla="*/ 5995970 w 6128435"/>
              <a:gd name="connsiteY112" fmla="*/ 5221547 h 6858000"/>
              <a:gd name="connsiteX113" fmla="*/ 5997218 w 6128435"/>
              <a:gd name="connsiteY113" fmla="*/ 5222031 h 6858000"/>
              <a:gd name="connsiteX114" fmla="*/ 6002116 w 6128435"/>
              <a:gd name="connsiteY114" fmla="*/ 5231223 h 6858000"/>
              <a:gd name="connsiteX115" fmla="*/ 6008541 w 6128435"/>
              <a:gd name="connsiteY115" fmla="*/ 5248680 h 6858000"/>
              <a:gd name="connsiteX116" fmla="*/ 6039260 w 6128435"/>
              <a:gd name="connsiteY116" fmla="*/ 5289518 h 6858000"/>
              <a:gd name="connsiteX117" fmla="*/ 6036748 w 6128435"/>
              <a:gd name="connsiteY117" fmla="*/ 5322752 h 6858000"/>
              <a:gd name="connsiteX118" fmla="*/ 6036943 w 6128435"/>
              <a:gd name="connsiteY118" fmla="*/ 5329480 h 6858000"/>
              <a:gd name="connsiteX119" fmla="*/ 6037236 w 6128435"/>
              <a:gd name="connsiteY119" fmla="*/ 5329634 h 6858000"/>
              <a:gd name="connsiteX120" fmla="*/ 6038019 w 6128435"/>
              <a:gd name="connsiteY120" fmla="*/ 5336764 h 6858000"/>
              <a:gd name="connsiteX121" fmla="*/ 6037298 w 6128435"/>
              <a:gd name="connsiteY121" fmla="*/ 5341753 h 6858000"/>
              <a:gd name="connsiteX122" fmla="*/ 6037677 w 6128435"/>
              <a:gd name="connsiteY122" fmla="*/ 5354807 h 6858000"/>
              <a:gd name="connsiteX123" fmla="*/ 6039728 w 6128435"/>
              <a:gd name="connsiteY123" fmla="*/ 5359416 h 6858000"/>
              <a:gd name="connsiteX124" fmla="*/ 6043311 w 6128435"/>
              <a:gd name="connsiteY124" fmla="*/ 5361407 h 6858000"/>
              <a:gd name="connsiteX125" fmla="*/ 6042954 w 6128435"/>
              <a:gd name="connsiteY125" fmla="*/ 5362576 h 6858000"/>
              <a:gd name="connsiteX126" fmla="*/ 6053435 w 6128435"/>
              <a:gd name="connsiteY126" fmla="*/ 5387547 h 6858000"/>
              <a:gd name="connsiteX127" fmla="*/ 6065933 w 6128435"/>
              <a:gd name="connsiteY127" fmla="*/ 5443002 h 6858000"/>
              <a:gd name="connsiteX128" fmla="*/ 6068640 w 6128435"/>
              <a:gd name="connsiteY128" fmla="*/ 5474503 h 6858000"/>
              <a:gd name="connsiteX129" fmla="*/ 6080922 w 6128435"/>
              <a:gd name="connsiteY129" fmla="*/ 5561070 h 6858000"/>
              <a:gd name="connsiteX130" fmla="*/ 6096949 w 6128435"/>
              <a:gd name="connsiteY130" fmla="*/ 5648179 h 6858000"/>
              <a:gd name="connsiteX131" fmla="*/ 6125703 w 6128435"/>
              <a:gd name="connsiteY131" fmla="*/ 5692894 h 6858000"/>
              <a:gd name="connsiteX132" fmla="*/ 6126670 w 6128435"/>
              <a:gd name="connsiteY132" fmla="*/ 5697882 h 6858000"/>
              <a:gd name="connsiteX133" fmla="*/ 6124061 w 6128435"/>
              <a:gd name="connsiteY133" fmla="*/ 5710294 h 6858000"/>
              <a:gd name="connsiteX134" fmla="*/ 6122213 w 6128435"/>
              <a:gd name="connsiteY134" fmla="*/ 5714762 h 6858000"/>
              <a:gd name="connsiteX135" fmla="*/ 6121353 w 6128435"/>
              <a:gd name="connsiteY135" fmla="*/ 5721725 h 6858000"/>
              <a:gd name="connsiteX136" fmla="*/ 6121607 w 6128435"/>
              <a:gd name="connsiteY136" fmla="*/ 5721959 h 6858000"/>
              <a:gd name="connsiteX137" fmla="*/ 6120262 w 6128435"/>
              <a:gd name="connsiteY137" fmla="*/ 5728358 h 6858000"/>
              <a:gd name="connsiteX138" fmla="*/ 6110194 w 6128435"/>
              <a:gd name="connsiteY138" fmla="*/ 5758853 h 6858000"/>
              <a:gd name="connsiteX139" fmla="*/ 6127519 w 6128435"/>
              <a:gd name="connsiteY139" fmla="*/ 5865775 h 6858000"/>
              <a:gd name="connsiteX140" fmla="*/ 6128435 w 6128435"/>
              <a:gd name="connsiteY140" fmla="*/ 5870164 h 6858000"/>
              <a:gd name="connsiteX141" fmla="*/ 6119217 w 6128435"/>
              <a:gd name="connsiteY141" fmla="*/ 5888542 h 6858000"/>
              <a:gd name="connsiteX142" fmla="*/ 6115966 w 6128435"/>
              <a:gd name="connsiteY142" fmla="*/ 5898387 h 6858000"/>
              <a:gd name="connsiteX143" fmla="*/ 6111924 w 6128435"/>
              <a:gd name="connsiteY143" fmla="*/ 5900444 h 6858000"/>
              <a:gd name="connsiteX144" fmla="*/ 6108716 w 6128435"/>
              <a:gd name="connsiteY144" fmla="*/ 5915345 h 6858000"/>
              <a:gd name="connsiteX145" fmla="*/ 6109524 w 6128435"/>
              <a:gd name="connsiteY145" fmla="*/ 5917328 h 6858000"/>
              <a:gd name="connsiteX146" fmla="*/ 6102493 w 6128435"/>
              <a:gd name="connsiteY146" fmla="*/ 5928602 h 6858000"/>
              <a:gd name="connsiteX147" fmla="*/ 6056863 w 6128435"/>
              <a:gd name="connsiteY147" fmla="*/ 6000643 h 6858000"/>
              <a:gd name="connsiteX148" fmla="*/ 6045436 w 6128435"/>
              <a:gd name="connsiteY148" fmla="*/ 6124480 h 6858000"/>
              <a:gd name="connsiteX149" fmla="*/ 6030489 w 6128435"/>
              <a:gd name="connsiteY149" fmla="*/ 6317666 h 6858000"/>
              <a:gd name="connsiteX150" fmla="*/ 6007492 w 6128435"/>
              <a:gd name="connsiteY150" fmla="*/ 6440818 h 6858000"/>
              <a:gd name="connsiteX151" fmla="*/ 6009467 w 6128435"/>
              <a:gd name="connsiteY151" fmla="*/ 6487076 h 6858000"/>
              <a:gd name="connsiteX152" fmla="*/ 5995064 w 6128435"/>
              <a:gd name="connsiteY152" fmla="*/ 6540791 h 6858000"/>
              <a:gd name="connsiteX153" fmla="*/ 5996309 w 6128435"/>
              <a:gd name="connsiteY153" fmla="*/ 6543961 h 6858000"/>
              <a:gd name="connsiteX154" fmla="*/ 5996048 w 6128435"/>
              <a:gd name="connsiteY154" fmla="*/ 6555444 h 6858000"/>
              <a:gd name="connsiteX155" fmla="*/ 6002524 w 6128435"/>
              <a:gd name="connsiteY155" fmla="*/ 6560188 h 6858000"/>
              <a:gd name="connsiteX156" fmla="*/ 6006823 w 6128435"/>
              <a:gd name="connsiteY156" fmla="*/ 6578546 h 6858000"/>
              <a:gd name="connsiteX157" fmla="*/ 6004510 w 6128435"/>
              <a:gd name="connsiteY157" fmla="*/ 6599256 h 6858000"/>
              <a:gd name="connsiteX158" fmla="*/ 5986207 w 6128435"/>
              <a:gd name="connsiteY158" fmla="*/ 6695855 h 6858000"/>
              <a:gd name="connsiteX159" fmla="*/ 5979428 w 6128435"/>
              <a:gd name="connsiteY159" fmla="*/ 6754678 h 6858000"/>
              <a:gd name="connsiteX160" fmla="*/ 5983398 w 6128435"/>
              <a:gd name="connsiteY160" fmla="*/ 6778641 h 6858000"/>
              <a:gd name="connsiteX161" fmla="*/ 5984543 w 6128435"/>
              <a:gd name="connsiteY161" fmla="*/ 6811016 h 6858000"/>
              <a:gd name="connsiteX162" fmla="*/ 5981802 w 6128435"/>
              <a:gd name="connsiteY162" fmla="*/ 6838578 h 6858000"/>
              <a:gd name="connsiteX163" fmla="*/ 5979671 w 6128435"/>
              <a:gd name="connsiteY163" fmla="*/ 6858000 h 6858000"/>
              <a:gd name="connsiteX164" fmla="*/ 0 w 6128435"/>
              <a:gd name="connsiteY164" fmla="*/ 6858000 h 6858000"/>
              <a:gd name="connsiteX165" fmla="*/ 0 w 6128435"/>
              <a:gd name="connsiteY16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44434 w 6128435"/>
              <a:gd name="connsiteY24" fmla="*/ 1580810 h 6858000"/>
              <a:gd name="connsiteX25" fmla="*/ 5251453 w 6128435"/>
              <a:gd name="connsiteY25" fmla="*/ 1583934 h 6858000"/>
              <a:gd name="connsiteX26" fmla="*/ 5253136 w 6128435"/>
              <a:gd name="connsiteY26" fmla="*/ 1595457 h 6858000"/>
              <a:gd name="connsiteX27" fmla="*/ 5263491 w 6128435"/>
              <a:gd name="connsiteY27" fmla="*/ 1642938 h 6858000"/>
              <a:gd name="connsiteX28" fmla="*/ 5261314 w 6128435"/>
              <a:gd name="connsiteY28" fmla="*/ 1689177 h 6858000"/>
              <a:gd name="connsiteX29" fmla="*/ 5259788 w 6128435"/>
              <a:gd name="connsiteY29" fmla="*/ 1768516 h 6858000"/>
              <a:gd name="connsiteX30" fmla="*/ 5255696 w 6128435"/>
              <a:gd name="connsiteY30" fmla="*/ 1953770 h 6858000"/>
              <a:gd name="connsiteX31" fmla="*/ 5252592 w 6128435"/>
              <a:gd name="connsiteY31" fmla="*/ 2092210 h 6858000"/>
              <a:gd name="connsiteX32" fmla="*/ 5264303 w 6128435"/>
              <a:gd name="connsiteY32" fmla="*/ 2225157 h 6858000"/>
              <a:gd name="connsiteX33" fmla="*/ 5254949 w 6128435"/>
              <a:gd name="connsiteY33" fmla="*/ 2236160 h 6858000"/>
              <a:gd name="connsiteX34" fmla="*/ 5250104 w 6128435"/>
              <a:gd name="connsiteY34" fmla="*/ 2249166 h 6858000"/>
              <a:gd name="connsiteX35" fmla="*/ 5251214 w 6128435"/>
              <a:gd name="connsiteY35" fmla="*/ 2250944 h 6858000"/>
              <a:gd name="connsiteX36" fmla="*/ 5250644 w 6128435"/>
              <a:gd name="connsiteY36" fmla="*/ 2266619 h 6858000"/>
              <a:gd name="connsiteX37" fmla="*/ 5247111 w 6128435"/>
              <a:gd name="connsiteY37" fmla="*/ 2269679 h 6858000"/>
              <a:gd name="connsiteX38" fmla="*/ 5279312 w 6128435"/>
              <a:gd name="connsiteY38" fmla="*/ 2302757 h 6858000"/>
              <a:gd name="connsiteX39" fmla="*/ 5293877 w 6128435"/>
              <a:gd name="connsiteY39" fmla="*/ 2368649 h 6858000"/>
              <a:gd name="connsiteX40" fmla="*/ 5311338 w 6128435"/>
              <a:gd name="connsiteY40" fmla="*/ 2404034 h 6858000"/>
              <a:gd name="connsiteX41" fmla="*/ 5338366 w 6128435"/>
              <a:gd name="connsiteY41" fmla="*/ 2465052 h 6858000"/>
              <a:gd name="connsiteX42" fmla="*/ 5371263 w 6128435"/>
              <a:gd name="connsiteY42" fmla="*/ 2586413 h 6858000"/>
              <a:gd name="connsiteX43" fmla="*/ 5407503 w 6128435"/>
              <a:gd name="connsiteY43" fmla="*/ 2786290 h 6858000"/>
              <a:gd name="connsiteX44" fmla="*/ 5407356 w 6128435"/>
              <a:gd name="connsiteY44" fmla="*/ 2787545 h 6858000"/>
              <a:gd name="connsiteX45" fmla="*/ 5411130 w 6128435"/>
              <a:gd name="connsiteY45" fmla="*/ 2788640 h 6858000"/>
              <a:gd name="connsiteX46" fmla="*/ 5416439 w 6128435"/>
              <a:gd name="connsiteY46" fmla="*/ 2805666 h 6858000"/>
              <a:gd name="connsiteX47" fmla="*/ 5416589 w 6128435"/>
              <a:gd name="connsiteY47" fmla="*/ 2810822 h 6858000"/>
              <a:gd name="connsiteX48" fmla="*/ 5418542 w 6128435"/>
              <a:gd name="connsiteY48" fmla="*/ 2817745 h 6858000"/>
              <a:gd name="connsiteX49" fmla="*/ 5418847 w 6128435"/>
              <a:gd name="connsiteY49" fmla="*/ 2817825 h 6858000"/>
              <a:gd name="connsiteX50" fmla="*/ 5457023 w 6128435"/>
              <a:gd name="connsiteY50" fmla="*/ 2858292 h 6858000"/>
              <a:gd name="connsiteX51" fmla="*/ 5479298 w 6128435"/>
              <a:gd name="connsiteY51" fmla="*/ 2947791 h 6858000"/>
              <a:gd name="connsiteX52" fmla="*/ 5481770 w 6128435"/>
              <a:gd name="connsiteY52" fmla="*/ 2951352 h 6858000"/>
              <a:gd name="connsiteX53" fmla="*/ 5482045 w 6128435"/>
              <a:gd name="connsiteY53" fmla="*/ 2984371 h 6858000"/>
              <a:gd name="connsiteX54" fmla="*/ 5482415 w 6128435"/>
              <a:gd name="connsiteY54" fmla="*/ 3004079 h 6858000"/>
              <a:gd name="connsiteX55" fmla="*/ 5483865 w 6128435"/>
              <a:gd name="connsiteY55" fmla="*/ 3005467 h 6858000"/>
              <a:gd name="connsiteX56" fmla="*/ 5482236 w 6128435"/>
              <a:gd name="connsiteY56" fmla="*/ 3019791 h 6858000"/>
              <a:gd name="connsiteX57" fmla="*/ 5481505 w 6128435"/>
              <a:gd name="connsiteY57" fmla="*/ 3095286 h 6858000"/>
              <a:gd name="connsiteX58" fmla="*/ 5477595 w 6128435"/>
              <a:gd name="connsiteY58" fmla="*/ 3250534 h 6858000"/>
              <a:gd name="connsiteX59" fmla="*/ 5532836 w 6128435"/>
              <a:gd name="connsiteY59" fmla="*/ 3353840 h 6858000"/>
              <a:gd name="connsiteX60" fmla="*/ 5561229 w 6128435"/>
              <a:gd name="connsiteY60" fmla="*/ 3395784 h 6858000"/>
              <a:gd name="connsiteX61" fmla="*/ 5589758 w 6128435"/>
              <a:gd name="connsiteY61" fmla="*/ 3506453 h 6858000"/>
              <a:gd name="connsiteX62" fmla="*/ 5596144 w 6128435"/>
              <a:gd name="connsiteY62" fmla="*/ 3534624 h 6858000"/>
              <a:gd name="connsiteX63" fmla="*/ 5597750 w 6128435"/>
              <a:gd name="connsiteY63" fmla="*/ 3534129 h 6858000"/>
              <a:gd name="connsiteX64" fmla="*/ 5599700 w 6128435"/>
              <a:gd name="connsiteY64" fmla="*/ 3547221 h 6858000"/>
              <a:gd name="connsiteX65" fmla="*/ 5615031 w 6128435"/>
              <a:gd name="connsiteY65" fmla="*/ 3557482 h 6858000"/>
              <a:gd name="connsiteX66" fmla="*/ 5618377 w 6128435"/>
              <a:gd name="connsiteY66" fmla="*/ 3588431 h 6858000"/>
              <a:gd name="connsiteX67" fmla="*/ 5612155 w 6128435"/>
              <a:gd name="connsiteY67" fmla="*/ 3589869 h 6858000"/>
              <a:gd name="connsiteX68" fmla="*/ 5620843 w 6128435"/>
              <a:gd name="connsiteY68" fmla="*/ 3606745 h 6858000"/>
              <a:gd name="connsiteX69" fmla="*/ 5655472 w 6128435"/>
              <a:gd name="connsiteY69" fmla="*/ 3678877 h 6858000"/>
              <a:gd name="connsiteX70" fmla="*/ 5680448 w 6128435"/>
              <a:gd name="connsiteY70" fmla="*/ 3717760 h 6858000"/>
              <a:gd name="connsiteX71" fmla="*/ 5683015 w 6128435"/>
              <a:gd name="connsiteY71" fmla="*/ 3762025 h 6858000"/>
              <a:gd name="connsiteX72" fmla="*/ 5696643 w 6128435"/>
              <a:gd name="connsiteY72" fmla="*/ 3773888 h 6858000"/>
              <a:gd name="connsiteX73" fmla="*/ 5699203 w 6128435"/>
              <a:gd name="connsiteY73" fmla="*/ 3775823 h 6858000"/>
              <a:gd name="connsiteX74" fmla="*/ 5704824 w 6128435"/>
              <a:gd name="connsiteY74" fmla="*/ 3785966 h 6858000"/>
              <a:gd name="connsiteX75" fmla="*/ 5712204 w 6128435"/>
              <a:gd name="connsiteY75" fmla="*/ 3785830 h 6858000"/>
              <a:gd name="connsiteX76" fmla="*/ 5724816 w 6128435"/>
              <a:gd name="connsiteY76" fmla="*/ 3798949 h 6858000"/>
              <a:gd name="connsiteX77" fmla="*/ 5733539 w 6128435"/>
              <a:gd name="connsiteY77" fmla="*/ 3818457 h 6858000"/>
              <a:gd name="connsiteX78" fmla="*/ 5768491 w 6128435"/>
              <a:gd name="connsiteY78" fmla="*/ 3914399 h 6858000"/>
              <a:gd name="connsiteX79" fmla="*/ 5793123 w 6128435"/>
              <a:gd name="connsiteY79" fmla="*/ 3969952 h 6858000"/>
              <a:gd name="connsiteX80" fmla="*/ 5808321 w 6128435"/>
              <a:gd name="connsiteY80" fmla="*/ 3988153 h 6858000"/>
              <a:gd name="connsiteX81" fmla="*/ 5825621 w 6128435"/>
              <a:gd name="connsiteY81" fmla="*/ 4015525 h 6858000"/>
              <a:gd name="connsiteX82" fmla="*/ 5860672 w 6128435"/>
              <a:gd name="connsiteY82" fmla="*/ 4061579 h 6858000"/>
              <a:gd name="connsiteX83" fmla="*/ 5872173 w 6128435"/>
              <a:gd name="connsiteY83" fmla="*/ 4088497 h 6858000"/>
              <a:gd name="connsiteX84" fmla="*/ 5883705 w 6128435"/>
              <a:gd name="connsiteY84" fmla="*/ 4101899 h 6858000"/>
              <a:gd name="connsiteX85" fmla="*/ 5885314 w 6128435"/>
              <a:gd name="connsiteY85" fmla="*/ 4108387 h 6858000"/>
              <a:gd name="connsiteX86" fmla="*/ 5894095 w 6128435"/>
              <a:gd name="connsiteY86" fmla="*/ 4128857 h 6858000"/>
              <a:gd name="connsiteX87" fmla="*/ 5898339 w 6128435"/>
              <a:gd name="connsiteY87" fmla="*/ 4140800 h 6858000"/>
              <a:gd name="connsiteX88" fmla="*/ 5899734 w 6128435"/>
              <a:gd name="connsiteY88" fmla="*/ 4145632 h 6858000"/>
              <a:gd name="connsiteX89" fmla="*/ 5903513 w 6128435"/>
              <a:gd name="connsiteY89" fmla="*/ 4187661 h 6858000"/>
              <a:gd name="connsiteX90" fmla="*/ 5917114 w 6128435"/>
              <a:gd name="connsiteY90" fmla="*/ 4213096 h 6858000"/>
              <a:gd name="connsiteX91" fmla="*/ 5921153 w 6128435"/>
              <a:gd name="connsiteY91" fmla="*/ 4236222 h 6858000"/>
              <a:gd name="connsiteX92" fmla="*/ 5924233 w 6128435"/>
              <a:gd name="connsiteY92" fmla="*/ 4242060 h 6858000"/>
              <a:gd name="connsiteX93" fmla="*/ 5928910 w 6128435"/>
              <a:gd name="connsiteY93" fmla="*/ 4300973 h 6858000"/>
              <a:gd name="connsiteX94" fmla="*/ 5939320 w 6128435"/>
              <a:gd name="connsiteY94" fmla="*/ 4340435 h 6858000"/>
              <a:gd name="connsiteX95" fmla="*/ 5946705 w 6128435"/>
              <a:gd name="connsiteY95" fmla="*/ 4428051 h 6858000"/>
              <a:gd name="connsiteX96" fmla="*/ 5949261 w 6128435"/>
              <a:gd name="connsiteY96" fmla="*/ 4449185 h 6858000"/>
              <a:gd name="connsiteX97" fmla="*/ 5957504 w 6128435"/>
              <a:gd name="connsiteY97" fmla="*/ 4465911 h 6858000"/>
              <a:gd name="connsiteX98" fmla="*/ 5964689 w 6128435"/>
              <a:gd name="connsiteY98" fmla="*/ 4468532 h 6858000"/>
              <a:gd name="connsiteX99" fmla="*/ 5967062 w 6128435"/>
              <a:gd name="connsiteY99" fmla="*/ 4479923 h 6858000"/>
              <a:gd name="connsiteX100" fmla="*/ 5968960 w 6128435"/>
              <a:gd name="connsiteY100" fmla="*/ 4482655 h 6858000"/>
              <a:gd name="connsiteX101" fmla="*/ 5978567 w 6128435"/>
              <a:gd name="connsiteY101" fmla="*/ 4498605 h 6858000"/>
              <a:gd name="connsiteX102" fmla="*/ 5980106 w 6128435"/>
              <a:gd name="connsiteY102" fmla="*/ 4585087 h 6858000"/>
              <a:gd name="connsiteX103" fmla="*/ 5998138 w 6128435"/>
              <a:gd name="connsiteY103" fmla="*/ 4697518 h 6858000"/>
              <a:gd name="connsiteX104" fmla="*/ 6013516 w 6128435"/>
              <a:gd name="connsiteY104" fmla="*/ 4786619 h 6858000"/>
              <a:gd name="connsiteX105" fmla="*/ 6025404 w 6128435"/>
              <a:gd name="connsiteY105" fmla="*/ 4858148 h 6858000"/>
              <a:gd name="connsiteX106" fmla="*/ 6007749 w 6128435"/>
              <a:gd name="connsiteY106" fmla="*/ 4964715 h 6858000"/>
              <a:gd name="connsiteX107" fmla="*/ 6005269 w 6128435"/>
              <a:gd name="connsiteY107" fmla="*/ 5150567 h 6858000"/>
              <a:gd name="connsiteX108" fmla="*/ 6001127 w 6128435"/>
              <a:gd name="connsiteY108" fmla="*/ 5164609 h 6858000"/>
              <a:gd name="connsiteX109" fmla="*/ 5996647 w 6128435"/>
              <a:gd name="connsiteY109" fmla="*/ 5185640 h 6858000"/>
              <a:gd name="connsiteX110" fmla="*/ 5998514 w 6128435"/>
              <a:gd name="connsiteY110" fmla="*/ 5189673 h 6858000"/>
              <a:gd name="connsiteX111" fmla="*/ 5995970 w 6128435"/>
              <a:gd name="connsiteY111" fmla="*/ 5221547 h 6858000"/>
              <a:gd name="connsiteX112" fmla="*/ 5997218 w 6128435"/>
              <a:gd name="connsiteY112" fmla="*/ 5222031 h 6858000"/>
              <a:gd name="connsiteX113" fmla="*/ 6002116 w 6128435"/>
              <a:gd name="connsiteY113" fmla="*/ 5231223 h 6858000"/>
              <a:gd name="connsiteX114" fmla="*/ 6008541 w 6128435"/>
              <a:gd name="connsiteY114" fmla="*/ 5248680 h 6858000"/>
              <a:gd name="connsiteX115" fmla="*/ 6039260 w 6128435"/>
              <a:gd name="connsiteY115" fmla="*/ 5289518 h 6858000"/>
              <a:gd name="connsiteX116" fmla="*/ 6036748 w 6128435"/>
              <a:gd name="connsiteY116" fmla="*/ 5322752 h 6858000"/>
              <a:gd name="connsiteX117" fmla="*/ 6036943 w 6128435"/>
              <a:gd name="connsiteY117" fmla="*/ 5329480 h 6858000"/>
              <a:gd name="connsiteX118" fmla="*/ 6037236 w 6128435"/>
              <a:gd name="connsiteY118" fmla="*/ 5329634 h 6858000"/>
              <a:gd name="connsiteX119" fmla="*/ 6038019 w 6128435"/>
              <a:gd name="connsiteY119" fmla="*/ 5336764 h 6858000"/>
              <a:gd name="connsiteX120" fmla="*/ 6037298 w 6128435"/>
              <a:gd name="connsiteY120" fmla="*/ 5341753 h 6858000"/>
              <a:gd name="connsiteX121" fmla="*/ 6037677 w 6128435"/>
              <a:gd name="connsiteY121" fmla="*/ 5354807 h 6858000"/>
              <a:gd name="connsiteX122" fmla="*/ 6039728 w 6128435"/>
              <a:gd name="connsiteY122" fmla="*/ 5359416 h 6858000"/>
              <a:gd name="connsiteX123" fmla="*/ 6043311 w 6128435"/>
              <a:gd name="connsiteY123" fmla="*/ 5361407 h 6858000"/>
              <a:gd name="connsiteX124" fmla="*/ 6042954 w 6128435"/>
              <a:gd name="connsiteY124" fmla="*/ 5362576 h 6858000"/>
              <a:gd name="connsiteX125" fmla="*/ 6053435 w 6128435"/>
              <a:gd name="connsiteY125" fmla="*/ 5387547 h 6858000"/>
              <a:gd name="connsiteX126" fmla="*/ 6065933 w 6128435"/>
              <a:gd name="connsiteY126" fmla="*/ 5443002 h 6858000"/>
              <a:gd name="connsiteX127" fmla="*/ 6068640 w 6128435"/>
              <a:gd name="connsiteY127" fmla="*/ 5474503 h 6858000"/>
              <a:gd name="connsiteX128" fmla="*/ 6080922 w 6128435"/>
              <a:gd name="connsiteY128" fmla="*/ 5561070 h 6858000"/>
              <a:gd name="connsiteX129" fmla="*/ 6096949 w 6128435"/>
              <a:gd name="connsiteY129" fmla="*/ 5648179 h 6858000"/>
              <a:gd name="connsiteX130" fmla="*/ 6125703 w 6128435"/>
              <a:gd name="connsiteY130" fmla="*/ 5692894 h 6858000"/>
              <a:gd name="connsiteX131" fmla="*/ 6126670 w 6128435"/>
              <a:gd name="connsiteY131" fmla="*/ 5697882 h 6858000"/>
              <a:gd name="connsiteX132" fmla="*/ 6124061 w 6128435"/>
              <a:gd name="connsiteY132" fmla="*/ 5710294 h 6858000"/>
              <a:gd name="connsiteX133" fmla="*/ 6122213 w 6128435"/>
              <a:gd name="connsiteY133" fmla="*/ 5714762 h 6858000"/>
              <a:gd name="connsiteX134" fmla="*/ 6121353 w 6128435"/>
              <a:gd name="connsiteY134" fmla="*/ 5721725 h 6858000"/>
              <a:gd name="connsiteX135" fmla="*/ 6121607 w 6128435"/>
              <a:gd name="connsiteY135" fmla="*/ 5721959 h 6858000"/>
              <a:gd name="connsiteX136" fmla="*/ 6120262 w 6128435"/>
              <a:gd name="connsiteY136" fmla="*/ 5728358 h 6858000"/>
              <a:gd name="connsiteX137" fmla="*/ 6110194 w 6128435"/>
              <a:gd name="connsiteY137" fmla="*/ 5758853 h 6858000"/>
              <a:gd name="connsiteX138" fmla="*/ 6127519 w 6128435"/>
              <a:gd name="connsiteY138" fmla="*/ 5865775 h 6858000"/>
              <a:gd name="connsiteX139" fmla="*/ 6128435 w 6128435"/>
              <a:gd name="connsiteY139" fmla="*/ 5870164 h 6858000"/>
              <a:gd name="connsiteX140" fmla="*/ 6119217 w 6128435"/>
              <a:gd name="connsiteY140" fmla="*/ 5888542 h 6858000"/>
              <a:gd name="connsiteX141" fmla="*/ 6115966 w 6128435"/>
              <a:gd name="connsiteY141" fmla="*/ 5898387 h 6858000"/>
              <a:gd name="connsiteX142" fmla="*/ 6111924 w 6128435"/>
              <a:gd name="connsiteY142" fmla="*/ 5900444 h 6858000"/>
              <a:gd name="connsiteX143" fmla="*/ 6108716 w 6128435"/>
              <a:gd name="connsiteY143" fmla="*/ 5915345 h 6858000"/>
              <a:gd name="connsiteX144" fmla="*/ 6109524 w 6128435"/>
              <a:gd name="connsiteY144" fmla="*/ 5917328 h 6858000"/>
              <a:gd name="connsiteX145" fmla="*/ 6102493 w 6128435"/>
              <a:gd name="connsiteY145" fmla="*/ 5928602 h 6858000"/>
              <a:gd name="connsiteX146" fmla="*/ 6056863 w 6128435"/>
              <a:gd name="connsiteY146" fmla="*/ 6000643 h 6858000"/>
              <a:gd name="connsiteX147" fmla="*/ 6045436 w 6128435"/>
              <a:gd name="connsiteY147" fmla="*/ 6124480 h 6858000"/>
              <a:gd name="connsiteX148" fmla="*/ 6030489 w 6128435"/>
              <a:gd name="connsiteY148" fmla="*/ 6317666 h 6858000"/>
              <a:gd name="connsiteX149" fmla="*/ 6007492 w 6128435"/>
              <a:gd name="connsiteY149" fmla="*/ 6440818 h 6858000"/>
              <a:gd name="connsiteX150" fmla="*/ 6009467 w 6128435"/>
              <a:gd name="connsiteY150" fmla="*/ 6487076 h 6858000"/>
              <a:gd name="connsiteX151" fmla="*/ 5995064 w 6128435"/>
              <a:gd name="connsiteY151" fmla="*/ 6540791 h 6858000"/>
              <a:gd name="connsiteX152" fmla="*/ 5996309 w 6128435"/>
              <a:gd name="connsiteY152" fmla="*/ 6543961 h 6858000"/>
              <a:gd name="connsiteX153" fmla="*/ 5996048 w 6128435"/>
              <a:gd name="connsiteY153" fmla="*/ 6555444 h 6858000"/>
              <a:gd name="connsiteX154" fmla="*/ 6002524 w 6128435"/>
              <a:gd name="connsiteY154" fmla="*/ 6560188 h 6858000"/>
              <a:gd name="connsiteX155" fmla="*/ 6006823 w 6128435"/>
              <a:gd name="connsiteY155" fmla="*/ 6578546 h 6858000"/>
              <a:gd name="connsiteX156" fmla="*/ 6004510 w 6128435"/>
              <a:gd name="connsiteY156" fmla="*/ 6599256 h 6858000"/>
              <a:gd name="connsiteX157" fmla="*/ 5986207 w 6128435"/>
              <a:gd name="connsiteY157" fmla="*/ 6695855 h 6858000"/>
              <a:gd name="connsiteX158" fmla="*/ 5979428 w 6128435"/>
              <a:gd name="connsiteY158" fmla="*/ 6754678 h 6858000"/>
              <a:gd name="connsiteX159" fmla="*/ 5983398 w 6128435"/>
              <a:gd name="connsiteY159" fmla="*/ 6778641 h 6858000"/>
              <a:gd name="connsiteX160" fmla="*/ 5984543 w 6128435"/>
              <a:gd name="connsiteY160" fmla="*/ 6811016 h 6858000"/>
              <a:gd name="connsiteX161" fmla="*/ 5981802 w 6128435"/>
              <a:gd name="connsiteY161" fmla="*/ 6838578 h 6858000"/>
              <a:gd name="connsiteX162" fmla="*/ 5979671 w 6128435"/>
              <a:gd name="connsiteY162" fmla="*/ 6858000 h 6858000"/>
              <a:gd name="connsiteX163" fmla="*/ 0 w 6128435"/>
              <a:gd name="connsiteY163" fmla="*/ 6858000 h 6858000"/>
              <a:gd name="connsiteX164" fmla="*/ 0 w 6128435"/>
              <a:gd name="connsiteY164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44434 w 6128435"/>
              <a:gd name="connsiteY24" fmla="*/ 1580810 h 6858000"/>
              <a:gd name="connsiteX25" fmla="*/ 5251453 w 6128435"/>
              <a:gd name="connsiteY25" fmla="*/ 1583934 h 6858000"/>
              <a:gd name="connsiteX26" fmla="*/ 5263491 w 6128435"/>
              <a:gd name="connsiteY26" fmla="*/ 1642938 h 6858000"/>
              <a:gd name="connsiteX27" fmla="*/ 5261314 w 6128435"/>
              <a:gd name="connsiteY27" fmla="*/ 1689177 h 6858000"/>
              <a:gd name="connsiteX28" fmla="*/ 5259788 w 6128435"/>
              <a:gd name="connsiteY28" fmla="*/ 1768516 h 6858000"/>
              <a:gd name="connsiteX29" fmla="*/ 5255696 w 6128435"/>
              <a:gd name="connsiteY29" fmla="*/ 1953770 h 6858000"/>
              <a:gd name="connsiteX30" fmla="*/ 5252592 w 6128435"/>
              <a:gd name="connsiteY30" fmla="*/ 2092210 h 6858000"/>
              <a:gd name="connsiteX31" fmla="*/ 5264303 w 6128435"/>
              <a:gd name="connsiteY31" fmla="*/ 2225157 h 6858000"/>
              <a:gd name="connsiteX32" fmla="*/ 5254949 w 6128435"/>
              <a:gd name="connsiteY32" fmla="*/ 2236160 h 6858000"/>
              <a:gd name="connsiteX33" fmla="*/ 5250104 w 6128435"/>
              <a:gd name="connsiteY33" fmla="*/ 2249166 h 6858000"/>
              <a:gd name="connsiteX34" fmla="*/ 5251214 w 6128435"/>
              <a:gd name="connsiteY34" fmla="*/ 2250944 h 6858000"/>
              <a:gd name="connsiteX35" fmla="*/ 5250644 w 6128435"/>
              <a:gd name="connsiteY35" fmla="*/ 2266619 h 6858000"/>
              <a:gd name="connsiteX36" fmla="*/ 5247111 w 6128435"/>
              <a:gd name="connsiteY36" fmla="*/ 2269679 h 6858000"/>
              <a:gd name="connsiteX37" fmla="*/ 5279312 w 6128435"/>
              <a:gd name="connsiteY37" fmla="*/ 2302757 h 6858000"/>
              <a:gd name="connsiteX38" fmla="*/ 5293877 w 6128435"/>
              <a:gd name="connsiteY38" fmla="*/ 2368649 h 6858000"/>
              <a:gd name="connsiteX39" fmla="*/ 5311338 w 6128435"/>
              <a:gd name="connsiteY39" fmla="*/ 2404034 h 6858000"/>
              <a:gd name="connsiteX40" fmla="*/ 5338366 w 6128435"/>
              <a:gd name="connsiteY40" fmla="*/ 2465052 h 6858000"/>
              <a:gd name="connsiteX41" fmla="*/ 5371263 w 6128435"/>
              <a:gd name="connsiteY41" fmla="*/ 2586413 h 6858000"/>
              <a:gd name="connsiteX42" fmla="*/ 5407503 w 6128435"/>
              <a:gd name="connsiteY42" fmla="*/ 2786290 h 6858000"/>
              <a:gd name="connsiteX43" fmla="*/ 5407356 w 6128435"/>
              <a:gd name="connsiteY43" fmla="*/ 2787545 h 6858000"/>
              <a:gd name="connsiteX44" fmla="*/ 5411130 w 6128435"/>
              <a:gd name="connsiteY44" fmla="*/ 2788640 h 6858000"/>
              <a:gd name="connsiteX45" fmla="*/ 5416439 w 6128435"/>
              <a:gd name="connsiteY45" fmla="*/ 2805666 h 6858000"/>
              <a:gd name="connsiteX46" fmla="*/ 5416589 w 6128435"/>
              <a:gd name="connsiteY46" fmla="*/ 2810822 h 6858000"/>
              <a:gd name="connsiteX47" fmla="*/ 5418542 w 6128435"/>
              <a:gd name="connsiteY47" fmla="*/ 2817745 h 6858000"/>
              <a:gd name="connsiteX48" fmla="*/ 5418847 w 6128435"/>
              <a:gd name="connsiteY48" fmla="*/ 2817825 h 6858000"/>
              <a:gd name="connsiteX49" fmla="*/ 5457023 w 6128435"/>
              <a:gd name="connsiteY49" fmla="*/ 2858292 h 6858000"/>
              <a:gd name="connsiteX50" fmla="*/ 5479298 w 6128435"/>
              <a:gd name="connsiteY50" fmla="*/ 2947791 h 6858000"/>
              <a:gd name="connsiteX51" fmla="*/ 5481770 w 6128435"/>
              <a:gd name="connsiteY51" fmla="*/ 2951352 h 6858000"/>
              <a:gd name="connsiteX52" fmla="*/ 5482045 w 6128435"/>
              <a:gd name="connsiteY52" fmla="*/ 2984371 h 6858000"/>
              <a:gd name="connsiteX53" fmla="*/ 5482415 w 6128435"/>
              <a:gd name="connsiteY53" fmla="*/ 3004079 h 6858000"/>
              <a:gd name="connsiteX54" fmla="*/ 5483865 w 6128435"/>
              <a:gd name="connsiteY54" fmla="*/ 3005467 h 6858000"/>
              <a:gd name="connsiteX55" fmla="*/ 5482236 w 6128435"/>
              <a:gd name="connsiteY55" fmla="*/ 3019791 h 6858000"/>
              <a:gd name="connsiteX56" fmla="*/ 5481505 w 6128435"/>
              <a:gd name="connsiteY56" fmla="*/ 3095286 h 6858000"/>
              <a:gd name="connsiteX57" fmla="*/ 5477595 w 6128435"/>
              <a:gd name="connsiteY57" fmla="*/ 3250534 h 6858000"/>
              <a:gd name="connsiteX58" fmla="*/ 5532836 w 6128435"/>
              <a:gd name="connsiteY58" fmla="*/ 3353840 h 6858000"/>
              <a:gd name="connsiteX59" fmla="*/ 5561229 w 6128435"/>
              <a:gd name="connsiteY59" fmla="*/ 3395784 h 6858000"/>
              <a:gd name="connsiteX60" fmla="*/ 5589758 w 6128435"/>
              <a:gd name="connsiteY60" fmla="*/ 3506453 h 6858000"/>
              <a:gd name="connsiteX61" fmla="*/ 5596144 w 6128435"/>
              <a:gd name="connsiteY61" fmla="*/ 3534624 h 6858000"/>
              <a:gd name="connsiteX62" fmla="*/ 5597750 w 6128435"/>
              <a:gd name="connsiteY62" fmla="*/ 3534129 h 6858000"/>
              <a:gd name="connsiteX63" fmla="*/ 5599700 w 6128435"/>
              <a:gd name="connsiteY63" fmla="*/ 3547221 h 6858000"/>
              <a:gd name="connsiteX64" fmla="*/ 5615031 w 6128435"/>
              <a:gd name="connsiteY64" fmla="*/ 3557482 h 6858000"/>
              <a:gd name="connsiteX65" fmla="*/ 5618377 w 6128435"/>
              <a:gd name="connsiteY65" fmla="*/ 3588431 h 6858000"/>
              <a:gd name="connsiteX66" fmla="*/ 5612155 w 6128435"/>
              <a:gd name="connsiteY66" fmla="*/ 3589869 h 6858000"/>
              <a:gd name="connsiteX67" fmla="*/ 5620843 w 6128435"/>
              <a:gd name="connsiteY67" fmla="*/ 3606745 h 6858000"/>
              <a:gd name="connsiteX68" fmla="*/ 5655472 w 6128435"/>
              <a:gd name="connsiteY68" fmla="*/ 3678877 h 6858000"/>
              <a:gd name="connsiteX69" fmla="*/ 5680448 w 6128435"/>
              <a:gd name="connsiteY69" fmla="*/ 3717760 h 6858000"/>
              <a:gd name="connsiteX70" fmla="*/ 5683015 w 6128435"/>
              <a:gd name="connsiteY70" fmla="*/ 3762025 h 6858000"/>
              <a:gd name="connsiteX71" fmla="*/ 5696643 w 6128435"/>
              <a:gd name="connsiteY71" fmla="*/ 3773888 h 6858000"/>
              <a:gd name="connsiteX72" fmla="*/ 5699203 w 6128435"/>
              <a:gd name="connsiteY72" fmla="*/ 3775823 h 6858000"/>
              <a:gd name="connsiteX73" fmla="*/ 5704824 w 6128435"/>
              <a:gd name="connsiteY73" fmla="*/ 3785966 h 6858000"/>
              <a:gd name="connsiteX74" fmla="*/ 5712204 w 6128435"/>
              <a:gd name="connsiteY74" fmla="*/ 3785830 h 6858000"/>
              <a:gd name="connsiteX75" fmla="*/ 5724816 w 6128435"/>
              <a:gd name="connsiteY75" fmla="*/ 3798949 h 6858000"/>
              <a:gd name="connsiteX76" fmla="*/ 5733539 w 6128435"/>
              <a:gd name="connsiteY76" fmla="*/ 3818457 h 6858000"/>
              <a:gd name="connsiteX77" fmla="*/ 5768491 w 6128435"/>
              <a:gd name="connsiteY77" fmla="*/ 3914399 h 6858000"/>
              <a:gd name="connsiteX78" fmla="*/ 5793123 w 6128435"/>
              <a:gd name="connsiteY78" fmla="*/ 3969952 h 6858000"/>
              <a:gd name="connsiteX79" fmla="*/ 5808321 w 6128435"/>
              <a:gd name="connsiteY79" fmla="*/ 3988153 h 6858000"/>
              <a:gd name="connsiteX80" fmla="*/ 5825621 w 6128435"/>
              <a:gd name="connsiteY80" fmla="*/ 4015525 h 6858000"/>
              <a:gd name="connsiteX81" fmla="*/ 5860672 w 6128435"/>
              <a:gd name="connsiteY81" fmla="*/ 4061579 h 6858000"/>
              <a:gd name="connsiteX82" fmla="*/ 5872173 w 6128435"/>
              <a:gd name="connsiteY82" fmla="*/ 4088497 h 6858000"/>
              <a:gd name="connsiteX83" fmla="*/ 5883705 w 6128435"/>
              <a:gd name="connsiteY83" fmla="*/ 4101899 h 6858000"/>
              <a:gd name="connsiteX84" fmla="*/ 5885314 w 6128435"/>
              <a:gd name="connsiteY84" fmla="*/ 4108387 h 6858000"/>
              <a:gd name="connsiteX85" fmla="*/ 5894095 w 6128435"/>
              <a:gd name="connsiteY85" fmla="*/ 4128857 h 6858000"/>
              <a:gd name="connsiteX86" fmla="*/ 5898339 w 6128435"/>
              <a:gd name="connsiteY86" fmla="*/ 4140800 h 6858000"/>
              <a:gd name="connsiteX87" fmla="*/ 5899734 w 6128435"/>
              <a:gd name="connsiteY87" fmla="*/ 4145632 h 6858000"/>
              <a:gd name="connsiteX88" fmla="*/ 5903513 w 6128435"/>
              <a:gd name="connsiteY88" fmla="*/ 4187661 h 6858000"/>
              <a:gd name="connsiteX89" fmla="*/ 5917114 w 6128435"/>
              <a:gd name="connsiteY89" fmla="*/ 4213096 h 6858000"/>
              <a:gd name="connsiteX90" fmla="*/ 5921153 w 6128435"/>
              <a:gd name="connsiteY90" fmla="*/ 4236222 h 6858000"/>
              <a:gd name="connsiteX91" fmla="*/ 5924233 w 6128435"/>
              <a:gd name="connsiteY91" fmla="*/ 4242060 h 6858000"/>
              <a:gd name="connsiteX92" fmla="*/ 5928910 w 6128435"/>
              <a:gd name="connsiteY92" fmla="*/ 4300973 h 6858000"/>
              <a:gd name="connsiteX93" fmla="*/ 5939320 w 6128435"/>
              <a:gd name="connsiteY93" fmla="*/ 4340435 h 6858000"/>
              <a:gd name="connsiteX94" fmla="*/ 5946705 w 6128435"/>
              <a:gd name="connsiteY94" fmla="*/ 4428051 h 6858000"/>
              <a:gd name="connsiteX95" fmla="*/ 5949261 w 6128435"/>
              <a:gd name="connsiteY95" fmla="*/ 4449185 h 6858000"/>
              <a:gd name="connsiteX96" fmla="*/ 5957504 w 6128435"/>
              <a:gd name="connsiteY96" fmla="*/ 4465911 h 6858000"/>
              <a:gd name="connsiteX97" fmla="*/ 5964689 w 6128435"/>
              <a:gd name="connsiteY97" fmla="*/ 4468532 h 6858000"/>
              <a:gd name="connsiteX98" fmla="*/ 5967062 w 6128435"/>
              <a:gd name="connsiteY98" fmla="*/ 4479923 h 6858000"/>
              <a:gd name="connsiteX99" fmla="*/ 5968960 w 6128435"/>
              <a:gd name="connsiteY99" fmla="*/ 4482655 h 6858000"/>
              <a:gd name="connsiteX100" fmla="*/ 5978567 w 6128435"/>
              <a:gd name="connsiteY100" fmla="*/ 4498605 h 6858000"/>
              <a:gd name="connsiteX101" fmla="*/ 5980106 w 6128435"/>
              <a:gd name="connsiteY101" fmla="*/ 4585087 h 6858000"/>
              <a:gd name="connsiteX102" fmla="*/ 5998138 w 6128435"/>
              <a:gd name="connsiteY102" fmla="*/ 4697518 h 6858000"/>
              <a:gd name="connsiteX103" fmla="*/ 6013516 w 6128435"/>
              <a:gd name="connsiteY103" fmla="*/ 4786619 h 6858000"/>
              <a:gd name="connsiteX104" fmla="*/ 6025404 w 6128435"/>
              <a:gd name="connsiteY104" fmla="*/ 4858148 h 6858000"/>
              <a:gd name="connsiteX105" fmla="*/ 6007749 w 6128435"/>
              <a:gd name="connsiteY105" fmla="*/ 4964715 h 6858000"/>
              <a:gd name="connsiteX106" fmla="*/ 6005269 w 6128435"/>
              <a:gd name="connsiteY106" fmla="*/ 5150567 h 6858000"/>
              <a:gd name="connsiteX107" fmla="*/ 6001127 w 6128435"/>
              <a:gd name="connsiteY107" fmla="*/ 5164609 h 6858000"/>
              <a:gd name="connsiteX108" fmla="*/ 5996647 w 6128435"/>
              <a:gd name="connsiteY108" fmla="*/ 5185640 h 6858000"/>
              <a:gd name="connsiteX109" fmla="*/ 5998514 w 6128435"/>
              <a:gd name="connsiteY109" fmla="*/ 5189673 h 6858000"/>
              <a:gd name="connsiteX110" fmla="*/ 5995970 w 6128435"/>
              <a:gd name="connsiteY110" fmla="*/ 5221547 h 6858000"/>
              <a:gd name="connsiteX111" fmla="*/ 5997218 w 6128435"/>
              <a:gd name="connsiteY111" fmla="*/ 5222031 h 6858000"/>
              <a:gd name="connsiteX112" fmla="*/ 6002116 w 6128435"/>
              <a:gd name="connsiteY112" fmla="*/ 5231223 h 6858000"/>
              <a:gd name="connsiteX113" fmla="*/ 6008541 w 6128435"/>
              <a:gd name="connsiteY113" fmla="*/ 5248680 h 6858000"/>
              <a:gd name="connsiteX114" fmla="*/ 6039260 w 6128435"/>
              <a:gd name="connsiteY114" fmla="*/ 5289518 h 6858000"/>
              <a:gd name="connsiteX115" fmla="*/ 6036748 w 6128435"/>
              <a:gd name="connsiteY115" fmla="*/ 5322752 h 6858000"/>
              <a:gd name="connsiteX116" fmla="*/ 6036943 w 6128435"/>
              <a:gd name="connsiteY116" fmla="*/ 5329480 h 6858000"/>
              <a:gd name="connsiteX117" fmla="*/ 6037236 w 6128435"/>
              <a:gd name="connsiteY117" fmla="*/ 5329634 h 6858000"/>
              <a:gd name="connsiteX118" fmla="*/ 6038019 w 6128435"/>
              <a:gd name="connsiteY118" fmla="*/ 5336764 h 6858000"/>
              <a:gd name="connsiteX119" fmla="*/ 6037298 w 6128435"/>
              <a:gd name="connsiteY119" fmla="*/ 5341753 h 6858000"/>
              <a:gd name="connsiteX120" fmla="*/ 6037677 w 6128435"/>
              <a:gd name="connsiteY120" fmla="*/ 5354807 h 6858000"/>
              <a:gd name="connsiteX121" fmla="*/ 6039728 w 6128435"/>
              <a:gd name="connsiteY121" fmla="*/ 5359416 h 6858000"/>
              <a:gd name="connsiteX122" fmla="*/ 6043311 w 6128435"/>
              <a:gd name="connsiteY122" fmla="*/ 5361407 h 6858000"/>
              <a:gd name="connsiteX123" fmla="*/ 6042954 w 6128435"/>
              <a:gd name="connsiteY123" fmla="*/ 5362576 h 6858000"/>
              <a:gd name="connsiteX124" fmla="*/ 6053435 w 6128435"/>
              <a:gd name="connsiteY124" fmla="*/ 5387547 h 6858000"/>
              <a:gd name="connsiteX125" fmla="*/ 6065933 w 6128435"/>
              <a:gd name="connsiteY125" fmla="*/ 5443002 h 6858000"/>
              <a:gd name="connsiteX126" fmla="*/ 6068640 w 6128435"/>
              <a:gd name="connsiteY126" fmla="*/ 5474503 h 6858000"/>
              <a:gd name="connsiteX127" fmla="*/ 6080922 w 6128435"/>
              <a:gd name="connsiteY127" fmla="*/ 5561070 h 6858000"/>
              <a:gd name="connsiteX128" fmla="*/ 6096949 w 6128435"/>
              <a:gd name="connsiteY128" fmla="*/ 5648179 h 6858000"/>
              <a:gd name="connsiteX129" fmla="*/ 6125703 w 6128435"/>
              <a:gd name="connsiteY129" fmla="*/ 5692894 h 6858000"/>
              <a:gd name="connsiteX130" fmla="*/ 6126670 w 6128435"/>
              <a:gd name="connsiteY130" fmla="*/ 5697882 h 6858000"/>
              <a:gd name="connsiteX131" fmla="*/ 6124061 w 6128435"/>
              <a:gd name="connsiteY131" fmla="*/ 5710294 h 6858000"/>
              <a:gd name="connsiteX132" fmla="*/ 6122213 w 6128435"/>
              <a:gd name="connsiteY132" fmla="*/ 5714762 h 6858000"/>
              <a:gd name="connsiteX133" fmla="*/ 6121353 w 6128435"/>
              <a:gd name="connsiteY133" fmla="*/ 5721725 h 6858000"/>
              <a:gd name="connsiteX134" fmla="*/ 6121607 w 6128435"/>
              <a:gd name="connsiteY134" fmla="*/ 5721959 h 6858000"/>
              <a:gd name="connsiteX135" fmla="*/ 6120262 w 6128435"/>
              <a:gd name="connsiteY135" fmla="*/ 5728358 h 6858000"/>
              <a:gd name="connsiteX136" fmla="*/ 6110194 w 6128435"/>
              <a:gd name="connsiteY136" fmla="*/ 5758853 h 6858000"/>
              <a:gd name="connsiteX137" fmla="*/ 6127519 w 6128435"/>
              <a:gd name="connsiteY137" fmla="*/ 5865775 h 6858000"/>
              <a:gd name="connsiteX138" fmla="*/ 6128435 w 6128435"/>
              <a:gd name="connsiteY138" fmla="*/ 5870164 h 6858000"/>
              <a:gd name="connsiteX139" fmla="*/ 6119217 w 6128435"/>
              <a:gd name="connsiteY139" fmla="*/ 5888542 h 6858000"/>
              <a:gd name="connsiteX140" fmla="*/ 6115966 w 6128435"/>
              <a:gd name="connsiteY140" fmla="*/ 5898387 h 6858000"/>
              <a:gd name="connsiteX141" fmla="*/ 6111924 w 6128435"/>
              <a:gd name="connsiteY141" fmla="*/ 5900444 h 6858000"/>
              <a:gd name="connsiteX142" fmla="*/ 6108716 w 6128435"/>
              <a:gd name="connsiteY142" fmla="*/ 5915345 h 6858000"/>
              <a:gd name="connsiteX143" fmla="*/ 6109524 w 6128435"/>
              <a:gd name="connsiteY143" fmla="*/ 5917328 h 6858000"/>
              <a:gd name="connsiteX144" fmla="*/ 6102493 w 6128435"/>
              <a:gd name="connsiteY144" fmla="*/ 5928602 h 6858000"/>
              <a:gd name="connsiteX145" fmla="*/ 6056863 w 6128435"/>
              <a:gd name="connsiteY145" fmla="*/ 6000643 h 6858000"/>
              <a:gd name="connsiteX146" fmla="*/ 6045436 w 6128435"/>
              <a:gd name="connsiteY146" fmla="*/ 6124480 h 6858000"/>
              <a:gd name="connsiteX147" fmla="*/ 6030489 w 6128435"/>
              <a:gd name="connsiteY147" fmla="*/ 6317666 h 6858000"/>
              <a:gd name="connsiteX148" fmla="*/ 6007492 w 6128435"/>
              <a:gd name="connsiteY148" fmla="*/ 6440818 h 6858000"/>
              <a:gd name="connsiteX149" fmla="*/ 6009467 w 6128435"/>
              <a:gd name="connsiteY149" fmla="*/ 6487076 h 6858000"/>
              <a:gd name="connsiteX150" fmla="*/ 5995064 w 6128435"/>
              <a:gd name="connsiteY150" fmla="*/ 6540791 h 6858000"/>
              <a:gd name="connsiteX151" fmla="*/ 5996309 w 6128435"/>
              <a:gd name="connsiteY151" fmla="*/ 6543961 h 6858000"/>
              <a:gd name="connsiteX152" fmla="*/ 5996048 w 6128435"/>
              <a:gd name="connsiteY152" fmla="*/ 6555444 h 6858000"/>
              <a:gd name="connsiteX153" fmla="*/ 6002524 w 6128435"/>
              <a:gd name="connsiteY153" fmla="*/ 6560188 h 6858000"/>
              <a:gd name="connsiteX154" fmla="*/ 6006823 w 6128435"/>
              <a:gd name="connsiteY154" fmla="*/ 6578546 h 6858000"/>
              <a:gd name="connsiteX155" fmla="*/ 6004510 w 6128435"/>
              <a:gd name="connsiteY155" fmla="*/ 6599256 h 6858000"/>
              <a:gd name="connsiteX156" fmla="*/ 5986207 w 6128435"/>
              <a:gd name="connsiteY156" fmla="*/ 6695855 h 6858000"/>
              <a:gd name="connsiteX157" fmla="*/ 5979428 w 6128435"/>
              <a:gd name="connsiteY157" fmla="*/ 6754678 h 6858000"/>
              <a:gd name="connsiteX158" fmla="*/ 5983398 w 6128435"/>
              <a:gd name="connsiteY158" fmla="*/ 6778641 h 6858000"/>
              <a:gd name="connsiteX159" fmla="*/ 5984543 w 6128435"/>
              <a:gd name="connsiteY159" fmla="*/ 6811016 h 6858000"/>
              <a:gd name="connsiteX160" fmla="*/ 5981802 w 6128435"/>
              <a:gd name="connsiteY160" fmla="*/ 6838578 h 6858000"/>
              <a:gd name="connsiteX161" fmla="*/ 5979671 w 6128435"/>
              <a:gd name="connsiteY161" fmla="*/ 6858000 h 6858000"/>
              <a:gd name="connsiteX162" fmla="*/ 0 w 6128435"/>
              <a:gd name="connsiteY162" fmla="*/ 6858000 h 6858000"/>
              <a:gd name="connsiteX163" fmla="*/ 0 w 6128435"/>
              <a:gd name="connsiteY163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44434 w 6128435"/>
              <a:gd name="connsiteY24" fmla="*/ 1580810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47111 w 6128435"/>
              <a:gd name="connsiteY35" fmla="*/ 2269679 h 6858000"/>
              <a:gd name="connsiteX36" fmla="*/ 5279312 w 6128435"/>
              <a:gd name="connsiteY36" fmla="*/ 2302757 h 6858000"/>
              <a:gd name="connsiteX37" fmla="*/ 5293877 w 6128435"/>
              <a:gd name="connsiteY37" fmla="*/ 2368649 h 6858000"/>
              <a:gd name="connsiteX38" fmla="*/ 5311338 w 6128435"/>
              <a:gd name="connsiteY38" fmla="*/ 2404034 h 6858000"/>
              <a:gd name="connsiteX39" fmla="*/ 5338366 w 6128435"/>
              <a:gd name="connsiteY39" fmla="*/ 2465052 h 6858000"/>
              <a:gd name="connsiteX40" fmla="*/ 5371263 w 6128435"/>
              <a:gd name="connsiteY40" fmla="*/ 2586413 h 6858000"/>
              <a:gd name="connsiteX41" fmla="*/ 5407503 w 6128435"/>
              <a:gd name="connsiteY41" fmla="*/ 2786290 h 6858000"/>
              <a:gd name="connsiteX42" fmla="*/ 5407356 w 6128435"/>
              <a:gd name="connsiteY42" fmla="*/ 2787545 h 6858000"/>
              <a:gd name="connsiteX43" fmla="*/ 5411130 w 6128435"/>
              <a:gd name="connsiteY43" fmla="*/ 2788640 h 6858000"/>
              <a:gd name="connsiteX44" fmla="*/ 5416439 w 6128435"/>
              <a:gd name="connsiteY44" fmla="*/ 2805666 h 6858000"/>
              <a:gd name="connsiteX45" fmla="*/ 5416589 w 6128435"/>
              <a:gd name="connsiteY45" fmla="*/ 2810822 h 6858000"/>
              <a:gd name="connsiteX46" fmla="*/ 5418542 w 6128435"/>
              <a:gd name="connsiteY46" fmla="*/ 2817745 h 6858000"/>
              <a:gd name="connsiteX47" fmla="*/ 5418847 w 6128435"/>
              <a:gd name="connsiteY47" fmla="*/ 2817825 h 6858000"/>
              <a:gd name="connsiteX48" fmla="*/ 5457023 w 6128435"/>
              <a:gd name="connsiteY48" fmla="*/ 2858292 h 6858000"/>
              <a:gd name="connsiteX49" fmla="*/ 5479298 w 6128435"/>
              <a:gd name="connsiteY49" fmla="*/ 2947791 h 6858000"/>
              <a:gd name="connsiteX50" fmla="*/ 5481770 w 6128435"/>
              <a:gd name="connsiteY50" fmla="*/ 2951352 h 6858000"/>
              <a:gd name="connsiteX51" fmla="*/ 5482045 w 6128435"/>
              <a:gd name="connsiteY51" fmla="*/ 2984371 h 6858000"/>
              <a:gd name="connsiteX52" fmla="*/ 5482415 w 6128435"/>
              <a:gd name="connsiteY52" fmla="*/ 3004079 h 6858000"/>
              <a:gd name="connsiteX53" fmla="*/ 5483865 w 6128435"/>
              <a:gd name="connsiteY53" fmla="*/ 3005467 h 6858000"/>
              <a:gd name="connsiteX54" fmla="*/ 5482236 w 6128435"/>
              <a:gd name="connsiteY54" fmla="*/ 3019791 h 6858000"/>
              <a:gd name="connsiteX55" fmla="*/ 5481505 w 6128435"/>
              <a:gd name="connsiteY55" fmla="*/ 3095286 h 6858000"/>
              <a:gd name="connsiteX56" fmla="*/ 5477595 w 6128435"/>
              <a:gd name="connsiteY56" fmla="*/ 3250534 h 6858000"/>
              <a:gd name="connsiteX57" fmla="*/ 5532836 w 6128435"/>
              <a:gd name="connsiteY57" fmla="*/ 3353840 h 6858000"/>
              <a:gd name="connsiteX58" fmla="*/ 5561229 w 6128435"/>
              <a:gd name="connsiteY58" fmla="*/ 3395784 h 6858000"/>
              <a:gd name="connsiteX59" fmla="*/ 5589758 w 6128435"/>
              <a:gd name="connsiteY59" fmla="*/ 3506453 h 6858000"/>
              <a:gd name="connsiteX60" fmla="*/ 5596144 w 6128435"/>
              <a:gd name="connsiteY60" fmla="*/ 3534624 h 6858000"/>
              <a:gd name="connsiteX61" fmla="*/ 5597750 w 6128435"/>
              <a:gd name="connsiteY61" fmla="*/ 3534129 h 6858000"/>
              <a:gd name="connsiteX62" fmla="*/ 5599700 w 6128435"/>
              <a:gd name="connsiteY62" fmla="*/ 3547221 h 6858000"/>
              <a:gd name="connsiteX63" fmla="*/ 5615031 w 6128435"/>
              <a:gd name="connsiteY63" fmla="*/ 3557482 h 6858000"/>
              <a:gd name="connsiteX64" fmla="*/ 5618377 w 6128435"/>
              <a:gd name="connsiteY64" fmla="*/ 3588431 h 6858000"/>
              <a:gd name="connsiteX65" fmla="*/ 5612155 w 6128435"/>
              <a:gd name="connsiteY65" fmla="*/ 3589869 h 6858000"/>
              <a:gd name="connsiteX66" fmla="*/ 5620843 w 6128435"/>
              <a:gd name="connsiteY66" fmla="*/ 3606745 h 6858000"/>
              <a:gd name="connsiteX67" fmla="*/ 5655472 w 6128435"/>
              <a:gd name="connsiteY67" fmla="*/ 3678877 h 6858000"/>
              <a:gd name="connsiteX68" fmla="*/ 5680448 w 6128435"/>
              <a:gd name="connsiteY68" fmla="*/ 3717760 h 6858000"/>
              <a:gd name="connsiteX69" fmla="*/ 5683015 w 6128435"/>
              <a:gd name="connsiteY69" fmla="*/ 3762025 h 6858000"/>
              <a:gd name="connsiteX70" fmla="*/ 5696643 w 6128435"/>
              <a:gd name="connsiteY70" fmla="*/ 3773888 h 6858000"/>
              <a:gd name="connsiteX71" fmla="*/ 5699203 w 6128435"/>
              <a:gd name="connsiteY71" fmla="*/ 3775823 h 6858000"/>
              <a:gd name="connsiteX72" fmla="*/ 5704824 w 6128435"/>
              <a:gd name="connsiteY72" fmla="*/ 3785966 h 6858000"/>
              <a:gd name="connsiteX73" fmla="*/ 5712204 w 6128435"/>
              <a:gd name="connsiteY73" fmla="*/ 3785830 h 6858000"/>
              <a:gd name="connsiteX74" fmla="*/ 5724816 w 6128435"/>
              <a:gd name="connsiteY74" fmla="*/ 3798949 h 6858000"/>
              <a:gd name="connsiteX75" fmla="*/ 5733539 w 6128435"/>
              <a:gd name="connsiteY75" fmla="*/ 3818457 h 6858000"/>
              <a:gd name="connsiteX76" fmla="*/ 5768491 w 6128435"/>
              <a:gd name="connsiteY76" fmla="*/ 3914399 h 6858000"/>
              <a:gd name="connsiteX77" fmla="*/ 5793123 w 6128435"/>
              <a:gd name="connsiteY77" fmla="*/ 3969952 h 6858000"/>
              <a:gd name="connsiteX78" fmla="*/ 5808321 w 6128435"/>
              <a:gd name="connsiteY78" fmla="*/ 3988153 h 6858000"/>
              <a:gd name="connsiteX79" fmla="*/ 5825621 w 6128435"/>
              <a:gd name="connsiteY79" fmla="*/ 4015525 h 6858000"/>
              <a:gd name="connsiteX80" fmla="*/ 5860672 w 6128435"/>
              <a:gd name="connsiteY80" fmla="*/ 4061579 h 6858000"/>
              <a:gd name="connsiteX81" fmla="*/ 5872173 w 6128435"/>
              <a:gd name="connsiteY81" fmla="*/ 4088497 h 6858000"/>
              <a:gd name="connsiteX82" fmla="*/ 5883705 w 6128435"/>
              <a:gd name="connsiteY82" fmla="*/ 4101899 h 6858000"/>
              <a:gd name="connsiteX83" fmla="*/ 5885314 w 6128435"/>
              <a:gd name="connsiteY83" fmla="*/ 4108387 h 6858000"/>
              <a:gd name="connsiteX84" fmla="*/ 5894095 w 6128435"/>
              <a:gd name="connsiteY84" fmla="*/ 4128857 h 6858000"/>
              <a:gd name="connsiteX85" fmla="*/ 5898339 w 6128435"/>
              <a:gd name="connsiteY85" fmla="*/ 4140800 h 6858000"/>
              <a:gd name="connsiteX86" fmla="*/ 5899734 w 6128435"/>
              <a:gd name="connsiteY86" fmla="*/ 4145632 h 6858000"/>
              <a:gd name="connsiteX87" fmla="*/ 5903513 w 6128435"/>
              <a:gd name="connsiteY87" fmla="*/ 4187661 h 6858000"/>
              <a:gd name="connsiteX88" fmla="*/ 5917114 w 6128435"/>
              <a:gd name="connsiteY88" fmla="*/ 4213096 h 6858000"/>
              <a:gd name="connsiteX89" fmla="*/ 5921153 w 6128435"/>
              <a:gd name="connsiteY89" fmla="*/ 4236222 h 6858000"/>
              <a:gd name="connsiteX90" fmla="*/ 5924233 w 6128435"/>
              <a:gd name="connsiteY90" fmla="*/ 4242060 h 6858000"/>
              <a:gd name="connsiteX91" fmla="*/ 5928910 w 6128435"/>
              <a:gd name="connsiteY91" fmla="*/ 4300973 h 6858000"/>
              <a:gd name="connsiteX92" fmla="*/ 5939320 w 6128435"/>
              <a:gd name="connsiteY92" fmla="*/ 4340435 h 6858000"/>
              <a:gd name="connsiteX93" fmla="*/ 5946705 w 6128435"/>
              <a:gd name="connsiteY93" fmla="*/ 4428051 h 6858000"/>
              <a:gd name="connsiteX94" fmla="*/ 5949261 w 6128435"/>
              <a:gd name="connsiteY94" fmla="*/ 4449185 h 6858000"/>
              <a:gd name="connsiteX95" fmla="*/ 5957504 w 6128435"/>
              <a:gd name="connsiteY95" fmla="*/ 4465911 h 6858000"/>
              <a:gd name="connsiteX96" fmla="*/ 5964689 w 6128435"/>
              <a:gd name="connsiteY96" fmla="*/ 4468532 h 6858000"/>
              <a:gd name="connsiteX97" fmla="*/ 5967062 w 6128435"/>
              <a:gd name="connsiteY97" fmla="*/ 4479923 h 6858000"/>
              <a:gd name="connsiteX98" fmla="*/ 5968960 w 6128435"/>
              <a:gd name="connsiteY98" fmla="*/ 4482655 h 6858000"/>
              <a:gd name="connsiteX99" fmla="*/ 5978567 w 6128435"/>
              <a:gd name="connsiteY99" fmla="*/ 4498605 h 6858000"/>
              <a:gd name="connsiteX100" fmla="*/ 5980106 w 6128435"/>
              <a:gd name="connsiteY100" fmla="*/ 4585087 h 6858000"/>
              <a:gd name="connsiteX101" fmla="*/ 5998138 w 6128435"/>
              <a:gd name="connsiteY101" fmla="*/ 4697518 h 6858000"/>
              <a:gd name="connsiteX102" fmla="*/ 6013516 w 6128435"/>
              <a:gd name="connsiteY102" fmla="*/ 4786619 h 6858000"/>
              <a:gd name="connsiteX103" fmla="*/ 6025404 w 6128435"/>
              <a:gd name="connsiteY103" fmla="*/ 4858148 h 6858000"/>
              <a:gd name="connsiteX104" fmla="*/ 6007749 w 6128435"/>
              <a:gd name="connsiteY104" fmla="*/ 4964715 h 6858000"/>
              <a:gd name="connsiteX105" fmla="*/ 6005269 w 6128435"/>
              <a:gd name="connsiteY105" fmla="*/ 5150567 h 6858000"/>
              <a:gd name="connsiteX106" fmla="*/ 6001127 w 6128435"/>
              <a:gd name="connsiteY106" fmla="*/ 5164609 h 6858000"/>
              <a:gd name="connsiteX107" fmla="*/ 5996647 w 6128435"/>
              <a:gd name="connsiteY107" fmla="*/ 5185640 h 6858000"/>
              <a:gd name="connsiteX108" fmla="*/ 5998514 w 6128435"/>
              <a:gd name="connsiteY108" fmla="*/ 5189673 h 6858000"/>
              <a:gd name="connsiteX109" fmla="*/ 5995970 w 6128435"/>
              <a:gd name="connsiteY109" fmla="*/ 5221547 h 6858000"/>
              <a:gd name="connsiteX110" fmla="*/ 5997218 w 6128435"/>
              <a:gd name="connsiteY110" fmla="*/ 5222031 h 6858000"/>
              <a:gd name="connsiteX111" fmla="*/ 6002116 w 6128435"/>
              <a:gd name="connsiteY111" fmla="*/ 5231223 h 6858000"/>
              <a:gd name="connsiteX112" fmla="*/ 6008541 w 6128435"/>
              <a:gd name="connsiteY112" fmla="*/ 5248680 h 6858000"/>
              <a:gd name="connsiteX113" fmla="*/ 6039260 w 6128435"/>
              <a:gd name="connsiteY113" fmla="*/ 5289518 h 6858000"/>
              <a:gd name="connsiteX114" fmla="*/ 6036748 w 6128435"/>
              <a:gd name="connsiteY114" fmla="*/ 5322752 h 6858000"/>
              <a:gd name="connsiteX115" fmla="*/ 6036943 w 6128435"/>
              <a:gd name="connsiteY115" fmla="*/ 5329480 h 6858000"/>
              <a:gd name="connsiteX116" fmla="*/ 6037236 w 6128435"/>
              <a:gd name="connsiteY116" fmla="*/ 5329634 h 6858000"/>
              <a:gd name="connsiteX117" fmla="*/ 6038019 w 6128435"/>
              <a:gd name="connsiteY117" fmla="*/ 5336764 h 6858000"/>
              <a:gd name="connsiteX118" fmla="*/ 6037298 w 6128435"/>
              <a:gd name="connsiteY118" fmla="*/ 5341753 h 6858000"/>
              <a:gd name="connsiteX119" fmla="*/ 6037677 w 6128435"/>
              <a:gd name="connsiteY119" fmla="*/ 5354807 h 6858000"/>
              <a:gd name="connsiteX120" fmla="*/ 6039728 w 6128435"/>
              <a:gd name="connsiteY120" fmla="*/ 5359416 h 6858000"/>
              <a:gd name="connsiteX121" fmla="*/ 6043311 w 6128435"/>
              <a:gd name="connsiteY121" fmla="*/ 5361407 h 6858000"/>
              <a:gd name="connsiteX122" fmla="*/ 6042954 w 6128435"/>
              <a:gd name="connsiteY122" fmla="*/ 5362576 h 6858000"/>
              <a:gd name="connsiteX123" fmla="*/ 6053435 w 6128435"/>
              <a:gd name="connsiteY123" fmla="*/ 5387547 h 6858000"/>
              <a:gd name="connsiteX124" fmla="*/ 6065933 w 6128435"/>
              <a:gd name="connsiteY124" fmla="*/ 5443002 h 6858000"/>
              <a:gd name="connsiteX125" fmla="*/ 6068640 w 6128435"/>
              <a:gd name="connsiteY125" fmla="*/ 5474503 h 6858000"/>
              <a:gd name="connsiteX126" fmla="*/ 6080922 w 6128435"/>
              <a:gd name="connsiteY126" fmla="*/ 5561070 h 6858000"/>
              <a:gd name="connsiteX127" fmla="*/ 6096949 w 6128435"/>
              <a:gd name="connsiteY127" fmla="*/ 5648179 h 6858000"/>
              <a:gd name="connsiteX128" fmla="*/ 6125703 w 6128435"/>
              <a:gd name="connsiteY128" fmla="*/ 5692894 h 6858000"/>
              <a:gd name="connsiteX129" fmla="*/ 6126670 w 6128435"/>
              <a:gd name="connsiteY129" fmla="*/ 5697882 h 6858000"/>
              <a:gd name="connsiteX130" fmla="*/ 6124061 w 6128435"/>
              <a:gd name="connsiteY130" fmla="*/ 5710294 h 6858000"/>
              <a:gd name="connsiteX131" fmla="*/ 6122213 w 6128435"/>
              <a:gd name="connsiteY131" fmla="*/ 5714762 h 6858000"/>
              <a:gd name="connsiteX132" fmla="*/ 6121353 w 6128435"/>
              <a:gd name="connsiteY132" fmla="*/ 5721725 h 6858000"/>
              <a:gd name="connsiteX133" fmla="*/ 6121607 w 6128435"/>
              <a:gd name="connsiteY133" fmla="*/ 5721959 h 6858000"/>
              <a:gd name="connsiteX134" fmla="*/ 6120262 w 6128435"/>
              <a:gd name="connsiteY134" fmla="*/ 5728358 h 6858000"/>
              <a:gd name="connsiteX135" fmla="*/ 6110194 w 6128435"/>
              <a:gd name="connsiteY135" fmla="*/ 5758853 h 6858000"/>
              <a:gd name="connsiteX136" fmla="*/ 6127519 w 6128435"/>
              <a:gd name="connsiteY136" fmla="*/ 5865775 h 6858000"/>
              <a:gd name="connsiteX137" fmla="*/ 6128435 w 6128435"/>
              <a:gd name="connsiteY137" fmla="*/ 5870164 h 6858000"/>
              <a:gd name="connsiteX138" fmla="*/ 6119217 w 6128435"/>
              <a:gd name="connsiteY138" fmla="*/ 5888542 h 6858000"/>
              <a:gd name="connsiteX139" fmla="*/ 6115966 w 6128435"/>
              <a:gd name="connsiteY139" fmla="*/ 5898387 h 6858000"/>
              <a:gd name="connsiteX140" fmla="*/ 6111924 w 6128435"/>
              <a:gd name="connsiteY140" fmla="*/ 5900444 h 6858000"/>
              <a:gd name="connsiteX141" fmla="*/ 6108716 w 6128435"/>
              <a:gd name="connsiteY141" fmla="*/ 5915345 h 6858000"/>
              <a:gd name="connsiteX142" fmla="*/ 6109524 w 6128435"/>
              <a:gd name="connsiteY142" fmla="*/ 5917328 h 6858000"/>
              <a:gd name="connsiteX143" fmla="*/ 6102493 w 6128435"/>
              <a:gd name="connsiteY143" fmla="*/ 5928602 h 6858000"/>
              <a:gd name="connsiteX144" fmla="*/ 6056863 w 6128435"/>
              <a:gd name="connsiteY144" fmla="*/ 6000643 h 6858000"/>
              <a:gd name="connsiteX145" fmla="*/ 6045436 w 6128435"/>
              <a:gd name="connsiteY145" fmla="*/ 6124480 h 6858000"/>
              <a:gd name="connsiteX146" fmla="*/ 6030489 w 6128435"/>
              <a:gd name="connsiteY146" fmla="*/ 6317666 h 6858000"/>
              <a:gd name="connsiteX147" fmla="*/ 6007492 w 6128435"/>
              <a:gd name="connsiteY147" fmla="*/ 6440818 h 6858000"/>
              <a:gd name="connsiteX148" fmla="*/ 6009467 w 6128435"/>
              <a:gd name="connsiteY148" fmla="*/ 6487076 h 6858000"/>
              <a:gd name="connsiteX149" fmla="*/ 5995064 w 6128435"/>
              <a:gd name="connsiteY149" fmla="*/ 6540791 h 6858000"/>
              <a:gd name="connsiteX150" fmla="*/ 5996309 w 6128435"/>
              <a:gd name="connsiteY150" fmla="*/ 6543961 h 6858000"/>
              <a:gd name="connsiteX151" fmla="*/ 5996048 w 6128435"/>
              <a:gd name="connsiteY151" fmla="*/ 6555444 h 6858000"/>
              <a:gd name="connsiteX152" fmla="*/ 6002524 w 6128435"/>
              <a:gd name="connsiteY152" fmla="*/ 6560188 h 6858000"/>
              <a:gd name="connsiteX153" fmla="*/ 6006823 w 6128435"/>
              <a:gd name="connsiteY153" fmla="*/ 6578546 h 6858000"/>
              <a:gd name="connsiteX154" fmla="*/ 6004510 w 6128435"/>
              <a:gd name="connsiteY154" fmla="*/ 6599256 h 6858000"/>
              <a:gd name="connsiteX155" fmla="*/ 5986207 w 6128435"/>
              <a:gd name="connsiteY155" fmla="*/ 6695855 h 6858000"/>
              <a:gd name="connsiteX156" fmla="*/ 5979428 w 6128435"/>
              <a:gd name="connsiteY156" fmla="*/ 6754678 h 6858000"/>
              <a:gd name="connsiteX157" fmla="*/ 5983398 w 6128435"/>
              <a:gd name="connsiteY157" fmla="*/ 6778641 h 6858000"/>
              <a:gd name="connsiteX158" fmla="*/ 5984543 w 6128435"/>
              <a:gd name="connsiteY158" fmla="*/ 6811016 h 6858000"/>
              <a:gd name="connsiteX159" fmla="*/ 5981802 w 6128435"/>
              <a:gd name="connsiteY159" fmla="*/ 6838578 h 6858000"/>
              <a:gd name="connsiteX160" fmla="*/ 5979671 w 6128435"/>
              <a:gd name="connsiteY160" fmla="*/ 6858000 h 6858000"/>
              <a:gd name="connsiteX161" fmla="*/ 0 w 6128435"/>
              <a:gd name="connsiteY161" fmla="*/ 6858000 h 6858000"/>
              <a:gd name="connsiteX162" fmla="*/ 0 w 6128435"/>
              <a:gd name="connsiteY162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47111 w 6128435"/>
              <a:gd name="connsiteY35" fmla="*/ 2269679 h 6858000"/>
              <a:gd name="connsiteX36" fmla="*/ 5279312 w 6128435"/>
              <a:gd name="connsiteY36" fmla="*/ 2302757 h 6858000"/>
              <a:gd name="connsiteX37" fmla="*/ 5293877 w 6128435"/>
              <a:gd name="connsiteY37" fmla="*/ 2368649 h 6858000"/>
              <a:gd name="connsiteX38" fmla="*/ 5311338 w 6128435"/>
              <a:gd name="connsiteY38" fmla="*/ 2404034 h 6858000"/>
              <a:gd name="connsiteX39" fmla="*/ 5338366 w 6128435"/>
              <a:gd name="connsiteY39" fmla="*/ 2465052 h 6858000"/>
              <a:gd name="connsiteX40" fmla="*/ 5371263 w 6128435"/>
              <a:gd name="connsiteY40" fmla="*/ 2586413 h 6858000"/>
              <a:gd name="connsiteX41" fmla="*/ 5407503 w 6128435"/>
              <a:gd name="connsiteY41" fmla="*/ 2786290 h 6858000"/>
              <a:gd name="connsiteX42" fmla="*/ 5407356 w 6128435"/>
              <a:gd name="connsiteY42" fmla="*/ 2787545 h 6858000"/>
              <a:gd name="connsiteX43" fmla="*/ 5411130 w 6128435"/>
              <a:gd name="connsiteY43" fmla="*/ 2788640 h 6858000"/>
              <a:gd name="connsiteX44" fmla="*/ 5416439 w 6128435"/>
              <a:gd name="connsiteY44" fmla="*/ 2805666 h 6858000"/>
              <a:gd name="connsiteX45" fmla="*/ 5416589 w 6128435"/>
              <a:gd name="connsiteY45" fmla="*/ 2810822 h 6858000"/>
              <a:gd name="connsiteX46" fmla="*/ 5418542 w 6128435"/>
              <a:gd name="connsiteY46" fmla="*/ 2817745 h 6858000"/>
              <a:gd name="connsiteX47" fmla="*/ 5418847 w 6128435"/>
              <a:gd name="connsiteY47" fmla="*/ 2817825 h 6858000"/>
              <a:gd name="connsiteX48" fmla="*/ 5457023 w 6128435"/>
              <a:gd name="connsiteY48" fmla="*/ 2858292 h 6858000"/>
              <a:gd name="connsiteX49" fmla="*/ 5479298 w 6128435"/>
              <a:gd name="connsiteY49" fmla="*/ 2947791 h 6858000"/>
              <a:gd name="connsiteX50" fmla="*/ 5481770 w 6128435"/>
              <a:gd name="connsiteY50" fmla="*/ 2951352 h 6858000"/>
              <a:gd name="connsiteX51" fmla="*/ 5482045 w 6128435"/>
              <a:gd name="connsiteY51" fmla="*/ 2984371 h 6858000"/>
              <a:gd name="connsiteX52" fmla="*/ 5482415 w 6128435"/>
              <a:gd name="connsiteY52" fmla="*/ 3004079 h 6858000"/>
              <a:gd name="connsiteX53" fmla="*/ 5483865 w 6128435"/>
              <a:gd name="connsiteY53" fmla="*/ 3005467 h 6858000"/>
              <a:gd name="connsiteX54" fmla="*/ 5482236 w 6128435"/>
              <a:gd name="connsiteY54" fmla="*/ 3019791 h 6858000"/>
              <a:gd name="connsiteX55" fmla="*/ 5481505 w 6128435"/>
              <a:gd name="connsiteY55" fmla="*/ 3095286 h 6858000"/>
              <a:gd name="connsiteX56" fmla="*/ 5477595 w 6128435"/>
              <a:gd name="connsiteY56" fmla="*/ 3250534 h 6858000"/>
              <a:gd name="connsiteX57" fmla="*/ 5532836 w 6128435"/>
              <a:gd name="connsiteY57" fmla="*/ 3353840 h 6858000"/>
              <a:gd name="connsiteX58" fmla="*/ 5561229 w 6128435"/>
              <a:gd name="connsiteY58" fmla="*/ 3395784 h 6858000"/>
              <a:gd name="connsiteX59" fmla="*/ 5589758 w 6128435"/>
              <a:gd name="connsiteY59" fmla="*/ 3506453 h 6858000"/>
              <a:gd name="connsiteX60" fmla="*/ 5596144 w 6128435"/>
              <a:gd name="connsiteY60" fmla="*/ 3534624 h 6858000"/>
              <a:gd name="connsiteX61" fmla="*/ 5597750 w 6128435"/>
              <a:gd name="connsiteY61" fmla="*/ 3534129 h 6858000"/>
              <a:gd name="connsiteX62" fmla="*/ 5599700 w 6128435"/>
              <a:gd name="connsiteY62" fmla="*/ 3547221 h 6858000"/>
              <a:gd name="connsiteX63" fmla="*/ 5615031 w 6128435"/>
              <a:gd name="connsiteY63" fmla="*/ 3557482 h 6858000"/>
              <a:gd name="connsiteX64" fmla="*/ 5618377 w 6128435"/>
              <a:gd name="connsiteY64" fmla="*/ 3588431 h 6858000"/>
              <a:gd name="connsiteX65" fmla="*/ 5612155 w 6128435"/>
              <a:gd name="connsiteY65" fmla="*/ 3589869 h 6858000"/>
              <a:gd name="connsiteX66" fmla="*/ 5620843 w 6128435"/>
              <a:gd name="connsiteY66" fmla="*/ 3606745 h 6858000"/>
              <a:gd name="connsiteX67" fmla="*/ 5655472 w 6128435"/>
              <a:gd name="connsiteY67" fmla="*/ 3678877 h 6858000"/>
              <a:gd name="connsiteX68" fmla="*/ 5680448 w 6128435"/>
              <a:gd name="connsiteY68" fmla="*/ 3717760 h 6858000"/>
              <a:gd name="connsiteX69" fmla="*/ 5683015 w 6128435"/>
              <a:gd name="connsiteY69" fmla="*/ 3762025 h 6858000"/>
              <a:gd name="connsiteX70" fmla="*/ 5696643 w 6128435"/>
              <a:gd name="connsiteY70" fmla="*/ 3773888 h 6858000"/>
              <a:gd name="connsiteX71" fmla="*/ 5699203 w 6128435"/>
              <a:gd name="connsiteY71" fmla="*/ 3775823 h 6858000"/>
              <a:gd name="connsiteX72" fmla="*/ 5704824 w 6128435"/>
              <a:gd name="connsiteY72" fmla="*/ 3785966 h 6858000"/>
              <a:gd name="connsiteX73" fmla="*/ 5712204 w 6128435"/>
              <a:gd name="connsiteY73" fmla="*/ 3785830 h 6858000"/>
              <a:gd name="connsiteX74" fmla="*/ 5724816 w 6128435"/>
              <a:gd name="connsiteY74" fmla="*/ 3798949 h 6858000"/>
              <a:gd name="connsiteX75" fmla="*/ 5733539 w 6128435"/>
              <a:gd name="connsiteY75" fmla="*/ 3818457 h 6858000"/>
              <a:gd name="connsiteX76" fmla="*/ 5768491 w 6128435"/>
              <a:gd name="connsiteY76" fmla="*/ 3914399 h 6858000"/>
              <a:gd name="connsiteX77" fmla="*/ 5793123 w 6128435"/>
              <a:gd name="connsiteY77" fmla="*/ 3969952 h 6858000"/>
              <a:gd name="connsiteX78" fmla="*/ 5808321 w 6128435"/>
              <a:gd name="connsiteY78" fmla="*/ 3988153 h 6858000"/>
              <a:gd name="connsiteX79" fmla="*/ 5825621 w 6128435"/>
              <a:gd name="connsiteY79" fmla="*/ 4015525 h 6858000"/>
              <a:gd name="connsiteX80" fmla="*/ 5860672 w 6128435"/>
              <a:gd name="connsiteY80" fmla="*/ 4061579 h 6858000"/>
              <a:gd name="connsiteX81" fmla="*/ 5872173 w 6128435"/>
              <a:gd name="connsiteY81" fmla="*/ 4088497 h 6858000"/>
              <a:gd name="connsiteX82" fmla="*/ 5883705 w 6128435"/>
              <a:gd name="connsiteY82" fmla="*/ 4101899 h 6858000"/>
              <a:gd name="connsiteX83" fmla="*/ 5885314 w 6128435"/>
              <a:gd name="connsiteY83" fmla="*/ 4108387 h 6858000"/>
              <a:gd name="connsiteX84" fmla="*/ 5894095 w 6128435"/>
              <a:gd name="connsiteY84" fmla="*/ 4128857 h 6858000"/>
              <a:gd name="connsiteX85" fmla="*/ 5898339 w 6128435"/>
              <a:gd name="connsiteY85" fmla="*/ 4140800 h 6858000"/>
              <a:gd name="connsiteX86" fmla="*/ 5899734 w 6128435"/>
              <a:gd name="connsiteY86" fmla="*/ 4145632 h 6858000"/>
              <a:gd name="connsiteX87" fmla="*/ 5903513 w 6128435"/>
              <a:gd name="connsiteY87" fmla="*/ 4187661 h 6858000"/>
              <a:gd name="connsiteX88" fmla="*/ 5917114 w 6128435"/>
              <a:gd name="connsiteY88" fmla="*/ 4213096 h 6858000"/>
              <a:gd name="connsiteX89" fmla="*/ 5921153 w 6128435"/>
              <a:gd name="connsiteY89" fmla="*/ 4236222 h 6858000"/>
              <a:gd name="connsiteX90" fmla="*/ 5924233 w 6128435"/>
              <a:gd name="connsiteY90" fmla="*/ 4242060 h 6858000"/>
              <a:gd name="connsiteX91" fmla="*/ 5928910 w 6128435"/>
              <a:gd name="connsiteY91" fmla="*/ 4300973 h 6858000"/>
              <a:gd name="connsiteX92" fmla="*/ 5939320 w 6128435"/>
              <a:gd name="connsiteY92" fmla="*/ 4340435 h 6858000"/>
              <a:gd name="connsiteX93" fmla="*/ 5946705 w 6128435"/>
              <a:gd name="connsiteY93" fmla="*/ 4428051 h 6858000"/>
              <a:gd name="connsiteX94" fmla="*/ 5949261 w 6128435"/>
              <a:gd name="connsiteY94" fmla="*/ 4449185 h 6858000"/>
              <a:gd name="connsiteX95" fmla="*/ 5957504 w 6128435"/>
              <a:gd name="connsiteY95" fmla="*/ 4465911 h 6858000"/>
              <a:gd name="connsiteX96" fmla="*/ 5964689 w 6128435"/>
              <a:gd name="connsiteY96" fmla="*/ 4468532 h 6858000"/>
              <a:gd name="connsiteX97" fmla="*/ 5967062 w 6128435"/>
              <a:gd name="connsiteY97" fmla="*/ 4479923 h 6858000"/>
              <a:gd name="connsiteX98" fmla="*/ 5968960 w 6128435"/>
              <a:gd name="connsiteY98" fmla="*/ 4482655 h 6858000"/>
              <a:gd name="connsiteX99" fmla="*/ 5978567 w 6128435"/>
              <a:gd name="connsiteY99" fmla="*/ 4498605 h 6858000"/>
              <a:gd name="connsiteX100" fmla="*/ 5980106 w 6128435"/>
              <a:gd name="connsiteY100" fmla="*/ 4585087 h 6858000"/>
              <a:gd name="connsiteX101" fmla="*/ 5998138 w 6128435"/>
              <a:gd name="connsiteY101" fmla="*/ 4697518 h 6858000"/>
              <a:gd name="connsiteX102" fmla="*/ 6013516 w 6128435"/>
              <a:gd name="connsiteY102" fmla="*/ 4786619 h 6858000"/>
              <a:gd name="connsiteX103" fmla="*/ 6025404 w 6128435"/>
              <a:gd name="connsiteY103" fmla="*/ 4858148 h 6858000"/>
              <a:gd name="connsiteX104" fmla="*/ 6007749 w 6128435"/>
              <a:gd name="connsiteY104" fmla="*/ 4964715 h 6858000"/>
              <a:gd name="connsiteX105" fmla="*/ 6005269 w 6128435"/>
              <a:gd name="connsiteY105" fmla="*/ 5150567 h 6858000"/>
              <a:gd name="connsiteX106" fmla="*/ 6001127 w 6128435"/>
              <a:gd name="connsiteY106" fmla="*/ 5164609 h 6858000"/>
              <a:gd name="connsiteX107" fmla="*/ 5996647 w 6128435"/>
              <a:gd name="connsiteY107" fmla="*/ 5185640 h 6858000"/>
              <a:gd name="connsiteX108" fmla="*/ 5998514 w 6128435"/>
              <a:gd name="connsiteY108" fmla="*/ 5189673 h 6858000"/>
              <a:gd name="connsiteX109" fmla="*/ 5995970 w 6128435"/>
              <a:gd name="connsiteY109" fmla="*/ 5221547 h 6858000"/>
              <a:gd name="connsiteX110" fmla="*/ 5997218 w 6128435"/>
              <a:gd name="connsiteY110" fmla="*/ 5222031 h 6858000"/>
              <a:gd name="connsiteX111" fmla="*/ 6002116 w 6128435"/>
              <a:gd name="connsiteY111" fmla="*/ 5231223 h 6858000"/>
              <a:gd name="connsiteX112" fmla="*/ 6008541 w 6128435"/>
              <a:gd name="connsiteY112" fmla="*/ 5248680 h 6858000"/>
              <a:gd name="connsiteX113" fmla="*/ 6039260 w 6128435"/>
              <a:gd name="connsiteY113" fmla="*/ 5289518 h 6858000"/>
              <a:gd name="connsiteX114" fmla="*/ 6036748 w 6128435"/>
              <a:gd name="connsiteY114" fmla="*/ 5322752 h 6858000"/>
              <a:gd name="connsiteX115" fmla="*/ 6036943 w 6128435"/>
              <a:gd name="connsiteY115" fmla="*/ 5329480 h 6858000"/>
              <a:gd name="connsiteX116" fmla="*/ 6037236 w 6128435"/>
              <a:gd name="connsiteY116" fmla="*/ 5329634 h 6858000"/>
              <a:gd name="connsiteX117" fmla="*/ 6038019 w 6128435"/>
              <a:gd name="connsiteY117" fmla="*/ 5336764 h 6858000"/>
              <a:gd name="connsiteX118" fmla="*/ 6037298 w 6128435"/>
              <a:gd name="connsiteY118" fmla="*/ 5341753 h 6858000"/>
              <a:gd name="connsiteX119" fmla="*/ 6037677 w 6128435"/>
              <a:gd name="connsiteY119" fmla="*/ 5354807 h 6858000"/>
              <a:gd name="connsiteX120" fmla="*/ 6039728 w 6128435"/>
              <a:gd name="connsiteY120" fmla="*/ 5359416 h 6858000"/>
              <a:gd name="connsiteX121" fmla="*/ 6043311 w 6128435"/>
              <a:gd name="connsiteY121" fmla="*/ 5361407 h 6858000"/>
              <a:gd name="connsiteX122" fmla="*/ 6042954 w 6128435"/>
              <a:gd name="connsiteY122" fmla="*/ 5362576 h 6858000"/>
              <a:gd name="connsiteX123" fmla="*/ 6053435 w 6128435"/>
              <a:gd name="connsiteY123" fmla="*/ 5387547 h 6858000"/>
              <a:gd name="connsiteX124" fmla="*/ 6065933 w 6128435"/>
              <a:gd name="connsiteY124" fmla="*/ 5443002 h 6858000"/>
              <a:gd name="connsiteX125" fmla="*/ 6068640 w 6128435"/>
              <a:gd name="connsiteY125" fmla="*/ 5474503 h 6858000"/>
              <a:gd name="connsiteX126" fmla="*/ 6080922 w 6128435"/>
              <a:gd name="connsiteY126" fmla="*/ 5561070 h 6858000"/>
              <a:gd name="connsiteX127" fmla="*/ 6096949 w 6128435"/>
              <a:gd name="connsiteY127" fmla="*/ 5648179 h 6858000"/>
              <a:gd name="connsiteX128" fmla="*/ 6125703 w 6128435"/>
              <a:gd name="connsiteY128" fmla="*/ 5692894 h 6858000"/>
              <a:gd name="connsiteX129" fmla="*/ 6126670 w 6128435"/>
              <a:gd name="connsiteY129" fmla="*/ 5697882 h 6858000"/>
              <a:gd name="connsiteX130" fmla="*/ 6124061 w 6128435"/>
              <a:gd name="connsiteY130" fmla="*/ 5710294 h 6858000"/>
              <a:gd name="connsiteX131" fmla="*/ 6122213 w 6128435"/>
              <a:gd name="connsiteY131" fmla="*/ 5714762 h 6858000"/>
              <a:gd name="connsiteX132" fmla="*/ 6121353 w 6128435"/>
              <a:gd name="connsiteY132" fmla="*/ 5721725 h 6858000"/>
              <a:gd name="connsiteX133" fmla="*/ 6121607 w 6128435"/>
              <a:gd name="connsiteY133" fmla="*/ 5721959 h 6858000"/>
              <a:gd name="connsiteX134" fmla="*/ 6120262 w 6128435"/>
              <a:gd name="connsiteY134" fmla="*/ 5728358 h 6858000"/>
              <a:gd name="connsiteX135" fmla="*/ 6110194 w 6128435"/>
              <a:gd name="connsiteY135" fmla="*/ 5758853 h 6858000"/>
              <a:gd name="connsiteX136" fmla="*/ 6127519 w 6128435"/>
              <a:gd name="connsiteY136" fmla="*/ 5865775 h 6858000"/>
              <a:gd name="connsiteX137" fmla="*/ 6128435 w 6128435"/>
              <a:gd name="connsiteY137" fmla="*/ 5870164 h 6858000"/>
              <a:gd name="connsiteX138" fmla="*/ 6119217 w 6128435"/>
              <a:gd name="connsiteY138" fmla="*/ 5888542 h 6858000"/>
              <a:gd name="connsiteX139" fmla="*/ 6115966 w 6128435"/>
              <a:gd name="connsiteY139" fmla="*/ 5898387 h 6858000"/>
              <a:gd name="connsiteX140" fmla="*/ 6111924 w 6128435"/>
              <a:gd name="connsiteY140" fmla="*/ 5900444 h 6858000"/>
              <a:gd name="connsiteX141" fmla="*/ 6108716 w 6128435"/>
              <a:gd name="connsiteY141" fmla="*/ 5915345 h 6858000"/>
              <a:gd name="connsiteX142" fmla="*/ 6109524 w 6128435"/>
              <a:gd name="connsiteY142" fmla="*/ 5917328 h 6858000"/>
              <a:gd name="connsiteX143" fmla="*/ 6102493 w 6128435"/>
              <a:gd name="connsiteY143" fmla="*/ 5928602 h 6858000"/>
              <a:gd name="connsiteX144" fmla="*/ 6056863 w 6128435"/>
              <a:gd name="connsiteY144" fmla="*/ 6000643 h 6858000"/>
              <a:gd name="connsiteX145" fmla="*/ 6045436 w 6128435"/>
              <a:gd name="connsiteY145" fmla="*/ 6124480 h 6858000"/>
              <a:gd name="connsiteX146" fmla="*/ 6030489 w 6128435"/>
              <a:gd name="connsiteY146" fmla="*/ 6317666 h 6858000"/>
              <a:gd name="connsiteX147" fmla="*/ 6007492 w 6128435"/>
              <a:gd name="connsiteY147" fmla="*/ 6440818 h 6858000"/>
              <a:gd name="connsiteX148" fmla="*/ 6009467 w 6128435"/>
              <a:gd name="connsiteY148" fmla="*/ 6487076 h 6858000"/>
              <a:gd name="connsiteX149" fmla="*/ 5995064 w 6128435"/>
              <a:gd name="connsiteY149" fmla="*/ 6540791 h 6858000"/>
              <a:gd name="connsiteX150" fmla="*/ 5996309 w 6128435"/>
              <a:gd name="connsiteY150" fmla="*/ 6543961 h 6858000"/>
              <a:gd name="connsiteX151" fmla="*/ 5996048 w 6128435"/>
              <a:gd name="connsiteY151" fmla="*/ 6555444 h 6858000"/>
              <a:gd name="connsiteX152" fmla="*/ 6002524 w 6128435"/>
              <a:gd name="connsiteY152" fmla="*/ 6560188 h 6858000"/>
              <a:gd name="connsiteX153" fmla="*/ 6006823 w 6128435"/>
              <a:gd name="connsiteY153" fmla="*/ 6578546 h 6858000"/>
              <a:gd name="connsiteX154" fmla="*/ 6004510 w 6128435"/>
              <a:gd name="connsiteY154" fmla="*/ 6599256 h 6858000"/>
              <a:gd name="connsiteX155" fmla="*/ 5986207 w 6128435"/>
              <a:gd name="connsiteY155" fmla="*/ 6695855 h 6858000"/>
              <a:gd name="connsiteX156" fmla="*/ 5979428 w 6128435"/>
              <a:gd name="connsiteY156" fmla="*/ 6754678 h 6858000"/>
              <a:gd name="connsiteX157" fmla="*/ 5983398 w 6128435"/>
              <a:gd name="connsiteY157" fmla="*/ 6778641 h 6858000"/>
              <a:gd name="connsiteX158" fmla="*/ 5984543 w 6128435"/>
              <a:gd name="connsiteY158" fmla="*/ 6811016 h 6858000"/>
              <a:gd name="connsiteX159" fmla="*/ 5981802 w 6128435"/>
              <a:gd name="connsiteY159" fmla="*/ 6838578 h 6858000"/>
              <a:gd name="connsiteX160" fmla="*/ 5979671 w 6128435"/>
              <a:gd name="connsiteY160" fmla="*/ 6858000 h 6858000"/>
              <a:gd name="connsiteX161" fmla="*/ 0 w 6128435"/>
              <a:gd name="connsiteY161" fmla="*/ 6858000 h 6858000"/>
              <a:gd name="connsiteX162" fmla="*/ 0 w 6128435"/>
              <a:gd name="connsiteY162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79312 w 6128435"/>
              <a:gd name="connsiteY35" fmla="*/ 2302757 h 6858000"/>
              <a:gd name="connsiteX36" fmla="*/ 5293877 w 6128435"/>
              <a:gd name="connsiteY36" fmla="*/ 2368649 h 6858000"/>
              <a:gd name="connsiteX37" fmla="*/ 5311338 w 6128435"/>
              <a:gd name="connsiteY37" fmla="*/ 2404034 h 6858000"/>
              <a:gd name="connsiteX38" fmla="*/ 5338366 w 6128435"/>
              <a:gd name="connsiteY38" fmla="*/ 2465052 h 6858000"/>
              <a:gd name="connsiteX39" fmla="*/ 5371263 w 6128435"/>
              <a:gd name="connsiteY39" fmla="*/ 2586413 h 6858000"/>
              <a:gd name="connsiteX40" fmla="*/ 5407503 w 6128435"/>
              <a:gd name="connsiteY40" fmla="*/ 2786290 h 6858000"/>
              <a:gd name="connsiteX41" fmla="*/ 5407356 w 6128435"/>
              <a:gd name="connsiteY41" fmla="*/ 2787545 h 6858000"/>
              <a:gd name="connsiteX42" fmla="*/ 5411130 w 6128435"/>
              <a:gd name="connsiteY42" fmla="*/ 2788640 h 6858000"/>
              <a:gd name="connsiteX43" fmla="*/ 5416439 w 6128435"/>
              <a:gd name="connsiteY43" fmla="*/ 2805666 h 6858000"/>
              <a:gd name="connsiteX44" fmla="*/ 5416589 w 6128435"/>
              <a:gd name="connsiteY44" fmla="*/ 2810822 h 6858000"/>
              <a:gd name="connsiteX45" fmla="*/ 5418542 w 6128435"/>
              <a:gd name="connsiteY45" fmla="*/ 2817745 h 6858000"/>
              <a:gd name="connsiteX46" fmla="*/ 5418847 w 6128435"/>
              <a:gd name="connsiteY46" fmla="*/ 2817825 h 6858000"/>
              <a:gd name="connsiteX47" fmla="*/ 5457023 w 6128435"/>
              <a:gd name="connsiteY47" fmla="*/ 2858292 h 6858000"/>
              <a:gd name="connsiteX48" fmla="*/ 5479298 w 6128435"/>
              <a:gd name="connsiteY48" fmla="*/ 2947791 h 6858000"/>
              <a:gd name="connsiteX49" fmla="*/ 5481770 w 6128435"/>
              <a:gd name="connsiteY49" fmla="*/ 2951352 h 6858000"/>
              <a:gd name="connsiteX50" fmla="*/ 5482045 w 6128435"/>
              <a:gd name="connsiteY50" fmla="*/ 2984371 h 6858000"/>
              <a:gd name="connsiteX51" fmla="*/ 5482415 w 6128435"/>
              <a:gd name="connsiteY51" fmla="*/ 3004079 h 6858000"/>
              <a:gd name="connsiteX52" fmla="*/ 5483865 w 6128435"/>
              <a:gd name="connsiteY52" fmla="*/ 3005467 h 6858000"/>
              <a:gd name="connsiteX53" fmla="*/ 5482236 w 6128435"/>
              <a:gd name="connsiteY53" fmla="*/ 3019791 h 6858000"/>
              <a:gd name="connsiteX54" fmla="*/ 5481505 w 6128435"/>
              <a:gd name="connsiteY54" fmla="*/ 3095286 h 6858000"/>
              <a:gd name="connsiteX55" fmla="*/ 5477595 w 6128435"/>
              <a:gd name="connsiteY55" fmla="*/ 3250534 h 6858000"/>
              <a:gd name="connsiteX56" fmla="*/ 5532836 w 6128435"/>
              <a:gd name="connsiteY56" fmla="*/ 3353840 h 6858000"/>
              <a:gd name="connsiteX57" fmla="*/ 5561229 w 6128435"/>
              <a:gd name="connsiteY57" fmla="*/ 3395784 h 6858000"/>
              <a:gd name="connsiteX58" fmla="*/ 5589758 w 6128435"/>
              <a:gd name="connsiteY58" fmla="*/ 3506453 h 6858000"/>
              <a:gd name="connsiteX59" fmla="*/ 5596144 w 6128435"/>
              <a:gd name="connsiteY59" fmla="*/ 3534624 h 6858000"/>
              <a:gd name="connsiteX60" fmla="*/ 5597750 w 6128435"/>
              <a:gd name="connsiteY60" fmla="*/ 3534129 h 6858000"/>
              <a:gd name="connsiteX61" fmla="*/ 5599700 w 6128435"/>
              <a:gd name="connsiteY61" fmla="*/ 3547221 h 6858000"/>
              <a:gd name="connsiteX62" fmla="*/ 5615031 w 6128435"/>
              <a:gd name="connsiteY62" fmla="*/ 3557482 h 6858000"/>
              <a:gd name="connsiteX63" fmla="*/ 5618377 w 6128435"/>
              <a:gd name="connsiteY63" fmla="*/ 3588431 h 6858000"/>
              <a:gd name="connsiteX64" fmla="*/ 5612155 w 6128435"/>
              <a:gd name="connsiteY64" fmla="*/ 3589869 h 6858000"/>
              <a:gd name="connsiteX65" fmla="*/ 5620843 w 6128435"/>
              <a:gd name="connsiteY65" fmla="*/ 3606745 h 6858000"/>
              <a:gd name="connsiteX66" fmla="*/ 5655472 w 6128435"/>
              <a:gd name="connsiteY66" fmla="*/ 3678877 h 6858000"/>
              <a:gd name="connsiteX67" fmla="*/ 5680448 w 6128435"/>
              <a:gd name="connsiteY67" fmla="*/ 3717760 h 6858000"/>
              <a:gd name="connsiteX68" fmla="*/ 5683015 w 6128435"/>
              <a:gd name="connsiteY68" fmla="*/ 3762025 h 6858000"/>
              <a:gd name="connsiteX69" fmla="*/ 5696643 w 6128435"/>
              <a:gd name="connsiteY69" fmla="*/ 3773888 h 6858000"/>
              <a:gd name="connsiteX70" fmla="*/ 5699203 w 6128435"/>
              <a:gd name="connsiteY70" fmla="*/ 3775823 h 6858000"/>
              <a:gd name="connsiteX71" fmla="*/ 5704824 w 6128435"/>
              <a:gd name="connsiteY71" fmla="*/ 3785966 h 6858000"/>
              <a:gd name="connsiteX72" fmla="*/ 5712204 w 6128435"/>
              <a:gd name="connsiteY72" fmla="*/ 3785830 h 6858000"/>
              <a:gd name="connsiteX73" fmla="*/ 5724816 w 6128435"/>
              <a:gd name="connsiteY73" fmla="*/ 3798949 h 6858000"/>
              <a:gd name="connsiteX74" fmla="*/ 5733539 w 6128435"/>
              <a:gd name="connsiteY74" fmla="*/ 3818457 h 6858000"/>
              <a:gd name="connsiteX75" fmla="*/ 5768491 w 6128435"/>
              <a:gd name="connsiteY75" fmla="*/ 3914399 h 6858000"/>
              <a:gd name="connsiteX76" fmla="*/ 5793123 w 6128435"/>
              <a:gd name="connsiteY76" fmla="*/ 3969952 h 6858000"/>
              <a:gd name="connsiteX77" fmla="*/ 5808321 w 6128435"/>
              <a:gd name="connsiteY77" fmla="*/ 3988153 h 6858000"/>
              <a:gd name="connsiteX78" fmla="*/ 5825621 w 6128435"/>
              <a:gd name="connsiteY78" fmla="*/ 4015525 h 6858000"/>
              <a:gd name="connsiteX79" fmla="*/ 5860672 w 6128435"/>
              <a:gd name="connsiteY79" fmla="*/ 4061579 h 6858000"/>
              <a:gd name="connsiteX80" fmla="*/ 5872173 w 6128435"/>
              <a:gd name="connsiteY80" fmla="*/ 4088497 h 6858000"/>
              <a:gd name="connsiteX81" fmla="*/ 5883705 w 6128435"/>
              <a:gd name="connsiteY81" fmla="*/ 4101899 h 6858000"/>
              <a:gd name="connsiteX82" fmla="*/ 5885314 w 6128435"/>
              <a:gd name="connsiteY82" fmla="*/ 4108387 h 6858000"/>
              <a:gd name="connsiteX83" fmla="*/ 5894095 w 6128435"/>
              <a:gd name="connsiteY83" fmla="*/ 4128857 h 6858000"/>
              <a:gd name="connsiteX84" fmla="*/ 5898339 w 6128435"/>
              <a:gd name="connsiteY84" fmla="*/ 4140800 h 6858000"/>
              <a:gd name="connsiteX85" fmla="*/ 5899734 w 6128435"/>
              <a:gd name="connsiteY85" fmla="*/ 4145632 h 6858000"/>
              <a:gd name="connsiteX86" fmla="*/ 5903513 w 6128435"/>
              <a:gd name="connsiteY86" fmla="*/ 4187661 h 6858000"/>
              <a:gd name="connsiteX87" fmla="*/ 5917114 w 6128435"/>
              <a:gd name="connsiteY87" fmla="*/ 4213096 h 6858000"/>
              <a:gd name="connsiteX88" fmla="*/ 5921153 w 6128435"/>
              <a:gd name="connsiteY88" fmla="*/ 4236222 h 6858000"/>
              <a:gd name="connsiteX89" fmla="*/ 5924233 w 6128435"/>
              <a:gd name="connsiteY89" fmla="*/ 4242060 h 6858000"/>
              <a:gd name="connsiteX90" fmla="*/ 5928910 w 6128435"/>
              <a:gd name="connsiteY90" fmla="*/ 4300973 h 6858000"/>
              <a:gd name="connsiteX91" fmla="*/ 5939320 w 6128435"/>
              <a:gd name="connsiteY91" fmla="*/ 4340435 h 6858000"/>
              <a:gd name="connsiteX92" fmla="*/ 5946705 w 6128435"/>
              <a:gd name="connsiteY92" fmla="*/ 4428051 h 6858000"/>
              <a:gd name="connsiteX93" fmla="*/ 5949261 w 6128435"/>
              <a:gd name="connsiteY93" fmla="*/ 4449185 h 6858000"/>
              <a:gd name="connsiteX94" fmla="*/ 5957504 w 6128435"/>
              <a:gd name="connsiteY94" fmla="*/ 4465911 h 6858000"/>
              <a:gd name="connsiteX95" fmla="*/ 5964689 w 6128435"/>
              <a:gd name="connsiteY95" fmla="*/ 4468532 h 6858000"/>
              <a:gd name="connsiteX96" fmla="*/ 5967062 w 6128435"/>
              <a:gd name="connsiteY96" fmla="*/ 4479923 h 6858000"/>
              <a:gd name="connsiteX97" fmla="*/ 5968960 w 6128435"/>
              <a:gd name="connsiteY97" fmla="*/ 4482655 h 6858000"/>
              <a:gd name="connsiteX98" fmla="*/ 5978567 w 6128435"/>
              <a:gd name="connsiteY98" fmla="*/ 4498605 h 6858000"/>
              <a:gd name="connsiteX99" fmla="*/ 5980106 w 6128435"/>
              <a:gd name="connsiteY99" fmla="*/ 4585087 h 6858000"/>
              <a:gd name="connsiteX100" fmla="*/ 5998138 w 6128435"/>
              <a:gd name="connsiteY100" fmla="*/ 4697518 h 6858000"/>
              <a:gd name="connsiteX101" fmla="*/ 6013516 w 6128435"/>
              <a:gd name="connsiteY101" fmla="*/ 4786619 h 6858000"/>
              <a:gd name="connsiteX102" fmla="*/ 6025404 w 6128435"/>
              <a:gd name="connsiteY102" fmla="*/ 4858148 h 6858000"/>
              <a:gd name="connsiteX103" fmla="*/ 6007749 w 6128435"/>
              <a:gd name="connsiteY103" fmla="*/ 4964715 h 6858000"/>
              <a:gd name="connsiteX104" fmla="*/ 6005269 w 6128435"/>
              <a:gd name="connsiteY104" fmla="*/ 5150567 h 6858000"/>
              <a:gd name="connsiteX105" fmla="*/ 6001127 w 6128435"/>
              <a:gd name="connsiteY105" fmla="*/ 5164609 h 6858000"/>
              <a:gd name="connsiteX106" fmla="*/ 5996647 w 6128435"/>
              <a:gd name="connsiteY106" fmla="*/ 5185640 h 6858000"/>
              <a:gd name="connsiteX107" fmla="*/ 5998514 w 6128435"/>
              <a:gd name="connsiteY107" fmla="*/ 5189673 h 6858000"/>
              <a:gd name="connsiteX108" fmla="*/ 5995970 w 6128435"/>
              <a:gd name="connsiteY108" fmla="*/ 5221547 h 6858000"/>
              <a:gd name="connsiteX109" fmla="*/ 5997218 w 6128435"/>
              <a:gd name="connsiteY109" fmla="*/ 5222031 h 6858000"/>
              <a:gd name="connsiteX110" fmla="*/ 6002116 w 6128435"/>
              <a:gd name="connsiteY110" fmla="*/ 5231223 h 6858000"/>
              <a:gd name="connsiteX111" fmla="*/ 6008541 w 6128435"/>
              <a:gd name="connsiteY111" fmla="*/ 5248680 h 6858000"/>
              <a:gd name="connsiteX112" fmla="*/ 6039260 w 6128435"/>
              <a:gd name="connsiteY112" fmla="*/ 5289518 h 6858000"/>
              <a:gd name="connsiteX113" fmla="*/ 6036748 w 6128435"/>
              <a:gd name="connsiteY113" fmla="*/ 5322752 h 6858000"/>
              <a:gd name="connsiteX114" fmla="*/ 6036943 w 6128435"/>
              <a:gd name="connsiteY114" fmla="*/ 5329480 h 6858000"/>
              <a:gd name="connsiteX115" fmla="*/ 6037236 w 6128435"/>
              <a:gd name="connsiteY115" fmla="*/ 5329634 h 6858000"/>
              <a:gd name="connsiteX116" fmla="*/ 6038019 w 6128435"/>
              <a:gd name="connsiteY116" fmla="*/ 5336764 h 6858000"/>
              <a:gd name="connsiteX117" fmla="*/ 6037298 w 6128435"/>
              <a:gd name="connsiteY117" fmla="*/ 5341753 h 6858000"/>
              <a:gd name="connsiteX118" fmla="*/ 6037677 w 6128435"/>
              <a:gd name="connsiteY118" fmla="*/ 5354807 h 6858000"/>
              <a:gd name="connsiteX119" fmla="*/ 6039728 w 6128435"/>
              <a:gd name="connsiteY119" fmla="*/ 5359416 h 6858000"/>
              <a:gd name="connsiteX120" fmla="*/ 6043311 w 6128435"/>
              <a:gd name="connsiteY120" fmla="*/ 5361407 h 6858000"/>
              <a:gd name="connsiteX121" fmla="*/ 6042954 w 6128435"/>
              <a:gd name="connsiteY121" fmla="*/ 5362576 h 6858000"/>
              <a:gd name="connsiteX122" fmla="*/ 6053435 w 6128435"/>
              <a:gd name="connsiteY122" fmla="*/ 5387547 h 6858000"/>
              <a:gd name="connsiteX123" fmla="*/ 6065933 w 6128435"/>
              <a:gd name="connsiteY123" fmla="*/ 5443002 h 6858000"/>
              <a:gd name="connsiteX124" fmla="*/ 6068640 w 6128435"/>
              <a:gd name="connsiteY124" fmla="*/ 5474503 h 6858000"/>
              <a:gd name="connsiteX125" fmla="*/ 6080922 w 6128435"/>
              <a:gd name="connsiteY125" fmla="*/ 5561070 h 6858000"/>
              <a:gd name="connsiteX126" fmla="*/ 6096949 w 6128435"/>
              <a:gd name="connsiteY126" fmla="*/ 5648179 h 6858000"/>
              <a:gd name="connsiteX127" fmla="*/ 6125703 w 6128435"/>
              <a:gd name="connsiteY127" fmla="*/ 5692894 h 6858000"/>
              <a:gd name="connsiteX128" fmla="*/ 6126670 w 6128435"/>
              <a:gd name="connsiteY128" fmla="*/ 5697882 h 6858000"/>
              <a:gd name="connsiteX129" fmla="*/ 6124061 w 6128435"/>
              <a:gd name="connsiteY129" fmla="*/ 5710294 h 6858000"/>
              <a:gd name="connsiteX130" fmla="*/ 6122213 w 6128435"/>
              <a:gd name="connsiteY130" fmla="*/ 5714762 h 6858000"/>
              <a:gd name="connsiteX131" fmla="*/ 6121353 w 6128435"/>
              <a:gd name="connsiteY131" fmla="*/ 5721725 h 6858000"/>
              <a:gd name="connsiteX132" fmla="*/ 6121607 w 6128435"/>
              <a:gd name="connsiteY132" fmla="*/ 5721959 h 6858000"/>
              <a:gd name="connsiteX133" fmla="*/ 6120262 w 6128435"/>
              <a:gd name="connsiteY133" fmla="*/ 5728358 h 6858000"/>
              <a:gd name="connsiteX134" fmla="*/ 6110194 w 6128435"/>
              <a:gd name="connsiteY134" fmla="*/ 5758853 h 6858000"/>
              <a:gd name="connsiteX135" fmla="*/ 6127519 w 6128435"/>
              <a:gd name="connsiteY135" fmla="*/ 5865775 h 6858000"/>
              <a:gd name="connsiteX136" fmla="*/ 6128435 w 6128435"/>
              <a:gd name="connsiteY136" fmla="*/ 5870164 h 6858000"/>
              <a:gd name="connsiteX137" fmla="*/ 6119217 w 6128435"/>
              <a:gd name="connsiteY137" fmla="*/ 5888542 h 6858000"/>
              <a:gd name="connsiteX138" fmla="*/ 6115966 w 6128435"/>
              <a:gd name="connsiteY138" fmla="*/ 5898387 h 6858000"/>
              <a:gd name="connsiteX139" fmla="*/ 6111924 w 6128435"/>
              <a:gd name="connsiteY139" fmla="*/ 5900444 h 6858000"/>
              <a:gd name="connsiteX140" fmla="*/ 6108716 w 6128435"/>
              <a:gd name="connsiteY140" fmla="*/ 5915345 h 6858000"/>
              <a:gd name="connsiteX141" fmla="*/ 6109524 w 6128435"/>
              <a:gd name="connsiteY141" fmla="*/ 5917328 h 6858000"/>
              <a:gd name="connsiteX142" fmla="*/ 6102493 w 6128435"/>
              <a:gd name="connsiteY142" fmla="*/ 5928602 h 6858000"/>
              <a:gd name="connsiteX143" fmla="*/ 6056863 w 6128435"/>
              <a:gd name="connsiteY143" fmla="*/ 6000643 h 6858000"/>
              <a:gd name="connsiteX144" fmla="*/ 6045436 w 6128435"/>
              <a:gd name="connsiteY144" fmla="*/ 6124480 h 6858000"/>
              <a:gd name="connsiteX145" fmla="*/ 6030489 w 6128435"/>
              <a:gd name="connsiteY145" fmla="*/ 6317666 h 6858000"/>
              <a:gd name="connsiteX146" fmla="*/ 6007492 w 6128435"/>
              <a:gd name="connsiteY146" fmla="*/ 6440818 h 6858000"/>
              <a:gd name="connsiteX147" fmla="*/ 6009467 w 6128435"/>
              <a:gd name="connsiteY147" fmla="*/ 6487076 h 6858000"/>
              <a:gd name="connsiteX148" fmla="*/ 5995064 w 6128435"/>
              <a:gd name="connsiteY148" fmla="*/ 6540791 h 6858000"/>
              <a:gd name="connsiteX149" fmla="*/ 5996309 w 6128435"/>
              <a:gd name="connsiteY149" fmla="*/ 6543961 h 6858000"/>
              <a:gd name="connsiteX150" fmla="*/ 5996048 w 6128435"/>
              <a:gd name="connsiteY150" fmla="*/ 6555444 h 6858000"/>
              <a:gd name="connsiteX151" fmla="*/ 6002524 w 6128435"/>
              <a:gd name="connsiteY151" fmla="*/ 6560188 h 6858000"/>
              <a:gd name="connsiteX152" fmla="*/ 6006823 w 6128435"/>
              <a:gd name="connsiteY152" fmla="*/ 6578546 h 6858000"/>
              <a:gd name="connsiteX153" fmla="*/ 6004510 w 6128435"/>
              <a:gd name="connsiteY153" fmla="*/ 6599256 h 6858000"/>
              <a:gd name="connsiteX154" fmla="*/ 5986207 w 6128435"/>
              <a:gd name="connsiteY154" fmla="*/ 6695855 h 6858000"/>
              <a:gd name="connsiteX155" fmla="*/ 5979428 w 6128435"/>
              <a:gd name="connsiteY155" fmla="*/ 6754678 h 6858000"/>
              <a:gd name="connsiteX156" fmla="*/ 5983398 w 6128435"/>
              <a:gd name="connsiteY156" fmla="*/ 6778641 h 6858000"/>
              <a:gd name="connsiteX157" fmla="*/ 5984543 w 6128435"/>
              <a:gd name="connsiteY157" fmla="*/ 6811016 h 6858000"/>
              <a:gd name="connsiteX158" fmla="*/ 5981802 w 6128435"/>
              <a:gd name="connsiteY158" fmla="*/ 6838578 h 6858000"/>
              <a:gd name="connsiteX159" fmla="*/ 5979671 w 6128435"/>
              <a:gd name="connsiteY159" fmla="*/ 6858000 h 6858000"/>
              <a:gd name="connsiteX160" fmla="*/ 0 w 6128435"/>
              <a:gd name="connsiteY160" fmla="*/ 6858000 h 6858000"/>
              <a:gd name="connsiteX161" fmla="*/ 0 w 6128435"/>
              <a:gd name="connsiteY161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483865 w 6128435"/>
              <a:gd name="connsiteY51" fmla="*/ 3005467 h 6858000"/>
              <a:gd name="connsiteX52" fmla="*/ 5482236 w 6128435"/>
              <a:gd name="connsiteY52" fmla="*/ 3019791 h 6858000"/>
              <a:gd name="connsiteX53" fmla="*/ 5481505 w 6128435"/>
              <a:gd name="connsiteY53" fmla="*/ 3095286 h 6858000"/>
              <a:gd name="connsiteX54" fmla="*/ 5477595 w 6128435"/>
              <a:gd name="connsiteY54" fmla="*/ 3250534 h 6858000"/>
              <a:gd name="connsiteX55" fmla="*/ 5532836 w 6128435"/>
              <a:gd name="connsiteY55" fmla="*/ 3353840 h 6858000"/>
              <a:gd name="connsiteX56" fmla="*/ 5561229 w 6128435"/>
              <a:gd name="connsiteY56" fmla="*/ 3395784 h 6858000"/>
              <a:gd name="connsiteX57" fmla="*/ 5589758 w 6128435"/>
              <a:gd name="connsiteY57" fmla="*/ 3506453 h 6858000"/>
              <a:gd name="connsiteX58" fmla="*/ 5596144 w 6128435"/>
              <a:gd name="connsiteY58" fmla="*/ 3534624 h 6858000"/>
              <a:gd name="connsiteX59" fmla="*/ 5597750 w 6128435"/>
              <a:gd name="connsiteY59" fmla="*/ 3534129 h 6858000"/>
              <a:gd name="connsiteX60" fmla="*/ 5599700 w 6128435"/>
              <a:gd name="connsiteY60" fmla="*/ 3547221 h 6858000"/>
              <a:gd name="connsiteX61" fmla="*/ 5615031 w 6128435"/>
              <a:gd name="connsiteY61" fmla="*/ 3557482 h 6858000"/>
              <a:gd name="connsiteX62" fmla="*/ 5618377 w 6128435"/>
              <a:gd name="connsiteY62" fmla="*/ 3588431 h 6858000"/>
              <a:gd name="connsiteX63" fmla="*/ 5612155 w 6128435"/>
              <a:gd name="connsiteY63" fmla="*/ 3589869 h 6858000"/>
              <a:gd name="connsiteX64" fmla="*/ 5620843 w 6128435"/>
              <a:gd name="connsiteY64" fmla="*/ 3606745 h 6858000"/>
              <a:gd name="connsiteX65" fmla="*/ 5655472 w 6128435"/>
              <a:gd name="connsiteY65" fmla="*/ 3678877 h 6858000"/>
              <a:gd name="connsiteX66" fmla="*/ 5680448 w 6128435"/>
              <a:gd name="connsiteY66" fmla="*/ 3717760 h 6858000"/>
              <a:gd name="connsiteX67" fmla="*/ 5683015 w 6128435"/>
              <a:gd name="connsiteY67" fmla="*/ 3762025 h 6858000"/>
              <a:gd name="connsiteX68" fmla="*/ 5696643 w 6128435"/>
              <a:gd name="connsiteY68" fmla="*/ 3773888 h 6858000"/>
              <a:gd name="connsiteX69" fmla="*/ 5699203 w 6128435"/>
              <a:gd name="connsiteY69" fmla="*/ 3775823 h 6858000"/>
              <a:gd name="connsiteX70" fmla="*/ 5704824 w 6128435"/>
              <a:gd name="connsiteY70" fmla="*/ 3785966 h 6858000"/>
              <a:gd name="connsiteX71" fmla="*/ 5712204 w 6128435"/>
              <a:gd name="connsiteY71" fmla="*/ 3785830 h 6858000"/>
              <a:gd name="connsiteX72" fmla="*/ 5724816 w 6128435"/>
              <a:gd name="connsiteY72" fmla="*/ 3798949 h 6858000"/>
              <a:gd name="connsiteX73" fmla="*/ 5733539 w 6128435"/>
              <a:gd name="connsiteY73" fmla="*/ 3818457 h 6858000"/>
              <a:gd name="connsiteX74" fmla="*/ 5768491 w 6128435"/>
              <a:gd name="connsiteY74" fmla="*/ 3914399 h 6858000"/>
              <a:gd name="connsiteX75" fmla="*/ 5793123 w 6128435"/>
              <a:gd name="connsiteY75" fmla="*/ 3969952 h 6858000"/>
              <a:gd name="connsiteX76" fmla="*/ 5808321 w 6128435"/>
              <a:gd name="connsiteY76" fmla="*/ 3988153 h 6858000"/>
              <a:gd name="connsiteX77" fmla="*/ 5825621 w 6128435"/>
              <a:gd name="connsiteY77" fmla="*/ 4015525 h 6858000"/>
              <a:gd name="connsiteX78" fmla="*/ 5860672 w 6128435"/>
              <a:gd name="connsiteY78" fmla="*/ 4061579 h 6858000"/>
              <a:gd name="connsiteX79" fmla="*/ 5872173 w 6128435"/>
              <a:gd name="connsiteY79" fmla="*/ 4088497 h 6858000"/>
              <a:gd name="connsiteX80" fmla="*/ 5883705 w 6128435"/>
              <a:gd name="connsiteY80" fmla="*/ 4101899 h 6858000"/>
              <a:gd name="connsiteX81" fmla="*/ 5885314 w 6128435"/>
              <a:gd name="connsiteY81" fmla="*/ 4108387 h 6858000"/>
              <a:gd name="connsiteX82" fmla="*/ 5894095 w 6128435"/>
              <a:gd name="connsiteY82" fmla="*/ 4128857 h 6858000"/>
              <a:gd name="connsiteX83" fmla="*/ 5898339 w 6128435"/>
              <a:gd name="connsiteY83" fmla="*/ 4140800 h 6858000"/>
              <a:gd name="connsiteX84" fmla="*/ 5899734 w 6128435"/>
              <a:gd name="connsiteY84" fmla="*/ 4145632 h 6858000"/>
              <a:gd name="connsiteX85" fmla="*/ 5903513 w 6128435"/>
              <a:gd name="connsiteY85" fmla="*/ 4187661 h 6858000"/>
              <a:gd name="connsiteX86" fmla="*/ 5917114 w 6128435"/>
              <a:gd name="connsiteY86" fmla="*/ 4213096 h 6858000"/>
              <a:gd name="connsiteX87" fmla="*/ 5921153 w 6128435"/>
              <a:gd name="connsiteY87" fmla="*/ 4236222 h 6858000"/>
              <a:gd name="connsiteX88" fmla="*/ 5924233 w 6128435"/>
              <a:gd name="connsiteY88" fmla="*/ 4242060 h 6858000"/>
              <a:gd name="connsiteX89" fmla="*/ 5928910 w 6128435"/>
              <a:gd name="connsiteY89" fmla="*/ 4300973 h 6858000"/>
              <a:gd name="connsiteX90" fmla="*/ 5939320 w 6128435"/>
              <a:gd name="connsiteY90" fmla="*/ 4340435 h 6858000"/>
              <a:gd name="connsiteX91" fmla="*/ 5946705 w 6128435"/>
              <a:gd name="connsiteY91" fmla="*/ 4428051 h 6858000"/>
              <a:gd name="connsiteX92" fmla="*/ 5949261 w 6128435"/>
              <a:gd name="connsiteY92" fmla="*/ 4449185 h 6858000"/>
              <a:gd name="connsiteX93" fmla="*/ 5957504 w 6128435"/>
              <a:gd name="connsiteY93" fmla="*/ 4465911 h 6858000"/>
              <a:gd name="connsiteX94" fmla="*/ 5964689 w 6128435"/>
              <a:gd name="connsiteY94" fmla="*/ 4468532 h 6858000"/>
              <a:gd name="connsiteX95" fmla="*/ 5967062 w 6128435"/>
              <a:gd name="connsiteY95" fmla="*/ 4479923 h 6858000"/>
              <a:gd name="connsiteX96" fmla="*/ 5968960 w 6128435"/>
              <a:gd name="connsiteY96" fmla="*/ 4482655 h 6858000"/>
              <a:gd name="connsiteX97" fmla="*/ 5978567 w 6128435"/>
              <a:gd name="connsiteY97" fmla="*/ 4498605 h 6858000"/>
              <a:gd name="connsiteX98" fmla="*/ 5980106 w 6128435"/>
              <a:gd name="connsiteY98" fmla="*/ 4585087 h 6858000"/>
              <a:gd name="connsiteX99" fmla="*/ 5998138 w 6128435"/>
              <a:gd name="connsiteY99" fmla="*/ 4697518 h 6858000"/>
              <a:gd name="connsiteX100" fmla="*/ 6013516 w 6128435"/>
              <a:gd name="connsiteY100" fmla="*/ 4786619 h 6858000"/>
              <a:gd name="connsiteX101" fmla="*/ 6025404 w 6128435"/>
              <a:gd name="connsiteY101" fmla="*/ 4858148 h 6858000"/>
              <a:gd name="connsiteX102" fmla="*/ 6007749 w 6128435"/>
              <a:gd name="connsiteY102" fmla="*/ 4964715 h 6858000"/>
              <a:gd name="connsiteX103" fmla="*/ 6005269 w 6128435"/>
              <a:gd name="connsiteY103" fmla="*/ 5150567 h 6858000"/>
              <a:gd name="connsiteX104" fmla="*/ 6001127 w 6128435"/>
              <a:gd name="connsiteY104" fmla="*/ 5164609 h 6858000"/>
              <a:gd name="connsiteX105" fmla="*/ 5996647 w 6128435"/>
              <a:gd name="connsiteY105" fmla="*/ 5185640 h 6858000"/>
              <a:gd name="connsiteX106" fmla="*/ 5998514 w 6128435"/>
              <a:gd name="connsiteY106" fmla="*/ 5189673 h 6858000"/>
              <a:gd name="connsiteX107" fmla="*/ 5995970 w 6128435"/>
              <a:gd name="connsiteY107" fmla="*/ 5221547 h 6858000"/>
              <a:gd name="connsiteX108" fmla="*/ 5997218 w 6128435"/>
              <a:gd name="connsiteY108" fmla="*/ 5222031 h 6858000"/>
              <a:gd name="connsiteX109" fmla="*/ 6002116 w 6128435"/>
              <a:gd name="connsiteY109" fmla="*/ 5231223 h 6858000"/>
              <a:gd name="connsiteX110" fmla="*/ 6008541 w 6128435"/>
              <a:gd name="connsiteY110" fmla="*/ 5248680 h 6858000"/>
              <a:gd name="connsiteX111" fmla="*/ 6039260 w 6128435"/>
              <a:gd name="connsiteY111" fmla="*/ 5289518 h 6858000"/>
              <a:gd name="connsiteX112" fmla="*/ 6036748 w 6128435"/>
              <a:gd name="connsiteY112" fmla="*/ 5322752 h 6858000"/>
              <a:gd name="connsiteX113" fmla="*/ 6036943 w 6128435"/>
              <a:gd name="connsiteY113" fmla="*/ 5329480 h 6858000"/>
              <a:gd name="connsiteX114" fmla="*/ 6037236 w 6128435"/>
              <a:gd name="connsiteY114" fmla="*/ 5329634 h 6858000"/>
              <a:gd name="connsiteX115" fmla="*/ 6038019 w 6128435"/>
              <a:gd name="connsiteY115" fmla="*/ 5336764 h 6858000"/>
              <a:gd name="connsiteX116" fmla="*/ 6037298 w 6128435"/>
              <a:gd name="connsiteY116" fmla="*/ 5341753 h 6858000"/>
              <a:gd name="connsiteX117" fmla="*/ 6037677 w 6128435"/>
              <a:gd name="connsiteY117" fmla="*/ 5354807 h 6858000"/>
              <a:gd name="connsiteX118" fmla="*/ 6039728 w 6128435"/>
              <a:gd name="connsiteY118" fmla="*/ 5359416 h 6858000"/>
              <a:gd name="connsiteX119" fmla="*/ 6043311 w 6128435"/>
              <a:gd name="connsiteY119" fmla="*/ 5361407 h 6858000"/>
              <a:gd name="connsiteX120" fmla="*/ 6042954 w 6128435"/>
              <a:gd name="connsiteY120" fmla="*/ 5362576 h 6858000"/>
              <a:gd name="connsiteX121" fmla="*/ 6053435 w 6128435"/>
              <a:gd name="connsiteY121" fmla="*/ 5387547 h 6858000"/>
              <a:gd name="connsiteX122" fmla="*/ 6065933 w 6128435"/>
              <a:gd name="connsiteY122" fmla="*/ 5443002 h 6858000"/>
              <a:gd name="connsiteX123" fmla="*/ 6068640 w 6128435"/>
              <a:gd name="connsiteY123" fmla="*/ 5474503 h 6858000"/>
              <a:gd name="connsiteX124" fmla="*/ 6080922 w 6128435"/>
              <a:gd name="connsiteY124" fmla="*/ 5561070 h 6858000"/>
              <a:gd name="connsiteX125" fmla="*/ 6096949 w 6128435"/>
              <a:gd name="connsiteY125" fmla="*/ 5648179 h 6858000"/>
              <a:gd name="connsiteX126" fmla="*/ 6125703 w 6128435"/>
              <a:gd name="connsiteY126" fmla="*/ 5692894 h 6858000"/>
              <a:gd name="connsiteX127" fmla="*/ 6126670 w 6128435"/>
              <a:gd name="connsiteY127" fmla="*/ 5697882 h 6858000"/>
              <a:gd name="connsiteX128" fmla="*/ 6124061 w 6128435"/>
              <a:gd name="connsiteY128" fmla="*/ 5710294 h 6858000"/>
              <a:gd name="connsiteX129" fmla="*/ 6122213 w 6128435"/>
              <a:gd name="connsiteY129" fmla="*/ 5714762 h 6858000"/>
              <a:gd name="connsiteX130" fmla="*/ 6121353 w 6128435"/>
              <a:gd name="connsiteY130" fmla="*/ 5721725 h 6858000"/>
              <a:gd name="connsiteX131" fmla="*/ 6121607 w 6128435"/>
              <a:gd name="connsiteY131" fmla="*/ 5721959 h 6858000"/>
              <a:gd name="connsiteX132" fmla="*/ 6120262 w 6128435"/>
              <a:gd name="connsiteY132" fmla="*/ 5728358 h 6858000"/>
              <a:gd name="connsiteX133" fmla="*/ 6110194 w 6128435"/>
              <a:gd name="connsiteY133" fmla="*/ 5758853 h 6858000"/>
              <a:gd name="connsiteX134" fmla="*/ 6127519 w 6128435"/>
              <a:gd name="connsiteY134" fmla="*/ 5865775 h 6858000"/>
              <a:gd name="connsiteX135" fmla="*/ 6128435 w 6128435"/>
              <a:gd name="connsiteY135" fmla="*/ 5870164 h 6858000"/>
              <a:gd name="connsiteX136" fmla="*/ 6119217 w 6128435"/>
              <a:gd name="connsiteY136" fmla="*/ 5888542 h 6858000"/>
              <a:gd name="connsiteX137" fmla="*/ 6115966 w 6128435"/>
              <a:gd name="connsiteY137" fmla="*/ 5898387 h 6858000"/>
              <a:gd name="connsiteX138" fmla="*/ 6111924 w 6128435"/>
              <a:gd name="connsiteY138" fmla="*/ 5900444 h 6858000"/>
              <a:gd name="connsiteX139" fmla="*/ 6108716 w 6128435"/>
              <a:gd name="connsiteY139" fmla="*/ 5915345 h 6858000"/>
              <a:gd name="connsiteX140" fmla="*/ 6109524 w 6128435"/>
              <a:gd name="connsiteY140" fmla="*/ 5917328 h 6858000"/>
              <a:gd name="connsiteX141" fmla="*/ 6102493 w 6128435"/>
              <a:gd name="connsiteY141" fmla="*/ 5928602 h 6858000"/>
              <a:gd name="connsiteX142" fmla="*/ 6056863 w 6128435"/>
              <a:gd name="connsiteY142" fmla="*/ 6000643 h 6858000"/>
              <a:gd name="connsiteX143" fmla="*/ 6045436 w 6128435"/>
              <a:gd name="connsiteY143" fmla="*/ 6124480 h 6858000"/>
              <a:gd name="connsiteX144" fmla="*/ 6030489 w 6128435"/>
              <a:gd name="connsiteY144" fmla="*/ 6317666 h 6858000"/>
              <a:gd name="connsiteX145" fmla="*/ 6007492 w 6128435"/>
              <a:gd name="connsiteY145" fmla="*/ 6440818 h 6858000"/>
              <a:gd name="connsiteX146" fmla="*/ 6009467 w 6128435"/>
              <a:gd name="connsiteY146" fmla="*/ 6487076 h 6858000"/>
              <a:gd name="connsiteX147" fmla="*/ 5995064 w 6128435"/>
              <a:gd name="connsiteY147" fmla="*/ 6540791 h 6858000"/>
              <a:gd name="connsiteX148" fmla="*/ 5996309 w 6128435"/>
              <a:gd name="connsiteY148" fmla="*/ 6543961 h 6858000"/>
              <a:gd name="connsiteX149" fmla="*/ 5996048 w 6128435"/>
              <a:gd name="connsiteY149" fmla="*/ 6555444 h 6858000"/>
              <a:gd name="connsiteX150" fmla="*/ 6002524 w 6128435"/>
              <a:gd name="connsiteY150" fmla="*/ 6560188 h 6858000"/>
              <a:gd name="connsiteX151" fmla="*/ 6006823 w 6128435"/>
              <a:gd name="connsiteY151" fmla="*/ 6578546 h 6858000"/>
              <a:gd name="connsiteX152" fmla="*/ 6004510 w 6128435"/>
              <a:gd name="connsiteY152" fmla="*/ 6599256 h 6858000"/>
              <a:gd name="connsiteX153" fmla="*/ 5986207 w 6128435"/>
              <a:gd name="connsiteY153" fmla="*/ 6695855 h 6858000"/>
              <a:gd name="connsiteX154" fmla="*/ 5979428 w 6128435"/>
              <a:gd name="connsiteY154" fmla="*/ 6754678 h 6858000"/>
              <a:gd name="connsiteX155" fmla="*/ 5983398 w 6128435"/>
              <a:gd name="connsiteY155" fmla="*/ 6778641 h 6858000"/>
              <a:gd name="connsiteX156" fmla="*/ 5984543 w 6128435"/>
              <a:gd name="connsiteY156" fmla="*/ 6811016 h 6858000"/>
              <a:gd name="connsiteX157" fmla="*/ 5981802 w 6128435"/>
              <a:gd name="connsiteY157" fmla="*/ 6838578 h 6858000"/>
              <a:gd name="connsiteX158" fmla="*/ 5979671 w 6128435"/>
              <a:gd name="connsiteY158" fmla="*/ 6858000 h 6858000"/>
              <a:gd name="connsiteX159" fmla="*/ 0 w 6128435"/>
              <a:gd name="connsiteY159" fmla="*/ 6858000 h 6858000"/>
              <a:gd name="connsiteX160" fmla="*/ 0 w 6128435"/>
              <a:gd name="connsiteY160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483865 w 6128435"/>
              <a:gd name="connsiteY51" fmla="*/ 3005467 h 6858000"/>
              <a:gd name="connsiteX52" fmla="*/ 5481505 w 6128435"/>
              <a:gd name="connsiteY52" fmla="*/ 3095286 h 6858000"/>
              <a:gd name="connsiteX53" fmla="*/ 5477595 w 6128435"/>
              <a:gd name="connsiteY53" fmla="*/ 3250534 h 6858000"/>
              <a:gd name="connsiteX54" fmla="*/ 5532836 w 6128435"/>
              <a:gd name="connsiteY54" fmla="*/ 3353840 h 6858000"/>
              <a:gd name="connsiteX55" fmla="*/ 5561229 w 6128435"/>
              <a:gd name="connsiteY55" fmla="*/ 3395784 h 6858000"/>
              <a:gd name="connsiteX56" fmla="*/ 5589758 w 6128435"/>
              <a:gd name="connsiteY56" fmla="*/ 3506453 h 6858000"/>
              <a:gd name="connsiteX57" fmla="*/ 5596144 w 6128435"/>
              <a:gd name="connsiteY57" fmla="*/ 3534624 h 6858000"/>
              <a:gd name="connsiteX58" fmla="*/ 5597750 w 6128435"/>
              <a:gd name="connsiteY58" fmla="*/ 3534129 h 6858000"/>
              <a:gd name="connsiteX59" fmla="*/ 5599700 w 6128435"/>
              <a:gd name="connsiteY59" fmla="*/ 3547221 h 6858000"/>
              <a:gd name="connsiteX60" fmla="*/ 5615031 w 6128435"/>
              <a:gd name="connsiteY60" fmla="*/ 3557482 h 6858000"/>
              <a:gd name="connsiteX61" fmla="*/ 5618377 w 6128435"/>
              <a:gd name="connsiteY61" fmla="*/ 3588431 h 6858000"/>
              <a:gd name="connsiteX62" fmla="*/ 5612155 w 6128435"/>
              <a:gd name="connsiteY62" fmla="*/ 3589869 h 6858000"/>
              <a:gd name="connsiteX63" fmla="*/ 5620843 w 6128435"/>
              <a:gd name="connsiteY63" fmla="*/ 3606745 h 6858000"/>
              <a:gd name="connsiteX64" fmla="*/ 5655472 w 6128435"/>
              <a:gd name="connsiteY64" fmla="*/ 3678877 h 6858000"/>
              <a:gd name="connsiteX65" fmla="*/ 5680448 w 6128435"/>
              <a:gd name="connsiteY65" fmla="*/ 3717760 h 6858000"/>
              <a:gd name="connsiteX66" fmla="*/ 5683015 w 6128435"/>
              <a:gd name="connsiteY66" fmla="*/ 3762025 h 6858000"/>
              <a:gd name="connsiteX67" fmla="*/ 5696643 w 6128435"/>
              <a:gd name="connsiteY67" fmla="*/ 3773888 h 6858000"/>
              <a:gd name="connsiteX68" fmla="*/ 5699203 w 6128435"/>
              <a:gd name="connsiteY68" fmla="*/ 3775823 h 6858000"/>
              <a:gd name="connsiteX69" fmla="*/ 5704824 w 6128435"/>
              <a:gd name="connsiteY69" fmla="*/ 3785966 h 6858000"/>
              <a:gd name="connsiteX70" fmla="*/ 5712204 w 6128435"/>
              <a:gd name="connsiteY70" fmla="*/ 3785830 h 6858000"/>
              <a:gd name="connsiteX71" fmla="*/ 5724816 w 6128435"/>
              <a:gd name="connsiteY71" fmla="*/ 3798949 h 6858000"/>
              <a:gd name="connsiteX72" fmla="*/ 5733539 w 6128435"/>
              <a:gd name="connsiteY72" fmla="*/ 3818457 h 6858000"/>
              <a:gd name="connsiteX73" fmla="*/ 5768491 w 6128435"/>
              <a:gd name="connsiteY73" fmla="*/ 3914399 h 6858000"/>
              <a:gd name="connsiteX74" fmla="*/ 5793123 w 6128435"/>
              <a:gd name="connsiteY74" fmla="*/ 3969952 h 6858000"/>
              <a:gd name="connsiteX75" fmla="*/ 5808321 w 6128435"/>
              <a:gd name="connsiteY75" fmla="*/ 3988153 h 6858000"/>
              <a:gd name="connsiteX76" fmla="*/ 5825621 w 6128435"/>
              <a:gd name="connsiteY76" fmla="*/ 4015525 h 6858000"/>
              <a:gd name="connsiteX77" fmla="*/ 5860672 w 6128435"/>
              <a:gd name="connsiteY77" fmla="*/ 4061579 h 6858000"/>
              <a:gd name="connsiteX78" fmla="*/ 5872173 w 6128435"/>
              <a:gd name="connsiteY78" fmla="*/ 4088497 h 6858000"/>
              <a:gd name="connsiteX79" fmla="*/ 5883705 w 6128435"/>
              <a:gd name="connsiteY79" fmla="*/ 4101899 h 6858000"/>
              <a:gd name="connsiteX80" fmla="*/ 5885314 w 6128435"/>
              <a:gd name="connsiteY80" fmla="*/ 4108387 h 6858000"/>
              <a:gd name="connsiteX81" fmla="*/ 5894095 w 6128435"/>
              <a:gd name="connsiteY81" fmla="*/ 4128857 h 6858000"/>
              <a:gd name="connsiteX82" fmla="*/ 5898339 w 6128435"/>
              <a:gd name="connsiteY82" fmla="*/ 4140800 h 6858000"/>
              <a:gd name="connsiteX83" fmla="*/ 5899734 w 6128435"/>
              <a:gd name="connsiteY83" fmla="*/ 4145632 h 6858000"/>
              <a:gd name="connsiteX84" fmla="*/ 5903513 w 6128435"/>
              <a:gd name="connsiteY84" fmla="*/ 4187661 h 6858000"/>
              <a:gd name="connsiteX85" fmla="*/ 5917114 w 6128435"/>
              <a:gd name="connsiteY85" fmla="*/ 4213096 h 6858000"/>
              <a:gd name="connsiteX86" fmla="*/ 5921153 w 6128435"/>
              <a:gd name="connsiteY86" fmla="*/ 4236222 h 6858000"/>
              <a:gd name="connsiteX87" fmla="*/ 5924233 w 6128435"/>
              <a:gd name="connsiteY87" fmla="*/ 4242060 h 6858000"/>
              <a:gd name="connsiteX88" fmla="*/ 5928910 w 6128435"/>
              <a:gd name="connsiteY88" fmla="*/ 4300973 h 6858000"/>
              <a:gd name="connsiteX89" fmla="*/ 5939320 w 6128435"/>
              <a:gd name="connsiteY89" fmla="*/ 4340435 h 6858000"/>
              <a:gd name="connsiteX90" fmla="*/ 5946705 w 6128435"/>
              <a:gd name="connsiteY90" fmla="*/ 4428051 h 6858000"/>
              <a:gd name="connsiteX91" fmla="*/ 5949261 w 6128435"/>
              <a:gd name="connsiteY91" fmla="*/ 4449185 h 6858000"/>
              <a:gd name="connsiteX92" fmla="*/ 5957504 w 6128435"/>
              <a:gd name="connsiteY92" fmla="*/ 4465911 h 6858000"/>
              <a:gd name="connsiteX93" fmla="*/ 5964689 w 6128435"/>
              <a:gd name="connsiteY93" fmla="*/ 4468532 h 6858000"/>
              <a:gd name="connsiteX94" fmla="*/ 5967062 w 6128435"/>
              <a:gd name="connsiteY94" fmla="*/ 4479923 h 6858000"/>
              <a:gd name="connsiteX95" fmla="*/ 5968960 w 6128435"/>
              <a:gd name="connsiteY95" fmla="*/ 4482655 h 6858000"/>
              <a:gd name="connsiteX96" fmla="*/ 5978567 w 6128435"/>
              <a:gd name="connsiteY96" fmla="*/ 4498605 h 6858000"/>
              <a:gd name="connsiteX97" fmla="*/ 5980106 w 6128435"/>
              <a:gd name="connsiteY97" fmla="*/ 4585087 h 6858000"/>
              <a:gd name="connsiteX98" fmla="*/ 5998138 w 6128435"/>
              <a:gd name="connsiteY98" fmla="*/ 4697518 h 6858000"/>
              <a:gd name="connsiteX99" fmla="*/ 6013516 w 6128435"/>
              <a:gd name="connsiteY99" fmla="*/ 4786619 h 6858000"/>
              <a:gd name="connsiteX100" fmla="*/ 6025404 w 6128435"/>
              <a:gd name="connsiteY100" fmla="*/ 4858148 h 6858000"/>
              <a:gd name="connsiteX101" fmla="*/ 6007749 w 6128435"/>
              <a:gd name="connsiteY101" fmla="*/ 4964715 h 6858000"/>
              <a:gd name="connsiteX102" fmla="*/ 6005269 w 6128435"/>
              <a:gd name="connsiteY102" fmla="*/ 5150567 h 6858000"/>
              <a:gd name="connsiteX103" fmla="*/ 6001127 w 6128435"/>
              <a:gd name="connsiteY103" fmla="*/ 5164609 h 6858000"/>
              <a:gd name="connsiteX104" fmla="*/ 5996647 w 6128435"/>
              <a:gd name="connsiteY104" fmla="*/ 5185640 h 6858000"/>
              <a:gd name="connsiteX105" fmla="*/ 5998514 w 6128435"/>
              <a:gd name="connsiteY105" fmla="*/ 5189673 h 6858000"/>
              <a:gd name="connsiteX106" fmla="*/ 5995970 w 6128435"/>
              <a:gd name="connsiteY106" fmla="*/ 5221547 h 6858000"/>
              <a:gd name="connsiteX107" fmla="*/ 5997218 w 6128435"/>
              <a:gd name="connsiteY107" fmla="*/ 5222031 h 6858000"/>
              <a:gd name="connsiteX108" fmla="*/ 6002116 w 6128435"/>
              <a:gd name="connsiteY108" fmla="*/ 5231223 h 6858000"/>
              <a:gd name="connsiteX109" fmla="*/ 6008541 w 6128435"/>
              <a:gd name="connsiteY109" fmla="*/ 5248680 h 6858000"/>
              <a:gd name="connsiteX110" fmla="*/ 6039260 w 6128435"/>
              <a:gd name="connsiteY110" fmla="*/ 5289518 h 6858000"/>
              <a:gd name="connsiteX111" fmla="*/ 6036748 w 6128435"/>
              <a:gd name="connsiteY111" fmla="*/ 5322752 h 6858000"/>
              <a:gd name="connsiteX112" fmla="*/ 6036943 w 6128435"/>
              <a:gd name="connsiteY112" fmla="*/ 5329480 h 6858000"/>
              <a:gd name="connsiteX113" fmla="*/ 6037236 w 6128435"/>
              <a:gd name="connsiteY113" fmla="*/ 5329634 h 6858000"/>
              <a:gd name="connsiteX114" fmla="*/ 6038019 w 6128435"/>
              <a:gd name="connsiteY114" fmla="*/ 5336764 h 6858000"/>
              <a:gd name="connsiteX115" fmla="*/ 6037298 w 6128435"/>
              <a:gd name="connsiteY115" fmla="*/ 5341753 h 6858000"/>
              <a:gd name="connsiteX116" fmla="*/ 6037677 w 6128435"/>
              <a:gd name="connsiteY116" fmla="*/ 5354807 h 6858000"/>
              <a:gd name="connsiteX117" fmla="*/ 6039728 w 6128435"/>
              <a:gd name="connsiteY117" fmla="*/ 5359416 h 6858000"/>
              <a:gd name="connsiteX118" fmla="*/ 6043311 w 6128435"/>
              <a:gd name="connsiteY118" fmla="*/ 5361407 h 6858000"/>
              <a:gd name="connsiteX119" fmla="*/ 6042954 w 6128435"/>
              <a:gd name="connsiteY119" fmla="*/ 5362576 h 6858000"/>
              <a:gd name="connsiteX120" fmla="*/ 6053435 w 6128435"/>
              <a:gd name="connsiteY120" fmla="*/ 5387547 h 6858000"/>
              <a:gd name="connsiteX121" fmla="*/ 6065933 w 6128435"/>
              <a:gd name="connsiteY121" fmla="*/ 5443002 h 6858000"/>
              <a:gd name="connsiteX122" fmla="*/ 6068640 w 6128435"/>
              <a:gd name="connsiteY122" fmla="*/ 5474503 h 6858000"/>
              <a:gd name="connsiteX123" fmla="*/ 6080922 w 6128435"/>
              <a:gd name="connsiteY123" fmla="*/ 5561070 h 6858000"/>
              <a:gd name="connsiteX124" fmla="*/ 6096949 w 6128435"/>
              <a:gd name="connsiteY124" fmla="*/ 5648179 h 6858000"/>
              <a:gd name="connsiteX125" fmla="*/ 6125703 w 6128435"/>
              <a:gd name="connsiteY125" fmla="*/ 5692894 h 6858000"/>
              <a:gd name="connsiteX126" fmla="*/ 6126670 w 6128435"/>
              <a:gd name="connsiteY126" fmla="*/ 5697882 h 6858000"/>
              <a:gd name="connsiteX127" fmla="*/ 6124061 w 6128435"/>
              <a:gd name="connsiteY127" fmla="*/ 5710294 h 6858000"/>
              <a:gd name="connsiteX128" fmla="*/ 6122213 w 6128435"/>
              <a:gd name="connsiteY128" fmla="*/ 5714762 h 6858000"/>
              <a:gd name="connsiteX129" fmla="*/ 6121353 w 6128435"/>
              <a:gd name="connsiteY129" fmla="*/ 5721725 h 6858000"/>
              <a:gd name="connsiteX130" fmla="*/ 6121607 w 6128435"/>
              <a:gd name="connsiteY130" fmla="*/ 5721959 h 6858000"/>
              <a:gd name="connsiteX131" fmla="*/ 6120262 w 6128435"/>
              <a:gd name="connsiteY131" fmla="*/ 5728358 h 6858000"/>
              <a:gd name="connsiteX132" fmla="*/ 6110194 w 6128435"/>
              <a:gd name="connsiteY132" fmla="*/ 5758853 h 6858000"/>
              <a:gd name="connsiteX133" fmla="*/ 6127519 w 6128435"/>
              <a:gd name="connsiteY133" fmla="*/ 5865775 h 6858000"/>
              <a:gd name="connsiteX134" fmla="*/ 6128435 w 6128435"/>
              <a:gd name="connsiteY134" fmla="*/ 5870164 h 6858000"/>
              <a:gd name="connsiteX135" fmla="*/ 6119217 w 6128435"/>
              <a:gd name="connsiteY135" fmla="*/ 5888542 h 6858000"/>
              <a:gd name="connsiteX136" fmla="*/ 6115966 w 6128435"/>
              <a:gd name="connsiteY136" fmla="*/ 5898387 h 6858000"/>
              <a:gd name="connsiteX137" fmla="*/ 6111924 w 6128435"/>
              <a:gd name="connsiteY137" fmla="*/ 5900444 h 6858000"/>
              <a:gd name="connsiteX138" fmla="*/ 6108716 w 6128435"/>
              <a:gd name="connsiteY138" fmla="*/ 5915345 h 6858000"/>
              <a:gd name="connsiteX139" fmla="*/ 6109524 w 6128435"/>
              <a:gd name="connsiteY139" fmla="*/ 5917328 h 6858000"/>
              <a:gd name="connsiteX140" fmla="*/ 6102493 w 6128435"/>
              <a:gd name="connsiteY140" fmla="*/ 5928602 h 6858000"/>
              <a:gd name="connsiteX141" fmla="*/ 6056863 w 6128435"/>
              <a:gd name="connsiteY141" fmla="*/ 6000643 h 6858000"/>
              <a:gd name="connsiteX142" fmla="*/ 6045436 w 6128435"/>
              <a:gd name="connsiteY142" fmla="*/ 6124480 h 6858000"/>
              <a:gd name="connsiteX143" fmla="*/ 6030489 w 6128435"/>
              <a:gd name="connsiteY143" fmla="*/ 6317666 h 6858000"/>
              <a:gd name="connsiteX144" fmla="*/ 6007492 w 6128435"/>
              <a:gd name="connsiteY144" fmla="*/ 6440818 h 6858000"/>
              <a:gd name="connsiteX145" fmla="*/ 6009467 w 6128435"/>
              <a:gd name="connsiteY145" fmla="*/ 6487076 h 6858000"/>
              <a:gd name="connsiteX146" fmla="*/ 5995064 w 6128435"/>
              <a:gd name="connsiteY146" fmla="*/ 6540791 h 6858000"/>
              <a:gd name="connsiteX147" fmla="*/ 5996309 w 6128435"/>
              <a:gd name="connsiteY147" fmla="*/ 6543961 h 6858000"/>
              <a:gd name="connsiteX148" fmla="*/ 5996048 w 6128435"/>
              <a:gd name="connsiteY148" fmla="*/ 6555444 h 6858000"/>
              <a:gd name="connsiteX149" fmla="*/ 6002524 w 6128435"/>
              <a:gd name="connsiteY149" fmla="*/ 6560188 h 6858000"/>
              <a:gd name="connsiteX150" fmla="*/ 6006823 w 6128435"/>
              <a:gd name="connsiteY150" fmla="*/ 6578546 h 6858000"/>
              <a:gd name="connsiteX151" fmla="*/ 6004510 w 6128435"/>
              <a:gd name="connsiteY151" fmla="*/ 6599256 h 6858000"/>
              <a:gd name="connsiteX152" fmla="*/ 5986207 w 6128435"/>
              <a:gd name="connsiteY152" fmla="*/ 6695855 h 6858000"/>
              <a:gd name="connsiteX153" fmla="*/ 5979428 w 6128435"/>
              <a:gd name="connsiteY153" fmla="*/ 6754678 h 6858000"/>
              <a:gd name="connsiteX154" fmla="*/ 5983398 w 6128435"/>
              <a:gd name="connsiteY154" fmla="*/ 6778641 h 6858000"/>
              <a:gd name="connsiteX155" fmla="*/ 5984543 w 6128435"/>
              <a:gd name="connsiteY155" fmla="*/ 6811016 h 6858000"/>
              <a:gd name="connsiteX156" fmla="*/ 5981802 w 6128435"/>
              <a:gd name="connsiteY156" fmla="*/ 6838578 h 6858000"/>
              <a:gd name="connsiteX157" fmla="*/ 5979671 w 6128435"/>
              <a:gd name="connsiteY157" fmla="*/ 6858000 h 6858000"/>
              <a:gd name="connsiteX158" fmla="*/ 0 w 6128435"/>
              <a:gd name="connsiteY158" fmla="*/ 6858000 h 6858000"/>
              <a:gd name="connsiteX159" fmla="*/ 0 w 6128435"/>
              <a:gd name="connsiteY159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481505 w 6128435"/>
              <a:gd name="connsiteY51" fmla="*/ 3095286 h 6858000"/>
              <a:gd name="connsiteX52" fmla="*/ 5477595 w 6128435"/>
              <a:gd name="connsiteY52" fmla="*/ 3250534 h 6858000"/>
              <a:gd name="connsiteX53" fmla="*/ 5532836 w 6128435"/>
              <a:gd name="connsiteY53" fmla="*/ 3353840 h 6858000"/>
              <a:gd name="connsiteX54" fmla="*/ 5561229 w 6128435"/>
              <a:gd name="connsiteY54" fmla="*/ 3395784 h 6858000"/>
              <a:gd name="connsiteX55" fmla="*/ 5589758 w 6128435"/>
              <a:gd name="connsiteY55" fmla="*/ 3506453 h 6858000"/>
              <a:gd name="connsiteX56" fmla="*/ 5596144 w 6128435"/>
              <a:gd name="connsiteY56" fmla="*/ 3534624 h 6858000"/>
              <a:gd name="connsiteX57" fmla="*/ 5597750 w 6128435"/>
              <a:gd name="connsiteY57" fmla="*/ 3534129 h 6858000"/>
              <a:gd name="connsiteX58" fmla="*/ 5599700 w 6128435"/>
              <a:gd name="connsiteY58" fmla="*/ 3547221 h 6858000"/>
              <a:gd name="connsiteX59" fmla="*/ 5615031 w 6128435"/>
              <a:gd name="connsiteY59" fmla="*/ 3557482 h 6858000"/>
              <a:gd name="connsiteX60" fmla="*/ 5618377 w 6128435"/>
              <a:gd name="connsiteY60" fmla="*/ 3588431 h 6858000"/>
              <a:gd name="connsiteX61" fmla="*/ 5612155 w 6128435"/>
              <a:gd name="connsiteY61" fmla="*/ 3589869 h 6858000"/>
              <a:gd name="connsiteX62" fmla="*/ 5620843 w 6128435"/>
              <a:gd name="connsiteY62" fmla="*/ 3606745 h 6858000"/>
              <a:gd name="connsiteX63" fmla="*/ 5655472 w 6128435"/>
              <a:gd name="connsiteY63" fmla="*/ 3678877 h 6858000"/>
              <a:gd name="connsiteX64" fmla="*/ 5680448 w 6128435"/>
              <a:gd name="connsiteY64" fmla="*/ 3717760 h 6858000"/>
              <a:gd name="connsiteX65" fmla="*/ 5683015 w 6128435"/>
              <a:gd name="connsiteY65" fmla="*/ 3762025 h 6858000"/>
              <a:gd name="connsiteX66" fmla="*/ 5696643 w 6128435"/>
              <a:gd name="connsiteY66" fmla="*/ 3773888 h 6858000"/>
              <a:gd name="connsiteX67" fmla="*/ 5699203 w 6128435"/>
              <a:gd name="connsiteY67" fmla="*/ 3775823 h 6858000"/>
              <a:gd name="connsiteX68" fmla="*/ 5704824 w 6128435"/>
              <a:gd name="connsiteY68" fmla="*/ 3785966 h 6858000"/>
              <a:gd name="connsiteX69" fmla="*/ 5712204 w 6128435"/>
              <a:gd name="connsiteY69" fmla="*/ 3785830 h 6858000"/>
              <a:gd name="connsiteX70" fmla="*/ 5724816 w 6128435"/>
              <a:gd name="connsiteY70" fmla="*/ 3798949 h 6858000"/>
              <a:gd name="connsiteX71" fmla="*/ 5733539 w 6128435"/>
              <a:gd name="connsiteY71" fmla="*/ 3818457 h 6858000"/>
              <a:gd name="connsiteX72" fmla="*/ 5768491 w 6128435"/>
              <a:gd name="connsiteY72" fmla="*/ 3914399 h 6858000"/>
              <a:gd name="connsiteX73" fmla="*/ 5793123 w 6128435"/>
              <a:gd name="connsiteY73" fmla="*/ 3969952 h 6858000"/>
              <a:gd name="connsiteX74" fmla="*/ 5808321 w 6128435"/>
              <a:gd name="connsiteY74" fmla="*/ 3988153 h 6858000"/>
              <a:gd name="connsiteX75" fmla="*/ 5825621 w 6128435"/>
              <a:gd name="connsiteY75" fmla="*/ 4015525 h 6858000"/>
              <a:gd name="connsiteX76" fmla="*/ 5860672 w 6128435"/>
              <a:gd name="connsiteY76" fmla="*/ 4061579 h 6858000"/>
              <a:gd name="connsiteX77" fmla="*/ 5872173 w 6128435"/>
              <a:gd name="connsiteY77" fmla="*/ 4088497 h 6858000"/>
              <a:gd name="connsiteX78" fmla="*/ 5883705 w 6128435"/>
              <a:gd name="connsiteY78" fmla="*/ 4101899 h 6858000"/>
              <a:gd name="connsiteX79" fmla="*/ 5885314 w 6128435"/>
              <a:gd name="connsiteY79" fmla="*/ 4108387 h 6858000"/>
              <a:gd name="connsiteX80" fmla="*/ 5894095 w 6128435"/>
              <a:gd name="connsiteY80" fmla="*/ 4128857 h 6858000"/>
              <a:gd name="connsiteX81" fmla="*/ 5898339 w 6128435"/>
              <a:gd name="connsiteY81" fmla="*/ 4140800 h 6858000"/>
              <a:gd name="connsiteX82" fmla="*/ 5899734 w 6128435"/>
              <a:gd name="connsiteY82" fmla="*/ 4145632 h 6858000"/>
              <a:gd name="connsiteX83" fmla="*/ 5903513 w 6128435"/>
              <a:gd name="connsiteY83" fmla="*/ 4187661 h 6858000"/>
              <a:gd name="connsiteX84" fmla="*/ 5917114 w 6128435"/>
              <a:gd name="connsiteY84" fmla="*/ 4213096 h 6858000"/>
              <a:gd name="connsiteX85" fmla="*/ 5921153 w 6128435"/>
              <a:gd name="connsiteY85" fmla="*/ 4236222 h 6858000"/>
              <a:gd name="connsiteX86" fmla="*/ 5924233 w 6128435"/>
              <a:gd name="connsiteY86" fmla="*/ 4242060 h 6858000"/>
              <a:gd name="connsiteX87" fmla="*/ 5928910 w 6128435"/>
              <a:gd name="connsiteY87" fmla="*/ 4300973 h 6858000"/>
              <a:gd name="connsiteX88" fmla="*/ 5939320 w 6128435"/>
              <a:gd name="connsiteY88" fmla="*/ 4340435 h 6858000"/>
              <a:gd name="connsiteX89" fmla="*/ 5946705 w 6128435"/>
              <a:gd name="connsiteY89" fmla="*/ 4428051 h 6858000"/>
              <a:gd name="connsiteX90" fmla="*/ 5949261 w 6128435"/>
              <a:gd name="connsiteY90" fmla="*/ 4449185 h 6858000"/>
              <a:gd name="connsiteX91" fmla="*/ 5957504 w 6128435"/>
              <a:gd name="connsiteY91" fmla="*/ 4465911 h 6858000"/>
              <a:gd name="connsiteX92" fmla="*/ 5964689 w 6128435"/>
              <a:gd name="connsiteY92" fmla="*/ 4468532 h 6858000"/>
              <a:gd name="connsiteX93" fmla="*/ 5967062 w 6128435"/>
              <a:gd name="connsiteY93" fmla="*/ 4479923 h 6858000"/>
              <a:gd name="connsiteX94" fmla="*/ 5968960 w 6128435"/>
              <a:gd name="connsiteY94" fmla="*/ 4482655 h 6858000"/>
              <a:gd name="connsiteX95" fmla="*/ 5978567 w 6128435"/>
              <a:gd name="connsiteY95" fmla="*/ 4498605 h 6858000"/>
              <a:gd name="connsiteX96" fmla="*/ 5980106 w 6128435"/>
              <a:gd name="connsiteY96" fmla="*/ 4585087 h 6858000"/>
              <a:gd name="connsiteX97" fmla="*/ 5998138 w 6128435"/>
              <a:gd name="connsiteY97" fmla="*/ 4697518 h 6858000"/>
              <a:gd name="connsiteX98" fmla="*/ 6013516 w 6128435"/>
              <a:gd name="connsiteY98" fmla="*/ 4786619 h 6858000"/>
              <a:gd name="connsiteX99" fmla="*/ 6025404 w 6128435"/>
              <a:gd name="connsiteY99" fmla="*/ 4858148 h 6858000"/>
              <a:gd name="connsiteX100" fmla="*/ 6007749 w 6128435"/>
              <a:gd name="connsiteY100" fmla="*/ 4964715 h 6858000"/>
              <a:gd name="connsiteX101" fmla="*/ 6005269 w 6128435"/>
              <a:gd name="connsiteY101" fmla="*/ 5150567 h 6858000"/>
              <a:gd name="connsiteX102" fmla="*/ 6001127 w 6128435"/>
              <a:gd name="connsiteY102" fmla="*/ 5164609 h 6858000"/>
              <a:gd name="connsiteX103" fmla="*/ 5996647 w 6128435"/>
              <a:gd name="connsiteY103" fmla="*/ 5185640 h 6858000"/>
              <a:gd name="connsiteX104" fmla="*/ 5998514 w 6128435"/>
              <a:gd name="connsiteY104" fmla="*/ 5189673 h 6858000"/>
              <a:gd name="connsiteX105" fmla="*/ 5995970 w 6128435"/>
              <a:gd name="connsiteY105" fmla="*/ 5221547 h 6858000"/>
              <a:gd name="connsiteX106" fmla="*/ 5997218 w 6128435"/>
              <a:gd name="connsiteY106" fmla="*/ 5222031 h 6858000"/>
              <a:gd name="connsiteX107" fmla="*/ 6002116 w 6128435"/>
              <a:gd name="connsiteY107" fmla="*/ 5231223 h 6858000"/>
              <a:gd name="connsiteX108" fmla="*/ 6008541 w 6128435"/>
              <a:gd name="connsiteY108" fmla="*/ 5248680 h 6858000"/>
              <a:gd name="connsiteX109" fmla="*/ 6039260 w 6128435"/>
              <a:gd name="connsiteY109" fmla="*/ 5289518 h 6858000"/>
              <a:gd name="connsiteX110" fmla="*/ 6036748 w 6128435"/>
              <a:gd name="connsiteY110" fmla="*/ 5322752 h 6858000"/>
              <a:gd name="connsiteX111" fmla="*/ 6036943 w 6128435"/>
              <a:gd name="connsiteY111" fmla="*/ 5329480 h 6858000"/>
              <a:gd name="connsiteX112" fmla="*/ 6037236 w 6128435"/>
              <a:gd name="connsiteY112" fmla="*/ 5329634 h 6858000"/>
              <a:gd name="connsiteX113" fmla="*/ 6038019 w 6128435"/>
              <a:gd name="connsiteY113" fmla="*/ 5336764 h 6858000"/>
              <a:gd name="connsiteX114" fmla="*/ 6037298 w 6128435"/>
              <a:gd name="connsiteY114" fmla="*/ 5341753 h 6858000"/>
              <a:gd name="connsiteX115" fmla="*/ 6037677 w 6128435"/>
              <a:gd name="connsiteY115" fmla="*/ 5354807 h 6858000"/>
              <a:gd name="connsiteX116" fmla="*/ 6039728 w 6128435"/>
              <a:gd name="connsiteY116" fmla="*/ 5359416 h 6858000"/>
              <a:gd name="connsiteX117" fmla="*/ 6043311 w 6128435"/>
              <a:gd name="connsiteY117" fmla="*/ 5361407 h 6858000"/>
              <a:gd name="connsiteX118" fmla="*/ 6042954 w 6128435"/>
              <a:gd name="connsiteY118" fmla="*/ 5362576 h 6858000"/>
              <a:gd name="connsiteX119" fmla="*/ 6053435 w 6128435"/>
              <a:gd name="connsiteY119" fmla="*/ 5387547 h 6858000"/>
              <a:gd name="connsiteX120" fmla="*/ 6065933 w 6128435"/>
              <a:gd name="connsiteY120" fmla="*/ 5443002 h 6858000"/>
              <a:gd name="connsiteX121" fmla="*/ 6068640 w 6128435"/>
              <a:gd name="connsiteY121" fmla="*/ 5474503 h 6858000"/>
              <a:gd name="connsiteX122" fmla="*/ 6080922 w 6128435"/>
              <a:gd name="connsiteY122" fmla="*/ 5561070 h 6858000"/>
              <a:gd name="connsiteX123" fmla="*/ 6096949 w 6128435"/>
              <a:gd name="connsiteY123" fmla="*/ 5648179 h 6858000"/>
              <a:gd name="connsiteX124" fmla="*/ 6125703 w 6128435"/>
              <a:gd name="connsiteY124" fmla="*/ 5692894 h 6858000"/>
              <a:gd name="connsiteX125" fmla="*/ 6126670 w 6128435"/>
              <a:gd name="connsiteY125" fmla="*/ 5697882 h 6858000"/>
              <a:gd name="connsiteX126" fmla="*/ 6124061 w 6128435"/>
              <a:gd name="connsiteY126" fmla="*/ 5710294 h 6858000"/>
              <a:gd name="connsiteX127" fmla="*/ 6122213 w 6128435"/>
              <a:gd name="connsiteY127" fmla="*/ 5714762 h 6858000"/>
              <a:gd name="connsiteX128" fmla="*/ 6121353 w 6128435"/>
              <a:gd name="connsiteY128" fmla="*/ 5721725 h 6858000"/>
              <a:gd name="connsiteX129" fmla="*/ 6121607 w 6128435"/>
              <a:gd name="connsiteY129" fmla="*/ 5721959 h 6858000"/>
              <a:gd name="connsiteX130" fmla="*/ 6120262 w 6128435"/>
              <a:gd name="connsiteY130" fmla="*/ 5728358 h 6858000"/>
              <a:gd name="connsiteX131" fmla="*/ 6110194 w 6128435"/>
              <a:gd name="connsiteY131" fmla="*/ 5758853 h 6858000"/>
              <a:gd name="connsiteX132" fmla="*/ 6127519 w 6128435"/>
              <a:gd name="connsiteY132" fmla="*/ 5865775 h 6858000"/>
              <a:gd name="connsiteX133" fmla="*/ 6128435 w 6128435"/>
              <a:gd name="connsiteY133" fmla="*/ 5870164 h 6858000"/>
              <a:gd name="connsiteX134" fmla="*/ 6119217 w 6128435"/>
              <a:gd name="connsiteY134" fmla="*/ 5888542 h 6858000"/>
              <a:gd name="connsiteX135" fmla="*/ 6115966 w 6128435"/>
              <a:gd name="connsiteY135" fmla="*/ 5898387 h 6858000"/>
              <a:gd name="connsiteX136" fmla="*/ 6111924 w 6128435"/>
              <a:gd name="connsiteY136" fmla="*/ 5900444 h 6858000"/>
              <a:gd name="connsiteX137" fmla="*/ 6108716 w 6128435"/>
              <a:gd name="connsiteY137" fmla="*/ 5915345 h 6858000"/>
              <a:gd name="connsiteX138" fmla="*/ 6109524 w 6128435"/>
              <a:gd name="connsiteY138" fmla="*/ 5917328 h 6858000"/>
              <a:gd name="connsiteX139" fmla="*/ 6102493 w 6128435"/>
              <a:gd name="connsiteY139" fmla="*/ 5928602 h 6858000"/>
              <a:gd name="connsiteX140" fmla="*/ 6056863 w 6128435"/>
              <a:gd name="connsiteY140" fmla="*/ 6000643 h 6858000"/>
              <a:gd name="connsiteX141" fmla="*/ 6045436 w 6128435"/>
              <a:gd name="connsiteY141" fmla="*/ 6124480 h 6858000"/>
              <a:gd name="connsiteX142" fmla="*/ 6030489 w 6128435"/>
              <a:gd name="connsiteY142" fmla="*/ 6317666 h 6858000"/>
              <a:gd name="connsiteX143" fmla="*/ 6007492 w 6128435"/>
              <a:gd name="connsiteY143" fmla="*/ 6440818 h 6858000"/>
              <a:gd name="connsiteX144" fmla="*/ 6009467 w 6128435"/>
              <a:gd name="connsiteY144" fmla="*/ 6487076 h 6858000"/>
              <a:gd name="connsiteX145" fmla="*/ 5995064 w 6128435"/>
              <a:gd name="connsiteY145" fmla="*/ 6540791 h 6858000"/>
              <a:gd name="connsiteX146" fmla="*/ 5996309 w 6128435"/>
              <a:gd name="connsiteY146" fmla="*/ 6543961 h 6858000"/>
              <a:gd name="connsiteX147" fmla="*/ 5996048 w 6128435"/>
              <a:gd name="connsiteY147" fmla="*/ 6555444 h 6858000"/>
              <a:gd name="connsiteX148" fmla="*/ 6002524 w 6128435"/>
              <a:gd name="connsiteY148" fmla="*/ 6560188 h 6858000"/>
              <a:gd name="connsiteX149" fmla="*/ 6006823 w 6128435"/>
              <a:gd name="connsiteY149" fmla="*/ 6578546 h 6858000"/>
              <a:gd name="connsiteX150" fmla="*/ 6004510 w 6128435"/>
              <a:gd name="connsiteY150" fmla="*/ 6599256 h 6858000"/>
              <a:gd name="connsiteX151" fmla="*/ 5986207 w 6128435"/>
              <a:gd name="connsiteY151" fmla="*/ 6695855 h 6858000"/>
              <a:gd name="connsiteX152" fmla="*/ 5979428 w 6128435"/>
              <a:gd name="connsiteY152" fmla="*/ 6754678 h 6858000"/>
              <a:gd name="connsiteX153" fmla="*/ 5983398 w 6128435"/>
              <a:gd name="connsiteY153" fmla="*/ 6778641 h 6858000"/>
              <a:gd name="connsiteX154" fmla="*/ 5984543 w 6128435"/>
              <a:gd name="connsiteY154" fmla="*/ 6811016 h 6858000"/>
              <a:gd name="connsiteX155" fmla="*/ 5981802 w 6128435"/>
              <a:gd name="connsiteY155" fmla="*/ 6838578 h 6858000"/>
              <a:gd name="connsiteX156" fmla="*/ 5979671 w 6128435"/>
              <a:gd name="connsiteY156" fmla="*/ 6858000 h 6858000"/>
              <a:gd name="connsiteX157" fmla="*/ 0 w 6128435"/>
              <a:gd name="connsiteY157" fmla="*/ 6858000 h 6858000"/>
              <a:gd name="connsiteX158" fmla="*/ 0 w 6128435"/>
              <a:gd name="connsiteY158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481505 w 6128435"/>
              <a:gd name="connsiteY51" fmla="*/ 3095286 h 6858000"/>
              <a:gd name="connsiteX52" fmla="*/ 5532836 w 6128435"/>
              <a:gd name="connsiteY52" fmla="*/ 3353840 h 6858000"/>
              <a:gd name="connsiteX53" fmla="*/ 5561229 w 6128435"/>
              <a:gd name="connsiteY53" fmla="*/ 3395784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11924 w 6128435"/>
              <a:gd name="connsiteY135" fmla="*/ 5900444 h 6858000"/>
              <a:gd name="connsiteX136" fmla="*/ 6108716 w 6128435"/>
              <a:gd name="connsiteY136" fmla="*/ 5915345 h 6858000"/>
              <a:gd name="connsiteX137" fmla="*/ 6109524 w 6128435"/>
              <a:gd name="connsiteY137" fmla="*/ 5917328 h 6858000"/>
              <a:gd name="connsiteX138" fmla="*/ 6102493 w 6128435"/>
              <a:gd name="connsiteY138" fmla="*/ 5928602 h 6858000"/>
              <a:gd name="connsiteX139" fmla="*/ 6056863 w 6128435"/>
              <a:gd name="connsiteY139" fmla="*/ 6000643 h 6858000"/>
              <a:gd name="connsiteX140" fmla="*/ 6045436 w 6128435"/>
              <a:gd name="connsiteY140" fmla="*/ 6124480 h 6858000"/>
              <a:gd name="connsiteX141" fmla="*/ 6030489 w 6128435"/>
              <a:gd name="connsiteY141" fmla="*/ 6317666 h 6858000"/>
              <a:gd name="connsiteX142" fmla="*/ 6007492 w 6128435"/>
              <a:gd name="connsiteY142" fmla="*/ 6440818 h 6858000"/>
              <a:gd name="connsiteX143" fmla="*/ 6009467 w 6128435"/>
              <a:gd name="connsiteY143" fmla="*/ 6487076 h 6858000"/>
              <a:gd name="connsiteX144" fmla="*/ 5995064 w 6128435"/>
              <a:gd name="connsiteY144" fmla="*/ 6540791 h 6858000"/>
              <a:gd name="connsiteX145" fmla="*/ 5996309 w 6128435"/>
              <a:gd name="connsiteY145" fmla="*/ 6543961 h 6858000"/>
              <a:gd name="connsiteX146" fmla="*/ 5996048 w 6128435"/>
              <a:gd name="connsiteY146" fmla="*/ 6555444 h 6858000"/>
              <a:gd name="connsiteX147" fmla="*/ 6002524 w 6128435"/>
              <a:gd name="connsiteY147" fmla="*/ 6560188 h 6858000"/>
              <a:gd name="connsiteX148" fmla="*/ 6006823 w 6128435"/>
              <a:gd name="connsiteY148" fmla="*/ 6578546 h 6858000"/>
              <a:gd name="connsiteX149" fmla="*/ 6004510 w 6128435"/>
              <a:gd name="connsiteY149" fmla="*/ 6599256 h 6858000"/>
              <a:gd name="connsiteX150" fmla="*/ 5986207 w 6128435"/>
              <a:gd name="connsiteY150" fmla="*/ 6695855 h 6858000"/>
              <a:gd name="connsiteX151" fmla="*/ 5979428 w 6128435"/>
              <a:gd name="connsiteY151" fmla="*/ 6754678 h 6858000"/>
              <a:gd name="connsiteX152" fmla="*/ 5983398 w 6128435"/>
              <a:gd name="connsiteY152" fmla="*/ 6778641 h 6858000"/>
              <a:gd name="connsiteX153" fmla="*/ 5984543 w 6128435"/>
              <a:gd name="connsiteY153" fmla="*/ 6811016 h 6858000"/>
              <a:gd name="connsiteX154" fmla="*/ 5981802 w 6128435"/>
              <a:gd name="connsiteY154" fmla="*/ 6838578 h 6858000"/>
              <a:gd name="connsiteX155" fmla="*/ 5979671 w 6128435"/>
              <a:gd name="connsiteY155" fmla="*/ 6858000 h 6858000"/>
              <a:gd name="connsiteX156" fmla="*/ 0 w 6128435"/>
              <a:gd name="connsiteY156" fmla="*/ 6858000 h 6858000"/>
              <a:gd name="connsiteX157" fmla="*/ 0 w 6128435"/>
              <a:gd name="connsiteY15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481505 w 6128435"/>
              <a:gd name="connsiteY51" fmla="*/ 3095286 h 6858000"/>
              <a:gd name="connsiteX52" fmla="*/ 5516007 w 6128435"/>
              <a:gd name="connsiteY52" fmla="*/ 3258473 h 6858000"/>
              <a:gd name="connsiteX53" fmla="*/ 5561229 w 6128435"/>
              <a:gd name="connsiteY53" fmla="*/ 3395784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11924 w 6128435"/>
              <a:gd name="connsiteY135" fmla="*/ 5900444 h 6858000"/>
              <a:gd name="connsiteX136" fmla="*/ 6108716 w 6128435"/>
              <a:gd name="connsiteY136" fmla="*/ 5915345 h 6858000"/>
              <a:gd name="connsiteX137" fmla="*/ 6109524 w 6128435"/>
              <a:gd name="connsiteY137" fmla="*/ 5917328 h 6858000"/>
              <a:gd name="connsiteX138" fmla="*/ 6102493 w 6128435"/>
              <a:gd name="connsiteY138" fmla="*/ 5928602 h 6858000"/>
              <a:gd name="connsiteX139" fmla="*/ 6056863 w 6128435"/>
              <a:gd name="connsiteY139" fmla="*/ 6000643 h 6858000"/>
              <a:gd name="connsiteX140" fmla="*/ 6045436 w 6128435"/>
              <a:gd name="connsiteY140" fmla="*/ 6124480 h 6858000"/>
              <a:gd name="connsiteX141" fmla="*/ 6030489 w 6128435"/>
              <a:gd name="connsiteY141" fmla="*/ 6317666 h 6858000"/>
              <a:gd name="connsiteX142" fmla="*/ 6007492 w 6128435"/>
              <a:gd name="connsiteY142" fmla="*/ 6440818 h 6858000"/>
              <a:gd name="connsiteX143" fmla="*/ 6009467 w 6128435"/>
              <a:gd name="connsiteY143" fmla="*/ 6487076 h 6858000"/>
              <a:gd name="connsiteX144" fmla="*/ 5995064 w 6128435"/>
              <a:gd name="connsiteY144" fmla="*/ 6540791 h 6858000"/>
              <a:gd name="connsiteX145" fmla="*/ 5996309 w 6128435"/>
              <a:gd name="connsiteY145" fmla="*/ 6543961 h 6858000"/>
              <a:gd name="connsiteX146" fmla="*/ 5996048 w 6128435"/>
              <a:gd name="connsiteY146" fmla="*/ 6555444 h 6858000"/>
              <a:gd name="connsiteX147" fmla="*/ 6002524 w 6128435"/>
              <a:gd name="connsiteY147" fmla="*/ 6560188 h 6858000"/>
              <a:gd name="connsiteX148" fmla="*/ 6006823 w 6128435"/>
              <a:gd name="connsiteY148" fmla="*/ 6578546 h 6858000"/>
              <a:gd name="connsiteX149" fmla="*/ 6004510 w 6128435"/>
              <a:gd name="connsiteY149" fmla="*/ 6599256 h 6858000"/>
              <a:gd name="connsiteX150" fmla="*/ 5986207 w 6128435"/>
              <a:gd name="connsiteY150" fmla="*/ 6695855 h 6858000"/>
              <a:gd name="connsiteX151" fmla="*/ 5979428 w 6128435"/>
              <a:gd name="connsiteY151" fmla="*/ 6754678 h 6858000"/>
              <a:gd name="connsiteX152" fmla="*/ 5983398 w 6128435"/>
              <a:gd name="connsiteY152" fmla="*/ 6778641 h 6858000"/>
              <a:gd name="connsiteX153" fmla="*/ 5984543 w 6128435"/>
              <a:gd name="connsiteY153" fmla="*/ 6811016 h 6858000"/>
              <a:gd name="connsiteX154" fmla="*/ 5981802 w 6128435"/>
              <a:gd name="connsiteY154" fmla="*/ 6838578 h 6858000"/>
              <a:gd name="connsiteX155" fmla="*/ 5979671 w 6128435"/>
              <a:gd name="connsiteY155" fmla="*/ 6858000 h 6858000"/>
              <a:gd name="connsiteX156" fmla="*/ 0 w 6128435"/>
              <a:gd name="connsiteY156" fmla="*/ 6858000 h 6858000"/>
              <a:gd name="connsiteX157" fmla="*/ 0 w 6128435"/>
              <a:gd name="connsiteY15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481505 w 6128435"/>
              <a:gd name="connsiteY51" fmla="*/ 3095286 h 6858000"/>
              <a:gd name="connsiteX52" fmla="*/ 5516007 w 6128435"/>
              <a:gd name="connsiteY52" fmla="*/ 3258473 h 6858000"/>
              <a:gd name="connsiteX53" fmla="*/ 5566839 w 6128435"/>
              <a:gd name="connsiteY53" fmla="*/ 3345295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11924 w 6128435"/>
              <a:gd name="connsiteY135" fmla="*/ 5900444 h 6858000"/>
              <a:gd name="connsiteX136" fmla="*/ 6108716 w 6128435"/>
              <a:gd name="connsiteY136" fmla="*/ 5915345 h 6858000"/>
              <a:gd name="connsiteX137" fmla="*/ 6109524 w 6128435"/>
              <a:gd name="connsiteY137" fmla="*/ 5917328 h 6858000"/>
              <a:gd name="connsiteX138" fmla="*/ 6102493 w 6128435"/>
              <a:gd name="connsiteY138" fmla="*/ 5928602 h 6858000"/>
              <a:gd name="connsiteX139" fmla="*/ 6056863 w 6128435"/>
              <a:gd name="connsiteY139" fmla="*/ 6000643 h 6858000"/>
              <a:gd name="connsiteX140" fmla="*/ 6045436 w 6128435"/>
              <a:gd name="connsiteY140" fmla="*/ 6124480 h 6858000"/>
              <a:gd name="connsiteX141" fmla="*/ 6030489 w 6128435"/>
              <a:gd name="connsiteY141" fmla="*/ 6317666 h 6858000"/>
              <a:gd name="connsiteX142" fmla="*/ 6007492 w 6128435"/>
              <a:gd name="connsiteY142" fmla="*/ 6440818 h 6858000"/>
              <a:gd name="connsiteX143" fmla="*/ 6009467 w 6128435"/>
              <a:gd name="connsiteY143" fmla="*/ 6487076 h 6858000"/>
              <a:gd name="connsiteX144" fmla="*/ 5995064 w 6128435"/>
              <a:gd name="connsiteY144" fmla="*/ 6540791 h 6858000"/>
              <a:gd name="connsiteX145" fmla="*/ 5996309 w 6128435"/>
              <a:gd name="connsiteY145" fmla="*/ 6543961 h 6858000"/>
              <a:gd name="connsiteX146" fmla="*/ 5996048 w 6128435"/>
              <a:gd name="connsiteY146" fmla="*/ 6555444 h 6858000"/>
              <a:gd name="connsiteX147" fmla="*/ 6002524 w 6128435"/>
              <a:gd name="connsiteY147" fmla="*/ 6560188 h 6858000"/>
              <a:gd name="connsiteX148" fmla="*/ 6006823 w 6128435"/>
              <a:gd name="connsiteY148" fmla="*/ 6578546 h 6858000"/>
              <a:gd name="connsiteX149" fmla="*/ 6004510 w 6128435"/>
              <a:gd name="connsiteY149" fmla="*/ 6599256 h 6858000"/>
              <a:gd name="connsiteX150" fmla="*/ 5986207 w 6128435"/>
              <a:gd name="connsiteY150" fmla="*/ 6695855 h 6858000"/>
              <a:gd name="connsiteX151" fmla="*/ 5979428 w 6128435"/>
              <a:gd name="connsiteY151" fmla="*/ 6754678 h 6858000"/>
              <a:gd name="connsiteX152" fmla="*/ 5983398 w 6128435"/>
              <a:gd name="connsiteY152" fmla="*/ 6778641 h 6858000"/>
              <a:gd name="connsiteX153" fmla="*/ 5984543 w 6128435"/>
              <a:gd name="connsiteY153" fmla="*/ 6811016 h 6858000"/>
              <a:gd name="connsiteX154" fmla="*/ 5981802 w 6128435"/>
              <a:gd name="connsiteY154" fmla="*/ 6838578 h 6858000"/>
              <a:gd name="connsiteX155" fmla="*/ 5979671 w 6128435"/>
              <a:gd name="connsiteY155" fmla="*/ 6858000 h 6858000"/>
              <a:gd name="connsiteX156" fmla="*/ 0 w 6128435"/>
              <a:gd name="connsiteY156" fmla="*/ 6858000 h 6858000"/>
              <a:gd name="connsiteX157" fmla="*/ 0 w 6128435"/>
              <a:gd name="connsiteY15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503944 w 6128435"/>
              <a:gd name="connsiteY51" fmla="*/ 3123335 h 6858000"/>
              <a:gd name="connsiteX52" fmla="*/ 5516007 w 6128435"/>
              <a:gd name="connsiteY52" fmla="*/ 3258473 h 6858000"/>
              <a:gd name="connsiteX53" fmla="*/ 5566839 w 6128435"/>
              <a:gd name="connsiteY53" fmla="*/ 3345295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11924 w 6128435"/>
              <a:gd name="connsiteY135" fmla="*/ 5900444 h 6858000"/>
              <a:gd name="connsiteX136" fmla="*/ 6108716 w 6128435"/>
              <a:gd name="connsiteY136" fmla="*/ 5915345 h 6858000"/>
              <a:gd name="connsiteX137" fmla="*/ 6109524 w 6128435"/>
              <a:gd name="connsiteY137" fmla="*/ 5917328 h 6858000"/>
              <a:gd name="connsiteX138" fmla="*/ 6102493 w 6128435"/>
              <a:gd name="connsiteY138" fmla="*/ 5928602 h 6858000"/>
              <a:gd name="connsiteX139" fmla="*/ 6056863 w 6128435"/>
              <a:gd name="connsiteY139" fmla="*/ 6000643 h 6858000"/>
              <a:gd name="connsiteX140" fmla="*/ 6045436 w 6128435"/>
              <a:gd name="connsiteY140" fmla="*/ 6124480 h 6858000"/>
              <a:gd name="connsiteX141" fmla="*/ 6030489 w 6128435"/>
              <a:gd name="connsiteY141" fmla="*/ 6317666 h 6858000"/>
              <a:gd name="connsiteX142" fmla="*/ 6007492 w 6128435"/>
              <a:gd name="connsiteY142" fmla="*/ 6440818 h 6858000"/>
              <a:gd name="connsiteX143" fmla="*/ 6009467 w 6128435"/>
              <a:gd name="connsiteY143" fmla="*/ 6487076 h 6858000"/>
              <a:gd name="connsiteX144" fmla="*/ 5995064 w 6128435"/>
              <a:gd name="connsiteY144" fmla="*/ 6540791 h 6858000"/>
              <a:gd name="connsiteX145" fmla="*/ 5996309 w 6128435"/>
              <a:gd name="connsiteY145" fmla="*/ 6543961 h 6858000"/>
              <a:gd name="connsiteX146" fmla="*/ 5996048 w 6128435"/>
              <a:gd name="connsiteY146" fmla="*/ 6555444 h 6858000"/>
              <a:gd name="connsiteX147" fmla="*/ 6002524 w 6128435"/>
              <a:gd name="connsiteY147" fmla="*/ 6560188 h 6858000"/>
              <a:gd name="connsiteX148" fmla="*/ 6006823 w 6128435"/>
              <a:gd name="connsiteY148" fmla="*/ 6578546 h 6858000"/>
              <a:gd name="connsiteX149" fmla="*/ 6004510 w 6128435"/>
              <a:gd name="connsiteY149" fmla="*/ 6599256 h 6858000"/>
              <a:gd name="connsiteX150" fmla="*/ 5986207 w 6128435"/>
              <a:gd name="connsiteY150" fmla="*/ 6695855 h 6858000"/>
              <a:gd name="connsiteX151" fmla="*/ 5979428 w 6128435"/>
              <a:gd name="connsiteY151" fmla="*/ 6754678 h 6858000"/>
              <a:gd name="connsiteX152" fmla="*/ 5983398 w 6128435"/>
              <a:gd name="connsiteY152" fmla="*/ 6778641 h 6858000"/>
              <a:gd name="connsiteX153" fmla="*/ 5984543 w 6128435"/>
              <a:gd name="connsiteY153" fmla="*/ 6811016 h 6858000"/>
              <a:gd name="connsiteX154" fmla="*/ 5981802 w 6128435"/>
              <a:gd name="connsiteY154" fmla="*/ 6838578 h 6858000"/>
              <a:gd name="connsiteX155" fmla="*/ 5979671 w 6128435"/>
              <a:gd name="connsiteY155" fmla="*/ 6858000 h 6858000"/>
              <a:gd name="connsiteX156" fmla="*/ 0 w 6128435"/>
              <a:gd name="connsiteY156" fmla="*/ 6858000 h 6858000"/>
              <a:gd name="connsiteX157" fmla="*/ 0 w 6128435"/>
              <a:gd name="connsiteY157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503944 w 6128435"/>
              <a:gd name="connsiteY51" fmla="*/ 3123335 h 6858000"/>
              <a:gd name="connsiteX52" fmla="*/ 5516007 w 6128435"/>
              <a:gd name="connsiteY52" fmla="*/ 3258473 h 6858000"/>
              <a:gd name="connsiteX53" fmla="*/ 5566839 w 6128435"/>
              <a:gd name="connsiteY53" fmla="*/ 3345295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08716 w 6128435"/>
              <a:gd name="connsiteY135" fmla="*/ 5915345 h 6858000"/>
              <a:gd name="connsiteX136" fmla="*/ 6109524 w 6128435"/>
              <a:gd name="connsiteY136" fmla="*/ 5917328 h 6858000"/>
              <a:gd name="connsiteX137" fmla="*/ 6102493 w 6128435"/>
              <a:gd name="connsiteY137" fmla="*/ 5928602 h 6858000"/>
              <a:gd name="connsiteX138" fmla="*/ 6056863 w 6128435"/>
              <a:gd name="connsiteY138" fmla="*/ 6000643 h 6858000"/>
              <a:gd name="connsiteX139" fmla="*/ 6045436 w 6128435"/>
              <a:gd name="connsiteY139" fmla="*/ 6124480 h 6858000"/>
              <a:gd name="connsiteX140" fmla="*/ 6030489 w 6128435"/>
              <a:gd name="connsiteY140" fmla="*/ 6317666 h 6858000"/>
              <a:gd name="connsiteX141" fmla="*/ 6007492 w 6128435"/>
              <a:gd name="connsiteY141" fmla="*/ 6440818 h 6858000"/>
              <a:gd name="connsiteX142" fmla="*/ 6009467 w 6128435"/>
              <a:gd name="connsiteY142" fmla="*/ 6487076 h 6858000"/>
              <a:gd name="connsiteX143" fmla="*/ 5995064 w 6128435"/>
              <a:gd name="connsiteY143" fmla="*/ 6540791 h 6858000"/>
              <a:gd name="connsiteX144" fmla="*/ 5996309 w 6128435"/>
              <a:gd name="connsiteY144" fmla="*/ 6543961 h 6858000"/>
              <a:gd name="connsiteX145" fmla="*/ 5996048 w 6128435"/>
              <a:gd name="connsiteY145" fmla="*/ 6555444 h 6858000"/>
              <a:gd name="connsiteX146" fmla="*/ 6002524 w 6128435"/>
              <a:gd name="connsiteY146" fmla="*/ 6560188 h 6858000"/>
              <a:gd name="connsiteX147" fmla="*/ 6006823 w 6128435"/>
              <a:gd name="connsiteY147" fmla="*/ 6578546 h 6858000"/>
              <a:gd name="connsiteX148" fmla="*/ 6004510 w 6128435"/>
              <a:gd name="connsiteY148" fmla="*/ 6599256 h 6858000"/>
              <a:gd name="connsiteX149" fmla="*/ 5986207 w 6128435"/>
              <a:gd name="connsiteY149" fmla="*/ 6695855 h 6858000"/>
              <a:gd name="connsiteX150" fmla="*/ 5979428 w 6128435"/>
              <a:gd name="connsiteY150" fmla="*/ 6754678 h 6858000"/>
              <a:gd name="connsiteX151" fmla="*/ 5983398 w 6128435"/>
              <a:gd name="connsiteY151" fmla="*/ 6778641 h 6858000"/>
              <a:gd name="connsiteX152" fmla="*/ 5984543 w 6128435"/>
              <a:gd name="connsiteY152" fmla="*/ 6811016 h 6858000"/>
              <a:gd name="connsiteX153" fmla="*/ 5981802 w 6128435"/>
              <a:gd name="connsiteY153" fmla="*/ 6838578 h 6858000"/>
              <a:gd name="connsiteX154" fmla="*/ 5979671 w 6128435"/>
              <a:gd name="connsiteY154" fmla="*/ 6858000 h 6858000"/>
              <a:gd name="connsiteX155" fmla="*/ 0 w 6128435"/>
              <a:gd name="connsiteY155" fmla="*/ 6858000 h 6858000"/>
              <a:gd name="connsiteX156" fmla="*/ 0 w 6128435"/>
              <a:gd name="connsiteY156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503944 w 6128435"/>
              <a:gd name="connsiteY51" fmla="*/ 3123335 h 6858000"/>
              <a:gd name="connsiteX52" fmla="*/ 5516007 w 6128435"/>
              <a:gd name="connsiteY52" fmla="*/ 3258473 h 6858000"/>
              <a:gd name="connsiteX53" fmla="*/ 5566839 w 6128435"/>
              <a:gd name="connsiteY53" fmla="*/ 3345295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08716 w 6128435"/>
              <a:gd name="connsiteY135" fmla="*/ 5915345 h 6858000"/>
              <a:gd name="connsiteX136" fmla="*/ 6102493 w 6128435"/>
              <a:gd name="connsiteY136" fmla="*/ 5928602 h 6858000"/>
              <a:gd name="connsiteX137" fmla="*/ 6056863 w 6128435"/>
              <a:gd name="connsiteY137" fmla="*/ 6000643 h 6858000"/>
              <a:gd name="connsiteX138" fmla="*/ 6045436 w 6128435"/>
              <a:gd name="connsiteY138" fmla="*/ 6124480 h 6858000"/>
              <a:gd name="connsiteX139" fmla="*/ 6030489 w 6128435"/>
              <a:gd name="connsiteY139" fmla="*/ 6317666 h 6858000"/>
              <a:gd name="connsiteX140" fmla="*/ 6007492 w 6128435"/>
              <a:gd name="connsiteY140" fmla="*/ 6440818 h 6858000"/>
              <a:gd name="connsiteX141" fmla="*/ 6009467 w 6128435"/>
              <a:gd name="connsiteY141" fmla="*/ 6487076 h 6858000"/>
              <a:gd name="connsiteX142" fmla="*/ 5995064 w 6128435"/>
              <a:gd name="connsiteY142" fmla="*/ 6540791 h 6858000"/>
              <a:gd name="connsiteX143" fmla="*/ 5996309 w 6128435"/>
              <a:gd name="connsiteY143" fmla="*/ 6543961 h 6858000"/>
              <a:gd name="connsiteX144" fmla="*/ 5996048 w 6128435"/>
              <a:gd name="connsiteY144" fmla="*/ 6555444 h 6858000"/>
              <a:gd name="connsiteX145" fmla="*/ 6002524 w 6128435"/>
              <a:gd name="connsiteY145" fmla="*/ 6560188 h 6858000"/>
              <a:gd name="connsiteX146" fmla="*/ 6006823 w 6128435"/>
              <a:gd name="connsiteY146" fmla="*/ 6578546 h 6858000"/>
              <a:gd name="connsiteX147" fmla="*/ 6004510 w 6128435"/>
              <a:gd name="connsiteY147" fmla="*/ 6599256 h 6858000"/>
              <a:gd name="connsiteX148" fmla="*/ 5986207 w 6128435"/>
              <a:gd name="connsiteY148" fmla="*/ 6695855 h 6858000"/>
              <a:gd name="connsiteX149" fmla="*/ 5979428 w 6128435"/>
              <a:gd name="connsiteY149" fmla="*/ 6754678 h 6858000"/>
              <a:gd name="connsiteX150" fmla="*/ 5983398 w 6128435"/>
              <a:gd name="connsiteY150" fmla="*/ 6778641 h 6858000"/>
              <a:gd name="connsiteX151" fmla="*/ 5984543 w 6128435"/>
              <a:gd name="connsiteY151" fmla="*/ 6811016 h 6858000"/>
              <a:gd name="connsiteX152" fmla="*/ 5981802 w 6128435"/>
              <a:gd name="connsiteY152" fmla="*/ 6838578 h 6858000"/>
              <a:gd name="connsiteX153" fmla="*/ 5979671 w 6128435"/>
              <a:gd name="connsiteY153" fmla="*/ 6858000 h 6858000"/>
              <a:gd name="connsiteX154" fmla="*/ 0 w 6128435"/>
              <a:gd name="connsiteY154" fmla="*/ 6858000 h 6858000"/>
              <a:gd name="connsiteX155" fmla="*/ 0 w 6128435"/>
              <a:gd name="connsiteY155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503944 w 6128435"/>
              <a:gd name="connsiteY51" fmla="*/ 3123335 h 6858000"/>
              <a:gd name="connsiteX52" fmla="*/ 5516007 w 6128435"/>
              <a:gd name="connsiteY52" fmla="*/ 3258473 h 6858000"/>
              <a:gd name="connsiteX53" fmla="*/ 5566839 w 6128435"/>
              <a:gd name="connsiteY53" fmla="*/ 3345295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15966 w 6128435"/>
              <a:gd name="connsiteY134" fmla="*/ 5898387 h 6858000"/>
              <a:gd name="connsiteX135" fmla="*/ 6102493 w 6128435"/>
              <a:gd name="connsiteY135" fmla="*/ 5928602 h 6858000"/>
              <a:gd name="connsiteX136" fmla="*/ 6056863 w 6128435"/>
              <a:gd name="connsiteY136" fmla="*/ 6000643 h 6858000"/>
              <a:gd name="connsiteX137" fmla="*/ 6045436 w 6128435"/>
              <a:gd name="connsiteY137" fmla="*/ 6124480 h 6858000"/>
              <a:gd name="connsiteX138" fmla="*/ 6030489 w 6128435"/>
              <a:gd name="connsiteY138" fmla="*/ 6317666 h 6858000"/>
              <a:gd name="connsiteX139" fmla="*/ 6007492 w 6128435"/>
              <a:gd name="connsiteY139" fmla="*/ 6440818 h 6858000"/>
              <a:gd name="connsiteX140" fmla="*/ 6009467 w 6128435"/>
              <a:gd name="connsiteY140" fmla="*/ 6487076 h 6858000"/>
              <a:gd name="connsiteX141" fmla="*/ 5995064 w 6128435"/>
              <a:gd name="connsiteY141" fmla="*/ 6540791 h 6858000"/>
              <a:gd name="connsiteX142" fmla="*/ 5996309 w 6128435"/>
              <a:gd name="connsiteY142" fmla="*/ 6543961 h 6858000"/>
              <a:gd name="connsiteX143" fmla="*/ 5996048 w 6128435"/>
              <a:gd name="connsiteY143" fmla="*/ 6555444 h 6858000"/>
              <a:gd name="connsiteX144" fmla="*/ 6002524 w 6128435"/>
              <a:gd name="connsiteY144" fmla="*/ 6560188 h 6858000"/>
              <a:gd name="connsiteX145" fmla="*/ 6006823 w 6128435"/>
              <a:gd name="connsiteY145" fmla="*/ 6578546 h 6858000"/>
              <a:gd name="connsiteX146" fmla="*/ 6004510 w 6128435"/>
              <a:gd name="connsiteY146" fmla="*/ 6599256 h 6858000"/>
              <a:gd name="connsiteX147" fmla="*/ 5986207 w 6128435"/>
              <a:gd name="connsiteY147" fmla="*/ 6695855 h 6858000"/>
              <a:gd name="connsiteX148" fmla="*/ 5979428 w 6128435"/>
              <a:gd name="connsiteY148" fmla="*/ 6754678 h 6858000"/>
              <a:gd name="connsiteX149" fmla="*/ 5983398 w 6128435"/>
              <a:gd name="connsiteY149" fmla="*/ 6778641 h 6858000"/>
              <a:gd name="connsiteX150" fmla="*/ 5984543 w 6128435"/>
              <a:gd name="connsiteY150" fmla="*/ 6811016 h 6858000"/>
              <a:gd name="connsiteX151" fmla="*/ 5981802 w 6128435"/>
              <a:gd name="connsiteY151" fmla="*/ 6838578 h 6858000"/>
              <a:gd name="connsiteX152" fmla="*/ 5979671 w 6128435"/>
              <a:gd name="connsiteY152" fmla="*/ 6858000 h 6858000"/>
              <a:gd name="connsiteX153" fmla="*/ 0 w 6128435"/>
              <a:gd name="connsiteY153" fmla="*/ 6858000 h 6858000"/>
              <a:gd name="connsiteX154" fmla="*/ 0 w 6128435"/>
              <a:gd name="connsiteY154" fmla="*/ 0 h 6858000"/>
              <a:gd name="connsiteX0" fmla="*/ 0 w 6128435"/>
              <a:gd name="connsiteY0" fmla="*/ 0 h 6858000"/>
              <a:gd name="connsiteX1" fmla="*/ 4965888 w 6128435"/>
              <a:gd name="connsiteY1" fmla="*/ 0 h 6858000"/>
              <a:gd name="connsiteX2" fmla="*/ 4967767 w 6128435"/>
              <a:gd name="connsiteY2" fmla="*/ 7930 h 6858000"/>
              <a:gd name="connsiteX3" fmla="*/ 4979444 w 6128435"/>
              <a:gd name="connsiteY3" fmla="*/ 43921 h 6858000"/>
              <a:gd name="connsiteX4" fmla="*/ 5021173 w 6128435"/>
              <a:gd name="connsiteY4" fmla="*/ 123738 h 6858000"/>
              <a:gd name="connsiteX5" fmla="*/ 5075458 w 6128435"/>
              <a:gd name="connsiteY5" fmla="*/ 264355 h 6858000"/>
              <a:gd name="connsiteX6" fmla="*/ 5081175 w 6128435"/>
              <a:gd name="connsiteY6" fmla="*/ 277448 h 6858000"/>
              <a:gd name="connsiteX7" fmla="*/ 5097011 w 6128435"/>
              <a:gd name="connsiteY7" fmla="*/ 355616 h 6858000"/>
              <a:gd name="connsiteX8" fmla="*/ 5130982 w 6128435"/>
              <a:gd name="connsiteY8" fmla="*/ 412030 h 6858000"/>
              <a:gd name="connsiteX9" fmla="*/ 5153000 w 6128435"/>
              <a:gd name="connsiteY9" fmla="*/ 507134 h 6858000"/>
              <a:gd name="connsiteX10" fmla="*/ 5171282 w 6128435"/>
              <a:gd name="connsiteY10" fmla="*/ 602071 h 6858000"/>
              <a:gd name="connsiteX11" fmla="*/ 5176196 w 6128435"/>
              <a:gd name="connsiteY11" fmla="*/ 636822 h 6858000"/>
              <a:gd name="connsiteX12" fmla="*/ 5189051 w 6128435"/>
              <a:gd name="connsiteY12" fmla="*/ 782518 h 6858000"/>
              <a:gd name="connsiteX13" fmla="*/ 5210428 w 6128435"/>
              <a:gd name="connsiteY13" fmla="*/ 815772 h 6858000"/>
              <a:gd name="connsiteX14" fmla="*/ 5221088 w 6128435"/>
              <a:gd name="connsiteY14" fmla="*/ 860193 h 6858000"/>
              <a:gd name="connsiteX15" fmla="*/ 5230806 w 6128435"/>
              <a:gd name="connsiteY15" fmla="*/ 961354 h 6858000"/>
              <a:gd name="connsiteX16" fmla="*/ 5201018 w 6128435"/>
              <a:gd name="connsiteY16" fmla="*/ 1095027 h 6858000"/>
              <a:gd name="connsiteX17" fmla="*/ 5202153 w 6128435"/>
              <a:gd name="connsiteY17" fmla="*/ 1133224 h 6858000"/>
              <a:gd name="connsiteX18" fmla="*/ 5207370 w 6128435"/>
              <a:gd name="connsiteY18" fmla="*/ 1138097 h 6858000"/>
              <a:gd name="connsiteX19" fmla="*/ 5189234 w 6128435"/>
              <a:gd name="connsiteY19" fmla="*/ 1193495 h 6858000"/>
              <a:gd name="connsiteX20" fmla="*/ 5202769 w 6128435"/>
              <a:gd name="connsiteY20" fmla="*/ 1269450 h 6858000"/>
              <a:gd name="connsiteX21" fmla="*/ 5225968 w 6128435"/>
              <a:gd name="connsiteY21" fmla="*/ 1357994 h 6858000"/>
              <a:gd name="connsiteX22" fmla="*/ 5233819 w 6128435"/>
              <a:gd name="connsiteY22" fmla="*/ 1380922 h 6858000"/>
              <a:gd name="connsiteX23" fmla="*/ 5237226 w 6128435"/>
              <a:gd name="connsiteY23" fmla="*/ 1441327 h 6858000"/>
              <a:gd name="connsiteX24" fmla="*/ 5255653 w 6128435"/>
              <a:gd name="connsiteY24" fmla="*/ 1524712 h 6858000"/>
              <a:gd name="connsiteX25" fmla="*/ 5263491 w 6128435"/>
              <a:gd name="connsiteY25" fmla="*/ 1642938 h 6858000"/>
              <a:gd name="connsiteX26" fmla="*/ 5261314 w 6128435"/>
              <a:gd name="connsiteY26" fmla="*/ 1689177 h 6858000"/>
              <a:gd name="connsiteX27" fmla="*/ 5259788 w 6128435"/>
              <a:gd name="connsiteY27" fmla="*/ 1768516 h 6858000"/>
              <a:gd name="connsiteX28" fmla="*/ 5255696 w 6128435"/>
              <a:gd name="connsiteY28" fmla="*/ 1953770 h 6858000"/>
              <a:gd name="connsiteX29" fmla="*/ 5252592 w 6128435"/>
              <a:gd name="connsiteY29" fmla="*/ 2092210 h 6858000"/>
              <a:gd name="connsiteX30" fmla="*/ 5264303 w 6128435"/>
              <a:gd name="connsiteY30" fmla="*/ 2225157 h 6858000"/>
              <a:gd name="connsiteX31" fmla="*/ 5254949 w 6128435"/>
              <a:gd name="connsiteY31" fmla="*/ 2236160 h 6858000"/>
              <a:gd name="connsiteX32" fmla="*/ 5250104 w 6128435"/>
              <a:gd name="connsiteY32" fmla="*/ 2249166 h 6858000"/>
              <a:gd name="connsiteX33" fmla="*/ 5251214 w 6128435"/>
              <a:gd name="connsiteY33" fmla="*/ 2250944 h 6858000"/>
              <a:gd name="connsiteX34" fmla="*/ 5250644 w 6128435"/>
              <a:gd name="connsiteY34" fmla="*/ 2266619 h 6858000"/>
              <a:gd name="connsiteX35" fmla="*/ 5293877 w 6128435"/>
              <a:gd name="connsiteY35" fmla="*/ 2368649 h 6858000"/>
              <a:gd name="connsiteX36" fmla="*/ 5311338 w 6128435"/>
              <a:gd name="connsiteY36" fmla="*/ 2404034 h 6858000"/>
              <a:gd name="connsiteX37" fmla="*/ 5338366 w 6128435"/>
              <a:gd name="connsiteY37" fmla="*/ 2465052 h 6858000"/>
              <a:gd name="connsiteX38" fmla="*/ 5371263 w 6128435"/>
              <a:gd name="connsiteY38" fmla="*/ 2586413 h 6858000"/>
              <a:gd name="connsiteX39" fmla="*/ 5407503 w 6128435"/>
              <a:gd name="connsiteY39" fmla="*/ 2786290 h 6858000"/>
              <a:gd name="connsiteX40" fmla="*/ 5407356 w 6128435"/>
              <a:gd name="connsiteY40" fmla="*/ 2787545 h 6858000"/>
              <a:gd name="connsiteX41" fmla="*/ 5411130 w 6128435"/>
              <a:gd name="connsiteY41" fmla="*/ 2788640 h 6858000"/>
              <a:gd name="connsiteX42" fmla="*/ 5416439 w 6128435"/>
              <a:gd name="connsiteY42" fmla="*/ 2805666 h 6858000"/>
              <a:gd name="connsiteX43" fmla="*/ 5416589 w 6128435"/>
              <a:gd name="connsiteY43" fmla="*/ 2810822 h 6858000"/>
              <a:gd name="connsiteX44" fmla="*/ 5418542 w 6128435"/>
              <a:gd name="connsiteY44" fmla="*/ 2817745 h 6858000"/>
              <a:gd name="connsiteX45" fmla="*/ 5418847 w 6128435"/>
              <a:gd name="connsiteY45" fmla="*/ 2817825 h 6858000"/>
              <a:gd name="connsiteX46" fmla="*/ 5457023 w 6128435"/>
              <a:gd name="connsiteY46" fmla="*/ 2858292 h 6858000"/>
              <a:gd name="connsiteX47" fmla="*/ 5479298 w 6128435"/>
              <a:gd name="connsiteY47" fmla="*/ 2947791 h 6858000"/>
              <a:gd name="connsiteX48" fmla="*/ 5481770 w 6128435"/>
              <a:gd name="connsiteY48" fmla="*/ 2951352 h 6858000"/>
              <a:gd name="connsiteX49" fmla="*/ 5482045 w 6128435"/>
              <a:gd name="connsiteY49" fmla="*/ 2984371 h 6858000"/>
              <a:gd name="connsiteX50" fmla="*/ 5482415 w 6128435"/>
              <a:gd name="connsiteY50" fmla="*/ 3004079 h 6858000"/>
              <a:gd name="connsiteX51" fmla="*/ 5503944 w 6128435"/>
              <a:gd name="connsiteY51" fmla="*/ 3123335 h 6858000"/>
              <a:gd name="connsiteX52" fmla="*/ 5516007 w 6128435"/>
              <a:gd name="connsiteY52" fmla="*/ 3258473 h 6858000"/>
              <a:gd name="connsiteX53" fmla="*/ 5566839 w 6128435"/>
              <a:gd name="connsiteY53" fmla="*/ 3345295 h 6858000"/>
              <a:gd name="connsiteX54" fmla="*/ 5589758 w 6128435"/>
              <a:gd name="connsiteY54" fmla="*/ 3506453 h 6858000"/>
              <a:gd name="connsiteX55" fmla="*/ 5596144 w 6128435"/>
              <a:gd name="connsiteY55" fmla="*/ 3534624 h 6858000"/>
              <a:gd name="connsiteX56" fmla="*/ 5597750 w 6128435"/>
              <a:gd name="connsiteY56" fmla="*/ 3534129 h 6858000"/>
              <a:gd name="connsiteX57" fmla="*/ 5599700 w 6128435"/>
              <a:gd name="connsiteY57" fmla="*/ 3547221 h 6858000"/>
              <a:gd name="connsiteX58" fmla="*/ 5615031 w 6128435"/>
              <a:gd name="connsiteY58" fmla="*/ 3557482 h 6858000"/>
              <a:gd name="connsiteX59" fmla="*/ 5618377 w 6128435"/>
              <a:gd name="connsiteY59" fmla="*/ 3588431 h 6858000"/>
              <a:gd name="connsiteX60" fmla="*/ 5612155 w 6128435"/>
              <a:gd name="connsiteY60" fmla="*/ 3589869 h 6858000"/>
              <a:gd name="connsiteX61" fmla="*/ 5620843 w 6128435"/>
              <a:gd name="connsiteY61" fmla="*/ 3606745 h 6858000"/>
              <a:gd name="connsiteX62" fmla="*/ 5655472 w 6128435"/>
              <a:gd name="connsiteY62" fmla="*/ 3678877 h 6858000"/>
              <a:gd name="connsiteX63" fmla="*/ 5680448 w 6128435"/>
              <a:gd name="connsiteY63" fmla="*/ 3717760 h 6858000"/>
              <a:gd name="connsiteX64" fmla="*/ 5683015 w 6128435"/>
              <a:gd name="connsiteY64" fmla="*/ 3762025 h 6858000"/>
              <a:gd name="connsiteX65" fmla="*/ 5696643 w 6128435"/>
              <a:gd name="connsiteY65" fmla="*/ 3773888 h 6858000"/>
              <a:gd name="connsiteX66" fmla="*/ 5699203 w 6128435"/>
              <a:gd name="connsiteY66" fmla="*/ 3775823 h 6858000"/>
              <a:gd name="connsiteX67" fmla="*/ 5704824 w 6128435"/>
              <a:gd name="connsiteY67" fmla="*/ 3785966 h 6858000"/>
              <a:gd name="connsiteX68" fmla="*/ 5712204 w 6128435"/>
              <a:gd name="connsiteY68" fmla="*/ 3785830 h 6858000"/>
              <a:gd name="connsiteX69" fmla="*/ 5724816 w 6128435"/>
              <a:gd name="connsiteY69" fmla="*/ 3798949 h 6858000"/>
              <a:gd name="connsiteX70" fmla="*/ 5733539 w 6128435"/>
              <a:gd name="connsiteY70" fmla="*/ 3818457 h 6858000"/>
              <a:gd name="connsiteX71" fmla="*/ 5768491 w 6128435"/>
              <a:gd name="connsiteY71" fmla="*/ 3914399 h 6858000"/>
              <a:gd name="connsiteX72" fmla="*/ 5793123 w 6128435"/>
              <a:gd name="connsiteY72" fmla="*/ 3969952 h 6858000"/>
              <a:gd name="connsiteX73" fmla="*/ 5808321 w 6128435"/>
              <a:gd name="connsiteY73" fmla="*/ 3988153 h 6858000"/>
              <a:gd name="connsiteX74" fmla="*/ 5825621 w 6128435"/>
              <a:gd name="connsiteY74" fmla="*/ 4015525 h 6858000"/>
              <a:gd name="connsiteX75" fmla="*/ 5860672 w 6128435"/>
              <a:gd name="connsiteY75" fmla="*/ 4061579 h 6858000"/>
              <a:gd name="connsiteX76" fmla="*/ 5872173 w 6128435"/>
              <a:gd name="connsiteY76" fmla="*/ 4088497 h 6858000"/>
              <a:gd name="connsiteX77" fmla="*/ 5883705 w 6128435"/>
              <a:gd name="connsiteY77" fmla="*/ 4101899 h 6858000"/>
              <a:gd name="connsiteX78" fmla="*/ 5885314 w 6128435"/>
              <a:gd name="connsiteY78" fmla="*/ 4108387 h 6858000"/>
              <a:gd name="connsiteX79" fmla="*/ 5894095 w 6128435"/>
              <a:gd name="connsiteY79" fmla="*/ 4128857 h 6858000"/>
              <a:gd name="connsiteX80" fmla="*/ 5898339 w 6128435"/>
              <a:gd name="connsiteY80" fmla="*/ 4140800 h 6858000"/>
              <a:gd name="connsiteX81" fmla="*/ 5899734 w 6128435"/>
              <a:gd name="connsiteY81" fmla="*/ 4145632 h 6858000"/>
              <a:gd name="connsiteX82" fmla="*/ 5903513 w 6128435"/>
              <a:gd name="connsiteY82" fmla="*/ 4187661 h 6858000"/>
              <a:gd name="connsiteX83" fmla="*/ 5917114 w 6128435"/>
              <a:gd name="connsiteY83" fmla="*/ 4213096 h 6858000"/>
              <a:gd name="connsiteX84" fmla="*/ 5921153 w 6128435"/>
              <a:gd name="connsiteY84" fmla="*/ 4236222 h 6858000"/>
              <a:gd name="connsiteX85" fmla="*/ 5924233 w 6128435"/>
              <a:gd name="connsiteY85" fmla="*/ 4242060 h 6858000"/>
              <a:gd name="connsiteX86" fmla="*/ 5928910 w 6128435"/>
              <a:gd name="connsiteY86" fmla="*/ 4300973 h 6858000"/>
              <a:gd name="connsiteX87" fmla="*/ 5939320 w 6128435"/>
              <a:gd name="connsiteY87" fmla="*/ 4340435 h 6858000"/>
              <a:gd name="connsiteX88" fmla="*/ 5946705 w 6128435"/>
              <a:gd name="connsiteY88" fmla="*/ 4428051 h 6858000"/>
              <a:gd name="connsiteX89" fmla="*/ 5949261 w 6128435"/>
              <a:gd name="connsiteY89" fmla="*/ 4449185 h 6858000"/>
              <a:gd name="connsiteX90" fmla="*/ 5957504 w 6128435"/>
              <a:gd name="connsiteY90" fmla="*/ 4465911 h 6858000"/>
              <a:gd name="connsiteX91" fmla="*/ 5964689 w 6128435"/>
              <a:gd name="connsiteY91" fmla="*/ 4468532 h 6858000"/>
              <a:gd name="connsiteX92" fmla="*/ 5967062 w 6128435"/>
              <a:gd name="connsiteY92" fmla="*/ 4479923 h 6858000"/>
              <a:gd name="connsiteX93" fmla="*/ 5968960 w 6128435"/>
              <a:gd name="connsiteY93" fmla="*/ 4482655 h 6858000"/>
              <a:gd name="connsiteX94" fmla="*/ 5978567 w 6128435"/>
              <a:gd name="connsiteY94" fmla="*/ 4498605 h 6858000"/>
              <a:gd name="connsiteX95" fmla="*/ 5980106 w 6128435"/>
              <a:gd name="connsiteY95" fmla="*/ 4585087 h 6858000"/>
              <a:gd name="connsiteX96" fmla="*/ 5998138 w 6128435"/>
              <a:gd name="connsiteY96" fmla="*/ 4697518 h 6858000"/>
              <a:gd name="connsiteX97" fmla="*/ 6013516 w 6128435"/>
              <a:gd name="connsiteY97" fmla="*/ 4786619 h 6858000"/>
              <a:gd name="connsiteX98" fmla="*/ 6025404 w 6128435"/>
              <a:gd name="connsiteY98" fmla="*/ 4858148 h 6858000"/>
              <a:gd name="connsiteX99" fmla="*/ 6007749 w 6128435"/>
              <a:gd name="connsiteY99" fmla="*/ 4964715 h 6858000"/>
              <a:gd name="connsiteX100" fmla="*/ 6005269 w 6128435"/>
              <a:gd name="connsiteY100" fmla="*/ 5150567 h 6858000"/>
              <a:gd name="connsiteX101" fmla="*/ 6001127 w 6128435"/>
              <a:gd name="connsiteY101" fmla="*/ 5164609 h 6858000"/>
              <a:gd name="connsiteX102" fmla="*/ 5996647 w 6128435"/>
              <a:gd name="connsiteY102" fmla="*/ 5185640 h 6858000"/>
              <a:gd name="connsiteX103" fmla="*/ 5998514 w 6128435"/>
              <a:gd name="connsiteY103" fmla="*/ 5189673 h 6858000"/>
              <a:gd name="connsiteX104" fmla="*/ 5995970 w 6128435"/>
              <a:gd name="connsiteY104" fmla="*/ 5221547 h 6858000"/>
              <a:gd name="connsiteX105" fmla="*/ 5997218 w 6128435"/>
              <a:gd name="connsiteY105" fmla="*/ 5222031 h 6858000"/>
              <a:gd name="connsiteX106" fmla="*/ 6002116 w 6128435"/>
              <a:gd name="connsiteY106" fmla="*/ 5231223 h 6858000"/>
              <a:gd name="connsiteX107" fmla="*/ 6008541 w 6128435"/>
              <a:gd name="connsiteY107" fmla="*/ 5248680 h 6858000"/>
              <a:gd name="connsiteX108" fmla="*/ 6039260 w 6128435"/>
              <a:gd name="connsiteY108" fmla="*/ 5289518 h 6858000"/>
              <a:gd name="connsiteX109" fmla="*/ 6036748 w 6128435"/>
              <a:gd name="connsiteY109" fmla="*/ 5322752 h 6858000"/>
              <a:gd name="connsiteX110" fmla="*/ 6036943 w 6128435"/>
              <a:gd name="connsiteY110" fmla="*/ 5329480 h 6858000"/>
              <a:gd name="connsiteX111" fmla="*/ 6037236 w 6128435"/>
              <a:gd name="connsiteY111" fmla="*/ 5329634 h 6858000"/>
              <a:gd name="connsiteX112" fmla="*/ 6038019 w 6128435"/>
              <a:gd name="connsiteY112" fmla="*/ 5336764 h 6858000"/>
              <a:gd name="connsiteX113" fmla="*/ 6037298 w 6128435"/>
              <a:gd name="connsiteY113" fmla="*/ 5341753 h 6858000"/>
              <a:gd name="connsiteX114" fmla="*/ 6037677 w 6128435"/>
              <a:gd name="connsiteY114" fmla="*/ 5354807 h 6858000"/>
              <a:gd name="connsiteX115" fmla="*/ 6039728 w 6128435"/>
              <a:gd name="connsiteY115" fmla="*/ 5359416 h 6858000"/>
              <a:gd name="connsiteX116" fmla="*/ 6043311 w 6128435"/>
              <a:gd name="connsiteY116" fmla="*/ 5361407 h 6858000"/>
              <a:gd name="connsiteX117" fmla="*/ 6042954 w 6128435"/>
              <a:gd name="connsiteY117" fmla="*/ 5362576 h 6858000"/>
              <a:gd name="connsiteX118" fmla="*/ 6053435 w 6128435"/>
              <a:gd name="connsiteY118" fmla="*/ 5387547 h 6858000"/>
              <a:gd name="connsiteX119" fmla="*/ 6065933 w 6128435"/>
              <a:gd name="connsiteY119" fmla="*/ 5443002 h 6858000"/>
              <a:gd name="connsiteX120" fmla="*/ 6068640 w 6128435"/>
              <a:gd name="connsiteY120" fmla="*/ 5474503 h 6858000"/>
              <a:gd name="connsiteX121" fmla="*/ 6080922 w 6128435"/>
              <a:gd name="connsiteY121" fmla="*/ 5561070 h 6858000"/>
              <a:gd name="connsiteX122" fmla="*/ 6096949 w 6128435"/>
              <a:gd name="connsiteY122" fmla="*/ 5648179 h 6858000"/>
              <a:gd name="connsiteX123" fmla="*/ 6125703 w 6128435"/>
              <a:gd name="connsiteY123" fmla="*/ 5692894 h 6858000"/>
              <a:gd name="connsiteX124" fmla="*/ 6126670 w 6128435"/>
              <a:gd name="connsiteY124" fmla="*/ 5697882 h 6858000"/>
              <a:gd name="connsiteX125" fmla="*/ 6124061 w 6128435"/>
              <a:gd name="connsiteY125" fmla="*/ 5710294 h 6858000"/>
              <a:gd name="connsiteX126" fmla="*/ 6122213 w 6128435"/>
              <a:gd name="connsiteY126" fmla="*/ 5714762 h 6858000"/>
              <a:gd name="connsiteX127" fmla="*/ 6121353 w 6128435"/>
              <a:gd name="connsiteY127" fmla="*/ 5721725 h 6858000"/>
              <a:gd name="connsiteX128" fmla="*/ 6121607 w 6128435"/>
              <a:gd name="connsiteY128" fmla="*/ 5721959 h 6858000"/>
              <a:gd name="connsiteX129" fmla="*/ 6120262 w 6128435"/>
              <a:gd name="connsiteY129" fmla="*/ 5728358 h 6858000"/>
              <a:gd name="connsiteX130" fmla="*/ 6110194 w 6128435"/>
              <a:gd name="connsiteY130" fmla="*/ 5758853 h 6858000"/>
              <a:gd name="connsiteX131" fmla="*/ 6127519 w 6128435"/>
              <a:gd name="connsiteY131" fmla="*/ 5865775 h 6858000"/>
              <a:gd name="connsiteX132" fmla="*/ 6128435 w 6128435"/>
              <a:gd name="connsiteY132" fmla="*/ 5870164 h 6858000"/>
              <a:gd name="connsiteX133" fmla="*/ 6119217 w 6128435"/>
              <a:gd name="connsiteY133" fmla="*/ 5888542 h 6858000"/>
              <a:gd name="connsiteX134" fmla="*/ 6102493 w 6128435"/>
              <a:gd name="connsiteY134" fmla="*/ 5928602 h 6858000"/>
              <a:gd name="connsiteX135" fmla="*/ 6056863 w 6128435"/>
              <a:gd name="connsiteY135" fmla="*/ 6000643 h 6858000"/>
              <a:gd name="connsiteX136" fmla="*/ 6045436 w 6128435"/>
              <a:gd name="connsiteY136" fmla="*/ 6124480 h 6858000"/>
              <a:gd name="connsiteX137" fmla="*/ 6030489 w 6128435"/>
              <a:gd name="connsiteY137" fmla="*/ 6317666 h 6858000"/>
              <a:gd name="connsiteX138" fmla="*/ 6007492 w 6128435"/>
              <a:gd name="connsiteY138" fmla="*/ 6440818 h 6858000"/>
              <a:gd name="connsiteX139" fmla="*/ 6009467 w 6128435"/>
              <a:gd name="connsiteY139" fmla="*/ 6487076 h 6858000"/>
              <a:gd name="connsiteX140" fmla="*/ 5995064 w 6128435"/>
              <a:gd name="connsiteY140" fmla="*/ 6540791 h 6858000"/>
              <a:gd name="connsiteX141" fmla="*/ 5996309 w 6128435"/>
              <a:gd name="connsiteY141" fmla="*/ 6543961 h 6858000"/>
              <a:gd name="connsiteX142" fmla="*/ 5996048 w 6128435"/>
              <a:gd name="connsiteY142" fmla="*/ 6555444 h 6858000"/>
              <a:gd name="connsiteX143" fmla="*/ 6002524 w 6128435"/>
              <a:gd name="connsiteY143" fmla="*/ 6560188 h 6858000"/>
              <a:gd name="connsiteX144" fmla="*/ 6006823 w 6128435"/>
              <a:gd name="connsiteY144" fmla="*/ 6578546 h 6858000"/>
              <a:gd name="connsiteX145" fmla="*/ 6004510 w 6128435"/>
              <a:gd name="connsiteY145" fmla="*/ 6599256 h 6858000"/>
              <a:gd name="connsiteX146" fmla="*/ 5986207 w 6128435"/>
              <a:gd name="connsiteY146" fmla="*/ 6695855 h 6858000"/>
              <a:gd name="connsiteX147" fmla="*/ 5979428 w 6128435"/>
              <a:gd name="connsiteY147" fmla="*/ 6754678 h 6858000"/>
              <a:gd name="connsiteX148" fmla="*/ 5983398 w 6128435"/>
              <a:gd name="connsiteY148" fmla="*/ 6778641 h 6858000"/>
              <a:gd name="connsiteX149" fmla="*/ 5984543 w 6128435"/>
              <a:gd name="connsiteY149" fmla="*/ 6811016 h 6858000"/>
              <a:gd name="connsiteX150" fmla="*/ 5981802 w 6128435"/>
              <a:gd name="connsiteY150" fmla="*/ 6838578 h 6858000"/>
              <a:gd name="connsiteX151" fmla="*/ 5979671 w 6128435"/>
              <a:gd name="connsiteY151" fmla="*/ 6858000 h 6858000"/>
              <a:gd name="connsiteX152" fmla="*/ 0 w 6128435"/>
              <a:gd name="connsiteY152" fmla="*/ 6858000 h 6858000"/>
              <a:gd name="connsiteX153" fmla="*/ 0 w 6128435"/>
              <a:gd name="connsiteY153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16589 w 6127519"/>
              <a:gd name="connsiteY43" fmla="*/ 2810822 h 6858000"/>
              <a:gd name="connsiteX44" fmla="*/ 5418542 w 6127519"/>
              <a:gd name="connsiteY44" fmla="*/ 2817745 h 6858000"/>
              <a:gd name="connsiteX45" fmla="*/ 5418847 w 6127519"/>
              <a:gd name="connsiteY45" fmla="*/ 2817825 h 6858000"/>
              <a:gd name="connsiteX46" fmla="*/ 5457023 w 6127519"/>
              <a:gd name="connsiteY46" fmla="*/ 2858292 h 6858000"/>
              <a:gd name="connsiteX47" fmla="*/ 5479298 w 6127519"/>
              <a:gd name="connsiteY47" fmla="*/ 2947791 h 6858000"/>
              <a:gd name="connsiteX48" fmla="*/ 5481770 w 6127519"/>
              <a:gd name="connsiteY48" fmla="*/ 2951352 h 6858000"/>
              <a:gd name="connsiteX49" fmla="*/ 5482045 w 6127519"/>
              <a:gd name="connsiteY49" fmla="*/ 2984371 h 6858000"/>
              <a:gd name="connsiteX50" fmla="*/ 5482415 w 6127519"/>
              <a:gd name="connsiteY50" fmla="*/ 3004079 h 6858000"/>
              <a:gd name="connsiteX51" fmla="*/ 5503944 w 6127519"/>
              <a:gd name="connsiteY51" fmla="*/ 3123335 h 6858000"/>
              <a:gd name="connsiteX52" fmla="*/ 5516007 w 6127519"/>
              <a:gd name="connsiteY52" fmla="*/ 3258473 h 6858000"/>
              <a:gd name="connsiteX53" fmla="*/ 5566839 w 6127519"/>
              <a:gd name="connsiteY53" fmla="*/ 3345295 h 6858000"/>
              <a:gd name="connsiteX54" fmla="*/ 5589758 w 6127519"/>
              <a:gd name="connsiteY54" fmla="*/ 3506453 h 6858000"/>
              <a:gd name="connsiteX55" fmla="*/ 5596144 w 6127519"/>
              <a:gd name="connsiteY55" fmla="*/ 3534624 h 6858000"/>
              <a:gd name="connsiteX56" fmla="*/ 5597750 w 6127519"/>
              <a:gd name="connsiteY56" fmla="*/ 3534129 h 6858000"/>
              <a:gd name="connsiteX57" fmla="*/ 5599700 w 6127519"/>
              <a:gd name="connsiteY57" fmla="*/ 3547221 h 6858000"/>
              <a:gd name="connsiteX58" fmla="*/ 5615031 w 6127519"/>
              <a:gd name="connsiteY58" fmla="*/ 3557482 h 6858000"/>
              <a:gd name="connsiteX59" fmla="*/ 5618377 w 6127519"/>
              <a:gd name="connsiteY59" fmla="*/ 3588431 h 6858000"/>
              <a:gd name="connsiteX60" fmla="*/ 5612155 w 6127519"/>
              <a:gd name="connsiteY60" fmla="*/ 3589869 h 6858000"/>
              <a:gd name="connsiteX61" fmla="*/ 5620843 w 6127519"/>
              <a:gd name="connsiteY61" fmla="*/ 3606745 h 6858000"/>
              <a:gd name="connsiteX62" fmla="*/ 5655472 w 6127519"/>
              <a:gd name="connsiteY62" fmla="*/ 3678877 h 6858000"/>
              <a:gd name="connsiteX63" fmla="*/ 5680448 w 6127519"/>
              <a:gd name="connsiteY63" fmla="*/ 3717760 h 6858000"/>
              <a:gd name="connsiteX64" fmla="*/ 5683015 w 6127519"/>
              <a:gd name="connsiteY64" fmla="*/ 3762025 h 6858000"/>
              <a:gd name="connsiteX65" fmla="*/ 5696643 w 6127519"/>
              <a:gd name="connsiteY65" fmla="*/ 3773888 h 6858000"/>
              <a:gd name="connsiteX66" fmla="*/ 5699203 w 6127519"/>
              <a:gd name="connsiteY66" fmla="*/ 3775823 h 6858000"/>
              <a:gd name="connsiteX67" fmla="*/ 5704824 w 6127519"/>
              <a:gd name="connsiteY67" fmla="*/ 3785966 h 6858000"/>
              <a:gd name="connsiteX68" fmla="*/ 5712204 w 6127519"/>
              <a:gd name="connsiteY68" fmla="*/ 3785830 h 6858000"/>
              <a:gd name="connsiteX69" fmla="*/ 5724816 w 6127519"/>
              <a:gd name="connsiteY69" fmla="*/ 3798949 h 6858000"/>
              <a:gd name="connsiteX70" fmla="*/ 5733539 w 6127519"/>
              <a:gd name="connsiteY70" fmla="*/ 3818457 h 6858000"/>
              <a:gd name="connsiteX71" fmla="*/ 5768491 w 6127519"/>
              <a:gd name="connsiteY71" fmla="*/ 3914399 h 6858000"/>
              <a:gd name="connsiteX72" fmla="*/ 5793123 w 6127519"/>
              <a:gd name="connsiteY72" fmla="*/ 3969952 h 6858000"/>
              <a:gd name="connsiteX73" fmla="*/ 5808321 w 6127519"/>
              <a:gd name="connsiteY73" fmla="*/ 3988153 h 6858000"/>
              <a:gd name="connsiteX74" fmla="*/ 5825621 w 6127519"/>
              <a:gd name="connsiteY74" fmla="*/ 4015525 h 6858000"/>
              <a:gd name="connsiteX75" fmla="*/ 5860672 w 6127519"/>
              <a:gd name="connsiteY75" fmla="*/ 4061579 h 6858000"/>
              <a:gd name="connsiteX76" fmla="*/ 5872173 w 6127519"/>
              <a:gd name="connsiteY76" fmla="*/ 4088497 h 6858000"/>
              <a:gd name="connsiteX77" fmla="*/ 5883705 w 6127519"/>
              <a:gd name="connsiteY77" fmla="*/ 4101899 h 6858000"/>
              <a:gd name="connsiteX78" fmla="*/ 5885314 w 6127519"/>
              <a:gd name="connsiteY78" fmla="*/ 4108387 h 6858000"/>
              <a:gd name="connsiteX79" fmla="*/ 5894095 w 6127519"/>
              <a:gd name="connsiteY79" fmla="*/ 4128857 h 6858000"/>
              <a:gd name="connsiteX80" fmla="*/ 5898339 w 6127519"/>
              <a:gd name="connsiteY80" fmla="*/ 4140800 h 6858000"/>
              <a:gd name="connsiteX81" fmla="*/ 5899734 w 6127519"/>
              <a:gd name="connsiteY81" fmla="*/ 4145632 h 6858000"/>
              <a:gd name="connsiteX82" fmla="*/ 5903513 w 6127519"/>
              <a:gd name="connsiteY82" fmla="*/ 4187661 h 6858000"/>
              <a:gd name="connsiteX83" fmla="*/ 5917114 w 6127519"/>
              <a:gd name="connsiteY83" fmla="*/ 4213096 h 6858000"/>
              <a:gd name="connsiteX84" fmla="*/ 5921153 w 6127519"/>
              <a:gd name="connsiteY84" fmla="*/ 4236222 h 6858000"/>
              <a:gd name="connsiteX85" fmla="*/ 5924233 w 6127519"/>
              <a:gd name="connsiteY85" fmla="*/ 4242060 h 6858000"/>
              <a:gd name="connsiteX86" fmla="*/ 5928910 w 6127519"/>
              <a:gd name="connsiteY86" fmla="*/ 4300973 h 6858000"/>
              <a:gd name="connsiteX87" fmla="*/ 5939320 w 6127519"/>
              <a:gd name="connsiteY87" fmla="*/ 4340435 h 6858000"/>
              <a:gd name="connsiteX88" fmla="*/ 5946705 w 6127519"/>
              <a:gd name="connsiteY88" fmla="*/ 4428051 h 6858000"/>
              <a:gd name="connsiteX89" fmla="*/ 5949261 w 6127519"/>
              <a:gd name="connsiteY89" fmla="*/ 4449185 h 6858000"/>
              <a:gd name="connsiteX90" fmla="*/ 5957504 w 6127519"/>
              <a:gd name="connsiteY90" fmla="*/ 4465911 h 6858000"/>
              <a:gd name="connsiteX91" fmla="*/ 5964689 w 6127519"/>
              <a:gd name="connsiteY91" fmla="*/ 4468532 h 6858000"/>
              <a:gd name="connsiteX92" fmla="*/ 5967062 w 6127519"/>
              <a:gd name="connsiteY92" fmla="*/ 4479923 h 6858000"/>
              <a:gd name="connsiteX93" fmla="*/ 5968960 w 6127519"/>
              <a:gd name="connsiteY93" fmla="*/ 4482655 h 6858000"/>
              <a:gd name="connsiteX94" fmla="*/ 5978567 w 6127519"/>
              <a:gd name="connsiteY94" fmla="*/ 4498605 h 6858000"/>
              <a:gd name="connsiteX95" fmla="*/ 5980106 w 6127519"/>
              <a:gd name="connsiteY95" fmla="*/ 4585087 h 6858000"/>
              <a:gd name="connsiteX96" fmla="*/ 5998138 w 6127519"/>
              <a:gd name="connsiteY96" fmla="*/ 4697518 h 6858000"/>
              <a:gd name="connsiteX97" fmla="*/ 6013516 w 6127519"/>
              <a:gd name="connsiteY97" fmla="*/ 4786619 h 6858000"/>
              <a:gd name="connsiteX98" fmla="*/ 6025404 w 6127519"/>
              <a:gd name="connsiteY98" fmla="*/ 4858148 h 6858000"/>
              <a:gd name="connsiteX99" fmla="*/ 6007749 w 6127519"/>
              <a:gd name="connsiteY99" fmla="*/ 4964715 h 6858000"/>
              <a:gd name="connsiteX100" fmla="*/ 6005269 w 6127519"/>
              <a:gd name="connsiteY100" fmla="*/ 5150567 h 6858000"/>
              <a:gd name="connsiteX101" fmla="*/ 6001127 w 6127519"/>
              <a:gd name="connsiteY101" fmla="*/ 5164609 h 6858000"/>
              <a:gd name="connsiteX102" fmla="*/ 5996647 w 6127519"/>
              <a:gd name="connsiteY102" fmla="*/ 5185640 h 6858000"/>
              <a:gd name="connsiteX103" fmla="*/ 5998514 w 6127519"/>
              <a:gd name="connsiteY103" fmla="*/ 5189673 h 6858000"/>
              <a:gd name="connsiteX104" fmla="*/ 5995970 w 6127519"/>
              <a:gd name="connsiteY104" fmla="*/ 5221547 h 6858000"/>
              <a:gd name="connsiteX105" fmla="*/ 5997218 w 6127519"/>
              <a:gd name="connsiteY105" fmla="*/ 5222031 h 6858000"/>
              <a:gd name="connsiteX106" fmla="*/ 6002116 w 6127519"/>
              <a:gd name="connsiteY106" fmla="*/ 5231223 h 6858000"/>
              <a:gd name="connsiteX107" fmla="*/ 6008541 w 6127519"/>
              <a:gd name="connsiteY107" fmla="*/ 5248680 h 6858000"/>
              <a:gd name="connsiteX108" fmla="*/ 6039260 w 6127519"/>
              <a:gd name="connsiteY108" fmla="*/ 5289518 h 6858000"/>
              <a:gd name="connsiteX109" fmla="*/ 6036748 w 6127519"/>
              <a:gd name="connsiteY109" fmla="*/ 5322752 h 6858000"/>
              <a:gd name="connsiteX110" fmla="*/ 6036943 w 6127519"/>
              <a:gd name="connsiteY110" fmla="*/ 5329480 h 6858000"/>
              <a:gd name="connsiteX111" fmla="*/ 6037236 w 6127519"/>
              <a:gd name="connsiteY111" fmla="*/ 5329634 h 6858000"/>
              <a:gd name="connsiteX112" fmla="*/ 6038019 w 6127519"/>
              <a:gd name="connsiteY112" fmla="*/ 5336764 h 6858000"/>
              <a:gd name="connsiteX113" fmla="*/ 6037298 w 6127519"/>
              <a:gd name="connsiteY113" fmla="*/ 5341753 h 6858000"/>
              <a:gd name="connsiteX114" fmla="*/ 6037677 w 6127519"/>
              <a:gd name="connsiteY114" fmla="*/ 5354807 h 6858000"/>
              <a:gd name="connsiteX115" fmla="*/ 6039728 w 6127519"/>
              <a:gd name="connsiteY115" fmla="*/ 5359416 h 6858000"/>
              <a:gd name="connsiteX116" fmla="*/ 6043311 w 6127519"/>
              <a:gd name="connsiteY116" fmla="*/ 5361407 h 6858000"/>
              <a:gd name="connsiteX117" fmla="*/ 6042954 w 6127519"/>
              <a:gd name="connsiteY117" fmla="*/ 5362576 h 6858000"/>
              <a:gd name="connsiteX118" fmla="*/ 6053435 w 6127519"/>
              <a:gd name="connsiteY118" fmla="*/ 5387547 h 6858000"/>
              <a:gd name="connsiteX119" fmla="*/ 6065933 w 6127519"/>
              <a:gd name="connsiteY119" fmla="*/ 5443002 h 6858000"/>
              <a:gd name="connsiteX120" fmla="*/ 6068640 w 6127519"/>
              <a:gd name="connsiteY120" fmla="*/ 5474503 h 6858000"/>
              <a:gd name="connsiteX121" fmla="*/ 6080922 w 6127519"/>
              <a:gd name="connsiteY121" fmla="*/ 5561070 h 6858000"/>
              <a:gd name="connsiteX122" fmla="*/ 6096949 w 6127519"/>
              <a:gd name="connsiteY122" fmla="*/ 5648179 h 6858000"/>
              <a:gd name="connsiteX123" fmla="*/ 6125703 w 6127519"/>
              <a:gd name="connsiteY123" fmla="*/ 5692894 h 6858000"/>
              <a:gd name="connsiteX124" fmla="*/ 6126670 w 6127519"/>
              <a:gd name="connsiteY124" fmla="*/ 5697882 h 6858000"/>
              <a:gd name="connsiteX125" fmla="*/ 6124061 w 6127519"/>
              <a:gd name="connsiteY125" fmla="*/ 5710294 h 6858000"/>
              <a:gd name="connsiteX126" fmla="*/ 6122213 w 6127519"/>
              <a:gd name="connsiteY126" fmla="*/ 5714762 h 6858000"/>
              <a:gd name="connsiteX127" fmla="*/ 6121353 w 6127519"/>
              <a:gd name="connsiteY127" fmla="*/ 5721725 h 6858000"/>
              <a:gd name="connsiteX128" fmla="*/ 6121607 w 6127519"/>
              <a:gd name="connsiteY128" fmla="*/ 5721959 h 6858000"/>
              <a:gd name="connsiteX129" fmla="*/ 6120262 w 6127519"/>
              <a:gd name="connsiteY129" fmla="*/ 5728358 h 6858000"/>
              <a:gd name="connsiteX130" fmla="*/ 6110194 w 6127519"/>
              <a:gd name="connsiteY130" fmla="*/ 5758853 h 6858000"/>
              <a:gd name="connsiteX131" fmla="*/ 6127519 w 6127519"/>
              <a:gd name="connsiteY131" fmla="*/ 5865775 h 6858000"/>
              <a:gd name="connsiteX132" fmla="*/ 6119217 w 6127519"/>
              <a:gd name="connsiteY132" fmla="*/ 5888542 h 6858000"/>
              <a:gd name="connsiteX133" fmla="*/ 6102493 w 6127519"/>
              <a:gd name="connsiteY133" fmla="*/ 5928602 h 6858000"/>
              <a:gd name="connsiteX134" fmla="*/ 6056863 w 6127519"/>
              <a:gd name="connsiteY134" fmla="*/ 6000643 h 6858000"/>
              <a:gd name="connsiteX135" fmla="*/ 6045436 w 6127519"/>
              <a:gd name="connsiteY135" fmla="*/ 6124480 h 6858000"/>
              <a:gd name="connsiteX136" fmla="*/ 6030489 w 6127519"/>
              <a:gd name="connsiteY136" fmla="*/ 6317666 h 6858000"/>
              <a:gd name="connsiteX137" fmla="*/ 6007492 w 6127519"/>
              <a:gd name="connsiteY137" fmla="*/ 6440818 h 6858000"/>
              <a:gd name="connsiteX138" fmla="*/ 6009467 w 6127519"/>
              <a:gd name="connsiteY138" fmla="*/ 6487076 h 6858000"/>
              <a:gd name="connsiteX139" fmla="*/ 5995064 w 6127519"/>
              <a:gd name="connsiteY139" fmla="*/ 6540791 h 6858000"/>
              <a:gd name="connsiteX140" fmla="*/ 5996309 w 6127519"/>
              <a:gd name="connsiteY140" fmla="*/ 6543961 h 6858000"/>
              <a:gd name="connsiteX141" fmla="*/ 5996048 w 6127519"/>
              <a:gd name="connsiteY141" fmla="*/ 6555444 h 6858000"/>
              <a:gd name="connsiteX142" fmla="*/ 6002524 w 6127519"/>
              <a:gd name="connsiteY142" fmla="*/ 6560188 h 6858000"/>
              <a:gd name="connsiteX143" fmla="*/ 6006823 w 6127519"/>
              <a:gd name="connsiteY143" fmla="*/ 6578546 h 6858000"/>
              <a:gd name="connsiteX144" fmla="*/ 6004510 w 6127519"/>
              <a:gd name="connsiteY144" fmla="*/ 6599256 h 6858000"/>
              <a:gd name="connsiteX145" fmla="*/ 5986207 w 6127519"/>
              <a:gd name="connsiteY145" fmla="*/ 6695855 h 6858000"/>
              <a:gd name="connsiteX146" fmla="*/ 5979428 w 6127519"/>
              <a:gd name="connsiteY146" fmla="*/ 6754678 h 6858000"/>
              <a:gd name="connsiteX147" fmla="*/ 5983398 w 6127519"/>
              <a:gd name="connsiteY147" fmla="*/ 6778641 h 6858000"/>
              <a:gd name="connsiteX148" fmla="*/ 5984543 w 6127519"/>
              <a:gd name="connsiteY148" fmla="*/ 6811016 h 6858000"/>
              <a:gd name="connsiteX149" fmla="*/ 5981802 w 6127519"/>
              <a:gd name="connsiteY149" fmla="*/ 6838578 h 6858000"/>
              <a:gd name="connsiteX150" fmla="*/ 5979671 w 6127519"/>
              <a:gd name="connsiteY150" fmla="*/ 6858000 h 6858000"/>
              <a:gd name="connsiteX151" fmla="*/ 0 w 6127519"/>
              <a:gd name="connsiteY151" fmla="*/ 6858000 h 6858000"/>
              <a:gd name="connsiteX152" fmla="*/ 0 w 6127519"/>
              <a:gd name="connsiteY152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5995970 w 6127689"/>
              <a:gd name="connsiteY104" fmla="*/ 5221547 h 6858000"/>
              <a:gd name="connsiteX105" fmla="*/ 5997218 w 6127689"/>
              <a:gd name="connsiteY105" fmla="*/ 5222031 h 6858000"/>
              <a:gd name="connsiteX106" fmla="*/ 6002116 w 6127689"/>
              <a:gd name="connsiteY106" fmla="*/ 5231223 h 6858000"/>
              <a:gd name="connsiteX107" fmla="*/ 6008541 w 6127689"/>
              <a:gd name="connsiteY107" fmla="*/ 5248680 h 6858000"/>
              <a:gd name="connsiteX108" fmla="*/ 6039260 w 6127689"/>
              <a:gd name="connsiteY108" fmla="*/ 5289518 h 6858000"/>
              <a:gd name="connsiteX109" fmla="*/ 6036748 w 6127689"/>
              <a:gd name="connsiteY109" fmla="*/ 5322752 h 6858000"/>
              <a:gd name="connsiteX110" fmla="*/ 6036943 w 6127689"/>
              <a:gd name="connsiteY110" fmla="*/ 5329480 h 6858000"/>
              <a:gd name="connsiteX111" fmla="*/ 6037236 w 6127689"/>
              <a:gd name="connsiteY111" fmla="*/ 5329634 h 6858000"/>
              <a:gd name="connsiteX112" fmla="*/ 6038019 w 6127689"/>
              <a:gd name="connsiteY112" fmla="*/ 5336764 h 6858000"/>
              <a:gd name="connsiteX113" fmla="*/ 6037298 w 6127689"/>
              <a:gd name="connsiteY113" fmla="*/ 5341753 h 6858000"/>
              <a:gd name="connsiteX114" fmla="*/ 6037677 w 6127689"/>
              <a:gd name="connsiteY114" fmla="*/ 5354807 h 6858000"/>
              <a:gd name="connsiteX115" fmla="*/ 6039728 w 6127689"/>
              <a:gd name="connsiteY115" fmla="*/ 5359416 h 6858000"/>
              <a:gd name="connsiteX116" fmla="*/ 6043311 w 6127689"/>
              <a:gd name="connsiteY116" fmla="*/ 5361407 h 6858000"/>
              <a:gd name="connsiteX117" fmla="*/ 6042954 w 6127689"/>
              <a:gd name="connsiteY117" fmla="*/ 5362576 h 6858000"/>
              <a:gd name="connsiteX118" fmla="*/ 6053435 w 6127689"/>
              <a:gd name="connsiteY118" fmla="*/ 5387547 h 6858000"/>
              <a:gd name="connsiteX119" fmla="*/ 6065933 w 6127689"/>
              <a:gd name="connsiteY119" fmla="*/ 5443002 h 6858000"/>
              <a:gd name="connsiteX120" fmla="*/ 6068640 w 6127689"/>
              <a:gd name="connsiteY120" fmla="*/ 5474503 h 6858000"/>
              <a:gd name="connsiteX121" fmla="*/ 6080922 w 6127689"/>
              <a:gd name="connsiteY121" fmla="*/ 5561070 h 6858000"/>
              <a:gd name="connsiteX122" fmla="*/ 6096949 w 6127689"/>
              <a:gd name="connsiteY122" fmla="*/ 5648179 h 6858000"/>
              <a:gd name="connsiteX123" fmla="*/ 6125703 w 6127689"/>
              <a:gd name="connsiteY123" fmla="*/ 5692894 h 6858000"/>
              <a:gd name="connsiteX124" fmla="*/ 6126670 w 6127689"/>
              <a:gd name="connsiteY124" fmla="*/ 5697882 h 6858000"/>
              <a:gd name="connsiteX125" fmla="*/ 6124061 w 6127689"/>
              <a:gd name="connsiteY125" fmla="*/ 5710294 h 6858000"/>
              <a:gd name="connsiteX126" fmla="*/ 6122213 w 6127689"/>
              <a:gd name="connsiteY126" fmla="*/ 5714762 h 6858000"/>
              <a:gd name="connsiteX127" fmla="*/ 6121353 w 6127689"/>
              <a:gd name="connsiteY127" fmla="*/ 5721725 h 6858000"/>
              <a:gd name="connsiteX128" fmla="*/ 6121607 w 6127689"/>
              <a:gd name="connsiteY128" fmla="*/ 5721959 h 6858000"/>
              <a:gd name="connsiteX129" fmla="*/ 6120262 w 6127689"/>
              <a:gd name="connsiteY129" fmla="*/ 5728358 h 6858000"/>
              <a:gd name="connsiteX130" fmla="*/ 6127024 w 6127689"/>
              <a:gd name="connsiteY130" fmla="*/ 5786902 h 6858000"/>
              <a:gd name="connsiteX131" fmla="*/ 6127519 w 6127689"/>
              <a:gd name="connsiteY131" fmla="*/ 5865775 h 6858000"/>
              <a:gd name="connsiteX132" fmla="*/ 6119217 w 6127689"/>
              <a:gd name="connsiteY132" fmla="*/ 5888542 h 6858000"/>
              <a:gd name="connsiteX133" fmla="*/ 6102493 w 6127689"/>
              <a:gd name="connsiteY133" fmla="*/ 5928602 h 6858000"/>
              <a:gd name="connsiteX134" fmla="*/ 6056863 w 6127689"/>
              <a:gd name="connsiteY134" fmla="*/ 6000643 h 6858000"/>
              <a:gd name="connsiteX135" fmla="*/ 6045436 w 6127689"/>
              <a:gd name="connsiteY135" fmla="*/ 6124480 h 6858000"/>
              <a:gd name="connsiteX136" fmla="*/ 6030489 w 6127689"/>
              <a:gd name="connsiteY136" fmla="*/ 6317666 h 6858000"/>
              <a:gd name="connsiteX137" fmla="*/ 6007492 w 6127689"/>
              <a:gd name="connsiteY137" fmla="*/ 6440818 h 6858000"/>
              <a:gd name="connsiteX138" fmla="*/ 6009467 w 6127689"/>
              <a:gd name="connsiteY138" fmla="*/ 6487076 h 6858000"/>
              <a:gd name="connsiteX139" fmla="*/ 5995064 w 6127689"/>
              <a:gd name="connsiteY139" fmla="*/ 6540791 h 6858000"/>
              <a:gd name="connsiteX140" fmla="*/ 5996309 w 6127689"/>
              <a:gd name="connsiteY140" fmla="*/ 6543961 h 6858000"/>
              <a:gd name="connsiteX141" fmla="*/ 5996048 w 6127689"/>
              <a:gd name="connsiteY141" fmla="*/ 6555444 h 6858000"/>
              <a:gd name="connsiteX142" fmla="*/ 6002524 w 6127689"/>
              <a:gd name="connsiteY142" fmla="*/ 6560188 h 6858000"/>
              <a:gd name="connsiteX143" fmla="*/ 6006823 w 6127689"/>
              <a:gd name="connsiteY143" fmla="*/ 6578546 h 6858000"/>
              <a:gd name="connsiteX144" fmla="*/ 6004510 w 6127689"/>
              <a:gd name="connsiteY144" fmla="*/ 6599256 h 6858000"/>
              <a:gd name="connsiteX145" fmla="*/ 5986207 w 6127689"/>
              <a:gd name="connsiteY145" fmla="*/ 6695855 h 6858000"/>
              <a:gd name="connsiteX146" fmla="*/ 5979428 w 6127689"/>
              <a:gd name="connsiteY146" fmla="*/ 6754678 h 6858000"/>
              <a:gd name="connsiteX147" fmla="*/ 5983398 w 6127689"/>
              <a:gd name="connsiteY147" fmla="*/ 6778641 h 6858000"/>
              <a:gd name="connsiteX148" fmla="*/ 5984543 w 6127689"/>
              <a:gd name="connsiteY148" fmla="*/ 6811016 h 6858000"/>
              <a:gd name="connsiteX149" fmla="*/ 5981802 w 6127689"/>
              <a:gd name="connsiteY149" fmla="*/ 6838578 h 6858000"/>
              <a:gd name="connsiteX150" fmla="*/ 5979671 w 6127689"/>
              <a:gd name="connsiteY150" fmla="*/ 6858000 h 6858000"/>
              <a:gd name="connsiteX151" fmla="*/ 0 w 6127689"/>
              <a:gd name="connsiteY151" fmla="*/ 6858000 h 6858000"/>
              <a:gd name="connsiteX152" fmla="*/ 0 w 6127689"/>
              <a:gd name="connsiteY152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5995970 w 6127689"/>
              <a:gd name="connsiteY104" fmla="*/ 5221547 h 6858000"/>
              <a:gd name="connsiteX105" fmla="*/ 5997218 w 6127689"/>
              <a:gd name="connsiteY105" fmla="*/ 5222031 h 6858000"/>
              <a:gd name="connsiteX106" fmla="*/ 6002116 w 6127689"/>
              <a:gd name="connsiteY106" fmla="*/ 5231223 h 6858000"/>
              <a:gd name="connsiteX107" fmla="*/ 6039260 w 6127689"/>
              <a:gd name="connsiteY107" fmla="*/ 5289518 h 6858000"/>
              <a:gd name="connsiteX108" fmla="*/ 6036748 w 6127689"/>
              <a:gd name="connsiteY108" fmla="*/ 5322752 h 6858000"/>
              <a:gd name="connsiteX109" fmla="*/ 6036943 w 6127689"/>
              <a:gd name="connsiteY109" fmla="*/ 5329480 h 6858000"/>
              <a:gd name="connsiteX110" fmla="*/ 6037236 w 6127689"/>
              <a:gd name="connsiteY110" fmla="*/ 5329634 h 6858000"/>
              <a:gd name="connsiteX111" fmla="*/ 6038019 w 6127689"/>
              <a:gd name="connsiteY111" fmla="*/ 5336764 h 6858000"/>
              <a:gd name="connsiteX112" fmla="*/ 6037298 w 6127689"/>
              <a:gd name="connsiteY112" fmla="*/ 5341753 h 6858000"/>
              <a:gd name="connsiteX113" fmla="*/ 6037677 w 6127689"/>
              <a:gd name="connsiteY113" fmla="*/ 5354807 h 6858000"/>
              <a:gd name="connsiteX114" fmla="*/ 6039728 w 6127689"/>
              <a:gd name="connsiteY114" fmla="*/ 5359416 h 6858000"/>
              <a:gd name="connsiteX115" fmla="*/ 6043311 w 6127689"/>
              <a:gd name="connsiteY115" fmla="*/ 5361407 h 6858000"/>
              <a:gd name="connsiteX116" fmla="*/ 6042954 w 6127689"/>
              <a:gd name="connsiteY116" fmla="*/ 5362576 h 6858000"/>
              <a:gd name="connsiteX117" fmla="*/ 6053435 w 6127689"/>
              <a:gd name="connsiteY117" fmla="*/ 5387547 h 6858000"/>
              <a:gd name="connsiteX118" fmla="*/ 6065933 w 6127689"/>
              <a:gd name="connsiteY118" fmla="*/ 5443002 h 6858000"/>
              <a:gd name="connsiteX119" fmla="*/ 6068640 w 6127689"/>
              <a:gd name="connsiteY119" fmla="*/ 5474503 h 6858000"/>
              <a:gd name="connsiteX120" fmla="*/ 6080922 w 6127689"/>
              <a:gd name="connsiteY120" fmla="*/ 5561070 h 6858000"/>
              <a:gd name="connsiteX121" fmla="*/ 6096949 w 6127689"/>
              <a:gd name="connsiteY121" fmla="*/ 5648179 h 6858000"/>
              <a:gd name="connsiteX122" fmla="*/ 6125703 w 6127689"/>
              <a:gd name="connsiteY122" fmla="*/ 5692894 h 6858000"/>
              <a:gd name="connsiteX123" fmla="*/ 6126670 w 6127689"/>
              <a:gd name="connsiteY123" fmla="*/ 5697882 h 6858000"/>
              <a:gd name="connsiteX124" fmla="*/ 6124061 w 6127689"/>
              <a:gd name="connsiteY124" fmla="*/ 5710294 h 6858000"/>
              <a:gd name="connsiteX125" fmla="*/ 6122213 w 6127689"/>
              <a:gd name="connsiteY125" fmla="*/ 5714762 h 6858000"/>
              <a:gd name="connsiteX126" fmla="*/ 6121353 w 6127689"/>
              <a:gd name="connsiteY126" fmla="*/ 5721725 h 6858000"/>
              <a:gd name="connsiteX127" fmla="*/ 6121607 w 6127689"/>
              <a:gd name="connsiteY127" fmla="*/ 5721959 h 6858000"/>
              <a:gd name="connsiteX128" fmla="*/ 6120262 w 6127689"/>
              <a:gd name="connsiteY128" fmla="*/ 5728358 h 6858000"/>
              <a:gd name="connsiteX129" fmla="*/ 6127024 w 6127689"/>
              <a:gd name="connsiteY129" fmla="*/ 5786902 h 6858000"/>
              <a:gd name="connsiteX130" fmla="*/ 6127519 w 6127689"/>
              <a:gd name="connsiteY130" fmla="*/ 5865775 h 6858000"/>
              <a:gd name="connsiteX131" fmla="*/ 6119217 w 6127689"/>
              <a:gd name="connsiteY131" fmla="*/ 5888542 h 6858000"/>
              <a:gd name="connsiteX132" fmla="*/ 6102493 w 6127689"/>
              <a:gd name="connsiteY132" fmla="*/ 5928602 h 6858000"/>
              <a:gd name="connsiteX133" fmla="*/ 6056863 w 6127689"/>
              <a:gd name="connsiteY133" fmla="*/ 6000643 h 6858000"/>
              <a:gd name="connsiteX134" fmla="*/ 6045436 w 6127689"/>
              <a:gd name="connsiteY134" fmla="*/ 6124480 h 6858000"/>
              <a:gd name="connsiteX135" fmla="*/ 6030489 w 6127689"/>
              <a:gd name="connsiteY135" fmla="*/ 6317666 h 6858000"/>
              <a:gd name="connsiteX136" fmla="*/ 6007492 w 6127689"/>
              <a:gd name="connsiteY136" fmla="*/ 6440818 h 6858000"/>
              <a:gd name="connsiteX137" fmla="*/ 6009467 w 6127689"/>
              <a:gd name="connsiteY137" fmla="*/ 6487076 h 6858000"/>
              <a:gd name="connsiteX138" fmla="*/ 5995064 w 6127689"/>
              <a:gd name="connsiteY138" fmla="*/ 6540791 h 6858000"/>
              <a:gd name="connsiteX139" fmla="*/ 5996309 w 6127689"/>
              <a:gd name="connsiteY139" fmla="*/ 6543961 h 6858000"/>
              <a:gd name="connsiteX140" fmla="*/ 5996048 w 6127689"/>
              <a:gd name="connsiteY140" fmla="*/ 6555444 h 6858000"/>
              <a:gd name="connsiteX141" fmla="*/ 6002524 w 6127689"/>
              <a:gd name="connsiteY141" fmla="*/ 6560188 h 6858000"/>
              <a:gd name="connsiteX142" fmla="*/ 6006823 w 6127689"/>
              <a:gd name="connsiteY142" fmla="*/ 6578546 h 6858000"/>
              <a:gd name="connsiteX143" fmla="*/ 6004510 w 6127689"/>
              <a:gd name="connsiteY143" fmla="*/ 6599256 h 6858000"/>
              <a:gd name="connsiteX144" fmla="*/ 5986207 w 6127689"/>
              <a:gd name="connsiteY144" fmla="*/ 6695855 h 6858000"/>
              <a:gd name="connsiteX145" fmla="*/ 5979428 w 6127689"/>
              <a:gd name="connsiteY145" fmla="*/ 6754678 h 6858000"/>
              <a:gd name="connsiteX146" fmla="*/ 5983398 w 6127689"/>
              <a:gd name="connsiteY146" fmla="*/ 6778641 h 6858000"/>
              <a:gd name="connsiteX147" fmla="*/ 5984543 w 6127689"/>
              <a:gd name="connsiteY147" fmla="*/ 6811016 h 6858000"/>
              <a:gd name="connsiteX148" fmla="*/ 5981802 w 6127689"/>
              <a:gd name="connsiteY148" fmla="*/ 6838578 h 6858000"/>
              <a:gd name="connsiteX149" fmla="*/ 5979671 w 6127689"/>
              <a:gd name="connsiteY149" fmla="*/ 6858000 h 6858000"/>
              <a:gd name="connsiteX150" fmla="*/ 0 w 6127689"/>
              <a:gd name="connsiteY150" fmla="*/ 6858000 h 6858000"/>
              <a:gd name="connsiteX151" fmla="*/ 0 w 6127689"/>
              <a:gd name="connsiteY151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5995970 w 6127689"/>
              <a:gd name="connsiteY104" fmla="*/ 5221547 h 6858000"/>
              <a:gd name="connsiteX105" fmla="*/ 5997218 w 6127689"/>
              <a:gd name="connsiteY105" fmla="*/ 5222031 h 6858000"/>
              <a:gd name="connsiteX106" fmla="*/ 6039260 w 6127689"/>
              <a:gd name="connsiteY106" fmla="*/ 5289518 h 6858000"/>
              <a:gd name="connsiteX107" fmla="*/ 6036748 w 6127689"/>
              <a:gd name="connsiteY107" fmla="*/ 5322752 h 6858000"/>
              <a:gd name="connsiteX108" fmla="*/ 6036943 w 6127689"/>
              <a:gd name="connsiteY108" fmla="*/ 5329480 h 6858000"/>
              <a:gd name="connsiteX109" fmla="*/ 6037236 w 6127689"/>
              <a:gd name="connsiteY109" fmla="*/ 5329634 h 6858000"/>
              <a:gd name="connsiteX110" fmla="*/ 6038019 w 6127689"/>
              <a:gd name="connsiteY110" fmla="*/ 5336764 h 6858000"/>
              <a:gd name="connsiteX111" fmla="*/ 6037298 w 6127689"/>
              <a:gd name="connsiteY111" fmla="*/ 5341753 h 6858000"/>
              <a:gd name="connsiteX112" fmla="*/ 6037677 w 6127689"/>
              <a:gd name="connsiteY112" fmla="*/ 5354807 h 6858000"/>
              <a:gd name="connsiteX113" fmla="*/ 6039728 w 6127689"/>
              <a:gd name="connsiteY113" fmla="*/ 5359416 h 6858000"/>
              <a:gd name="connsiteX114" fmla="*/ 6043311 w 6127689"/>
              <a:gd name="connsiteY114" fmla="*/ 5361407 h 6858000"/>
              <a:gd name="connsiteX115" fmla="*/ 6042954 w 6127689"/>
              <a:gd name="connsiteY115" fmla="*/ 5362576 h 6858000"/>
              <a:gd name="connsiteX116" fmla="*/ 6053435 w 6127689"/>
              <a:gd name="connsiteY116" fmla="*/ 5387547 h 6858000"/>
              <a:gd name="connsiteX117" fmla="*/ 6065933 w 6127689"/>
              <a:gd name="connsiteY117" fmla="*/ 5443002 h 6858000"/>
              <a:gd name="connsiteX118" fmla="*/ 6068640 w 6127689"/>
              <a:gd name="connsiteY118" fmla="*/ 5474503 h 6858000"/>
              <a:gd name="connsiteX119" fmla="*/ 6080922 w 6127689"/>
              <a:gd name="connsiteY119" fmla="*/ 5561070 h 6858000"/>
              <a:gd name="connsiteX120" fmla="*/ 6096949 w 6127689"/>
              <a:gd name="connsiteY120" fmla="*/ 5648179 h 6858000"/>
              <a:gd name="connsiteX121" fmla="*/ 6125703 w 6127689"/>
              <a:gd name="connsiteY121" fmla="*/ 5692894 h 6858000"/>
              <a:gd name="connsiteX122" fmla="*/ 6126670 w 6127689"/>
              <a:gd name="connsiteY122" fmla="*/ 5697882 h 6858000"/>
              <a:gd name="connsiteX123" fmla="*/ 6124061 w 6127689"/>
              <a:gd name="connsiteY123" fmla="*/ 5710294 h 6858000"/>
              <a:gd name="connsiteX124" fmla="*/ 6122213 w 6127689"/>
              <a:gd name="connsiteY124" fmla="*/ 5714762 h 6858000"/>
              <a:gd name="connsiteX125" fmla="*/ 6121353 w 6127689"/>
              <a:gd name="connsiteY125" fmla="*/ 5721725 h 6858000"/>
              <a:gd name="connsiteX126" fmla="*/ 6121607 w 6127689"/>
              <a:gd name="connsiteY126" fmla="*/ 5721959 h 6858000"/>
              <a:gd name="connsiteX127" fmla="*/ 6120262 w 6127689"/>
              <a:gd name="connsiteY127" fmla="*/ 5728358 h 6858000"/>
              <a:gd name="connsiteX128" fmla="*/ 6127024 w 6127689"/>
              <a:gd name="connsiteY128" fmla="*/ 5786902 h 6858000"/>
              <a:gd name="connsiteX129" fmla="*/ 6127519 w 6127689"/>
              <a:gd name="connsiteY129" fmla="*/ 5865775 h 6858000"/>
              <a:gd name="connsiteX130" fmla="*/ 6119217 w 6127689"/>
              <a:gd name="connsiteY130" fmla="*/ 5888542 h 6858000"/>
              <a:gd name="connsiteX131" fmla="*/ 6102493 w 6127689"/>
              <a:gd name="connsiteY131" fmla="*/ 5928602 h 6858000"/>
              <a:gd name="connsiteX132" fmla="*/ 6056863 w 6127689"/>
              <a:gd name="connsiteY132" fmla="*/ 6000643 h 6858000"/>
              <a:gd name="connsiteX133" fmla="*/ 6045436 w 6127689"/>
              <a:gd name="connsiteY133" fmla="*/ 6124480 h 6858000"/>
              <a:gd name="connsiteX134" fmla="*/ 6030489 w 6127689"/>
              <a:gd name="connsiteY134" fmla="*/ 6317666 h 6858000"/>
              <a:gd name="connsiteX135" fmla="*/ 6007492 w 6127689"/>
              <a:gd name="connsiteY135" fmla="*/ 6440818 h 6858000"/>
              <a:gd name="connsiteX136" fmla="*/ 6009467 w 6127689"/>
              <a:gd name="connsiteY136" fmla="*/ 6487076 h 6858000"/>
              <a:gd name="connsiteX137" fmla="*/ 5995064 w 6127689"/>
              <a:gd name="connsiteY137" fmla="*/ 6540791 h 6858000"/>
              <a:gd name="connsiteX138" fmla="*/ 5996309 w 6127689"/>
              <a:gd name="connsiteY138" fmla="*/ 6543961 h 6858000"/>
              <a:gd name="connsiteX139" fmla="*/ 5996048 w 6127689"/>
              <a:gd name="connsiteY139" fmla="*/ 6555444 h 6858000"/>
              <a:gd name="connsiteX140" fmla="*/ 6002524 w 6127689"/>
              <a:gd name="connsiteY140" fmla="*/ 6560188 h 6858000"/>
              <a:gd name="connsiteX141" fmla="*/ 6006823 w 6127689"/>
              <a:gd name="connsiteY141" fmla="*/ 6578546 h 6858000"/>
              <a:gd name="connsiteX142" fmla="*/ 6004510 w 6127689"/>
              <a:gd name="connsiteY142" fmla="*/ 6599256 h 6858000"/>
              <a:gd name="connsiteX143" fmla="*/ 5986207 w 6127689"/>
              <a:gd name="connsiteY143" fmla="*/ 6695855 h 6858000"/>
              <a:gd name="connsiteX144" fmla="*/ 5979428 w 6127689"/>
              <a:gd name="connsiteY144" fmla="*/ 6754678 h 6858000"/>
              <a:gd name="connsiteX145" fmla="*/ 5983398 w 6127689"/>
              <a:gd name="connsiteY145" fmla="*/ 6778641 h 6858000"/>
              <a:gd name="connsiteX146" fmla="*/ 5984543 w 6127689"/>
              <a:gd name="connsiteY146" fmla="*/ 6811016 h 6858000"/>
              <a:gd name="connsiteX147" fmla="*/ 5981802 w 6127689"/>
              <a:gd name="connsiteY147" fmla="*/ 6838578 h 6858000"/>
              <a:gd name="connsiteX148" fmla="*/ 5979671 w 6127689"/>
              <a:gd name="connsiteY148" fmla="*/ 6858000 h 6858000"/>
              <a:gd name="connsiteX149" fmla="*/ 0 w 6127689"/>
              <a:gd name="connsiteY149" fmla="*/ 6858000 h 6858000"/>
              <a:gd name="connsiteX150" fmla="*/ 0 w 6127689"/>
              <a:gd name="connsiteY150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5995970 w 6127689"/>
              <a:gd name="connsiteY104" fmla="*/ 5221547 h 6858000"/>
              <a:gd name="connsiteX105" fmla="*/ 5997218 w 6127689"/>
              <a:gd name="connsiteY105" fmla="*/ 5222031 h 6858000"/>
              <a:gd name="connsiteX106" fmla="*/ 6036748 w 6127689"/>
              <a:gd name="connsiteY106" fmla="*/ 5322752 h 6858000"/>
              <a:gd name="connsiteX107" fmla="*/ 6036943 w 6127689"/>
              <a:gd name="connsiteY107" fmla="*/ 5329480 h 6858000"/>
              <a:gd name="connsiteX108" fmla="*/ 6037236 w 6127689"/>
              <a:gd name="connsiteY108" fmla="*/ 5329634 h 6858000"/>
              <a:gd name="connsiteX109" fmla="*/ 6038019 w 6127689"/>
              <a:gd name="connsiteY109" fmla="*/ 5336764 h 6858000"/>
              <a:gd name="connsiteX110" fmla="*/ 6037298 w 6127689"/>
              <a:gd name="connsiteY110" fmla="*/ 5341753 h 6858000"/>
              <a:gd name="connsiteX111" fmla="*/ 6037677 w 6127689"/>
              <a:gd name="connsiteY111" fmla="*/ 5354807 h 6858000"/>
              <a:gd name="connsiteX112" fmla="*/ 6039728 w 6127689"/>
              <a:gd name="connsiteY112" fmla="*/ 5359416 h 6858000"/>
              <a:gd name="connsiteX113" fmla="*/ 6043311 w 6127689"/>
              <a:gd name="connsiteY113" fmla="*/ 5361407 h 6858000"/>
              <a:gd name="connsiteX114" fmla="*/ 6042954 w 6127689"/>
              <a:gd name="connsiteY114" fmla="*/ 5362576 h 6858000"/>
              <a:gd name="connsiteX115" fmla="*/ 6053435 w 6127689"/>
              <a:gd name="connsiteY115" fmla="*/ 5387547 h 6858000"/>
              <a:gd name="connsiteX116" fmla="*/ 6065933 w 6127689"/>
              <a:gd name="connsiteY116" fmla="*/ 5443002 h 6858000"/>
              <a:gd name="connsiteX117" fmla="*/ 6068640 w 6127689"/>
              <a:gd name="connsiteY117" fmla="*/ 5474503 h 6858000"/>
              <a:gd name="connsiteX118" fmla="*/ 6080922 w 6127689"/>
              <a:gd name="connsiteY118" fmla="*/ 5561070 h 6858000"/>
              <a:gd name="connsiteX119" fmla="*/ 6096949 w 6127689"/>
              <a:gd name="connsiteY119" fmla="*/ 5648179 h 6858000"/>
              <a:gd name="connsiteX120" fmla="*/ 6125703 w 6127689"/>
              <a:gd name="connsiteY120" fmla="*/ 5692894 h 6858000"/>
              <a:gd name="connsiteX121" fmla="*/ 6126670 w 6127689"/>
              <a:gd name="connsiteY121" fmla="*/ 5697882 h 6858000"/>
              <a:gd name="connsiteX122" fmla="*/ 6124061 w 6127689"/>
              <a:gd name="connsiteY122" fmla="*/ 5710294 h 6858000"/>
              <a:gd name="connsiteX123" fmla="*/ 6122213 w 6127689"/>
              <a:gd name="connsiteY123" fmla="*/ 5714762 h 6858000"/>
              <a:gd name="connsiteX124" fmla="*/ 6121353 w 6127689"/>
              <a:gd name="connsiteY124" fmla="*/ 5721725 h 6858000"/>
              <a:gd name="connsiteX125" fmla="*/ 6121607 w 6127689"/>
              <a:gd name="connsiteY125" fmla="*/ 5721959 h 6858000"/>
              <a:gd name="connsiteX126" fmla="*/ 6120262 w 6127689"/>
              <a:gd name="connsiteY126" fmla="*/ 5728358 h 6858000"/>
              <a:gd name="connsiteX127" fmla="*/ 6127024 w 6127689"/>
              <a:gd name="connsiteY127" fmla="*/ 5786902 h 6858000"/>
              <a:gd name="connsiteX128" fmla="*/ 6127519 w 6127689"/>
              <a:gd name="connsiteY128" fmla="*/ 5865775 h 6858000"/>
              <a:gd name="connsiteX129" fmla="*/ 6119217 w 6127689"/>
              <a:gd name="connsiteY129" fmla="*/ 5888542 h 6858000"/>
              <a:gd name="connsiteX130" fmla="*/ 6102493 w 6127689"/>
              <a:gd name="connsiteY130" fmla="*/ 5928602 h 6858000"/>
              <a:gd name="connsiteX131" fmla="*/ 6056863 w 6127689"/>
              <a:gd name="connsiteY131" fmla="*/ 6000643 h 6858000"/>
              <a:gd name="connsiteX132" fmla="*/ 6045436 w 6127689"/>
              <a:gd name="connsiteY132" fmla="*/ 6124480 h 6858000"/>
              <a:gd name="connsiteX133" fmla="*/ 6030489 w 6127689"/>
              <a:gd name="connsiteY133" fmla="*/ 6317666 h 6858000"/>
              <a:gd name="connsiteX134" fmla="*/ 6007492 w 6127689"/>
              <a:gd name="connsiteY134" fmla="*/ 6440818 h 6858000"/>
              <a:gd name="connsiteX135" fmla="*/ 6009467 w 6127689"/>
              <a:gd name="connsiteY135" fmla="*/ 6487076 h 6858000"/>
              <a:gd name="connsiteX136" fmla="*/ 5995064 w 6127689"/>
              <a:gd name="connsiteY136" fmla="*/ 6540791 h 6858000"/>
              <a:gd name="connsiteX137" fmla="*/ 5996309 w 6127689"/>
              <a:gd name="connsiteY137" fmla="*/ 6543961 h 6858000"/>
              <a:gd name="connsiteX138" fmla="*/ 5996048 w 6127689"/>
              <a:gd name="connsiteY138" fmla="*/ 6555444 h 6858000"/>
              <a:gd name="connsiteX139" fmla="*/ 6002524 w 6127689"/>
              <a:gd name="connsiteY139" fmla="*/ 6560188 h 6858000"/>
              <a:gd name="connsiteX140" fmla="*/ 6006823 w 6127689"/>
              <a:gd name="connsiteY140" fmla="*/ 6578546 h 6858000"/>
              <a:gd name="connsiteX141" fmla="*/ 6004510 w 6127689"/>
              <a:gd name="connsiteY141" fmla="*/ 6599256 h 6858000"/>
              <a:gd name="connsiteX142" fmla="*/ 5986207 w 6127689"/>
              <a:gd name="connsiteY142" fmla="*/ 6695855 h 6858000"/>
              <a:gd name="connsiteX143" fmla="*/ 5979428 w 6127689"/>
              <a:gd name="connsiteY143" fmla="*/ 6754678 h 6858000"/>
              <a:gd name="connsiteX144" fmla="*/ 5983398 w 6127689"/>
              <a:gd name="connsiteY144" fmla="*/ 6778641 h 6858000"/>
              <a:gd name="connsiteX145" fmla="*/ 5984543 w 6127689"/>
              <a:gd name="connsiteY145" fmla="*/ 6811016 h 6858000"/>
              <a:gd name="connsiteX146" fmla="*/ 5981802 w 6127689"/>
              <a:gd name="connsiteY146" fmla="*/ 6838578 h 6858000"/>
              <a:gd name="connsiteX147" fmla="*/ 5979671 w 6127689"/>
              <a:gd name="connsiteY147" fmla="*/ 6858000 h 6858000"/>
              <a:gd name="connsiteX148" fmla="*/ 0 w 6127689"/>
              <a:gd name="connsiteY148" fmla="*/ 6858000 h 6858000"/>
              <a:gd name="connsiteX149" fmla="*/ 0 w 6127689"/>
              <a:gd name="connsiteY149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5995970 w 6127689"/>
              <a:gd name="connsiteY104" fmla="*/ 5221547 h 6858000"/>
              <a:gd name="connsiteX105" fmla="*/ 6042096 w 6127689"/>
              <a:gd name="connsiteY105" fmla="*/ 5233251 h 6858000"/>
              <a:gd name="connsiteX106" fmla="*/ 6036748 w 6127689"/>
              <a:gd name="connsiteY106" fmla="*/ 5322752 h 6858000"/>
              <a:gd name="connsiteX107" fmla="*/ 6036943 w 6127689"/>
              <a:gd name="connsiteY107" fmla="*/ 5329480 h 6858000"/>
              <a:gd name="connsiteX108" fmla="*/ 6037236 w 6127689"/>
              <a:gd name="connsiteY108" fmla="*/ 5329634 h 6858000"/>
              <a:gd name="connsiteX109" fmla="*/ 6038019 w 6127689"/>
              <a:gd name="connsiteY109" fmla="*/ 5336764 h 6858000"/>
              <a:gd name="connsiteX110" fmla="*/ 6037298 w 6127689"/>
              <a:gd name="connsiteY110" fmla="*/ 5341753 h 6858000"/>
              <a:gd name="connsiteX111" fmla="*/ 6037677 w 6127689"/>
              <a:gd name="connsiteY111" fmla="*/ 5354807 h 6858000"/>
              <a:gd name="connsiteX112" fmla="*/ 6039728 w 6127689"/>
              <a:gd name="connsiteY112" fmla="*/ 5359416 h 6858000"/>
              <a:gd name="connsiteX113" fmla="*/ 6043311 w 6127689"/>
              <a:gd name="connsiteY113" fmla="*/ 5361407 h 6858000"/>
              <a:gd name="connsiteX114" fmla="*/ 6042954 w 6127689"/>
              <a:gd name="connsiteY114" fmla="*/ 5362576 h 6858000"/>
              <a:gd name="connsiteX115" fmla="*/ 6053435 w 6127689"/>
              <a:gd name="connsiteY115" fmla="*/ 5387547 h 6858000"/>
              <a:gd name="connsiteX116" fmla="*/ 6065933 w 6127689"/>
              <a:gd name="connsiteY116" fmla="*/ 5443002 h 6858000"/>
              <a:gd name="connsiteX117" fmla="*/ 6068640 w 6127689"/>
              <a:gd name="connsiteY117" fmla="*/ 5474503 h 6858000"/>
              <a:gd name="connsiteX118" fmla="*/ 6080922 w 6127689"/>
              <a:gd name="connsiteY118" fmla="*/ 5561070 h 6858000"/>
              <a:gd name="connsiteX119" fmla="*/ 6096949 w 6127689"/>
              <a:gd name="connsiteY119" fmla="*/ 5648179 h 6858000"/>
              <a:gd name="connsiteX120" fmla="*/ 6125703 w 6127689"/>
              <a:gd name="connsiteY120" fmla="*/ 5692894 h 6858000"/>
              <a:gd name="connsiteX121" fmla="*/ 6126670 w 6127689"/>
              <a:gd name="connsiteY121" fmla="*/ 5697882 h 6858000"/>
              <a:gd name="connsiteX122" fmla="*/ 6124061 w 6127689"/>
              <a:gd name="connsiteY122" fmla="*/ 5710294 h 6858000"/>
              <a:gd name="connsiteX123" fmla="*/ 6122213 w 6127689"/>
              <a:gd name="connsiteY123" fmla="*/ 5714762 h 6858000"/>
              <a:gd name="connsiteX124" fmla="*/ 6121353 w 6127689"/>
              <a:gd name="connsiteY124" fmla="*/ 5721725 h 6858000"/>
              <a:gd name="connsiteX125" fmla="*/ 6121607 w 6127689"/>
              <a:gd name="connsiteY125" fmla="*/ 5721959 h 6858000"/>
              <a:gd name="connsiteX126" fmla="*/ 6120262 w 6127689"/>
              <a:gd name="connsiteY126" fmla="*/ 5728358 h 6858000"/>
              <a:gd name="connsiteX127" fmla="*/ 6127024 w 6127689"/>
              <a:gd name="connsiteY127" fmla="*/ 5786902 h 6858000"/>
              <a:gd name="connsiteX128" fmla="*/ 6127519 w 6127689"/>
              <a:gd name="connsiteY128" fmla="*/ 5865775 h 6858000"/>
              <a:gd name="connsiteX129" fmla="*/ 6119217 w 6127689"/>
              <a:gd name="connsiteY129" fmla="*/ 5888542 h 6858000"/>
              <a:gd name="connsiteX130" fmla="*/ 6102493 w 6127689"/>
              <a:gd name="connsiteY130" fmla="*/ 5928602 h 6858000"/>
              <a:gd name="connsiteX131" fmla="*/ 6056863 w 6127689"/>
              <a:gd name="connsiteY131" fmla="*/ 6000643 h 6858000"/>
              <a:gd name="connsiteX132" fmla="*/ 6045436 w 6127689"/>
              <a:gd name="connsiteY132" fmla="*/ 6124480 h 6858000"/>
              <a:gd name="connsiteX133" fmla="*/ 6030489 w 6127689"/>
              <a:gd name="connsiteY133" fmla="*/ 6317666 h 6858000"/>
              <a:gd name="connsiteX134" fmla="*/ 6007492 w 6127689"/>
              <a:gd name="connsiteY134" fmla="*/ 6440818 h 6858000"/>
              <a:gd name="connsiteX135" fmla="*/ 6009467 w 6127689"/>
              <a:gd name="connsiteY135" fmla="*/ 6487076 h 6858000"/>
              <a:gd name="connsiteX136" fmla="*/ 5995064 w 6127689"/>
              <a:gd name="connsiteY136" fmla="*/ 6540791 h 6858000"/>
              <a:gd name="connsiteX137" fmla="*/ 5996309 w 6127689"/>
              <a:gd name="connsiteY137" fmla="*/ 6543961 h 6858000"/>
              <a:gd name="connsiteX138" fmla="*/ 5996048 w 6127689"/>
              <a:gd name="connsiteY138" fmla="*/ 6555444 h 6858000"/>
              <a:gd name="connsiteX139" fmla="*/ 6002524 w 6127689"/>
              <a:gd name="connsiteY139" fmla="*/ 6560188 h 6858000"/>
              <a:gd name="connsiteX140" fmla="*/ 6006823 w 6127689"/>
              <a:gd name="connsiteY140" fmla="*/ 6578546 h 6858000"/>
              <a:gd name="connsiteX141" fmla="*/ 6004510 w 6127689"/>
              <a:gd name="connsiteY141" fmla="*/ 6599256 h 6858000"/>
              <a:gd name="connsiteX142" fmla="*/ 5986207 w 6127689"/>
              <a:gd name="connsiteY142" fmla="*/ 6695855 h 6858000"/>
              <a:gd name="connsiteX143" fmla="*/ 5979428 w 6127689"/>
              <a:gd name="connsiteY143" fmla="*/ 6754678 h 6858000"/>
              <a:gd name="connsiteX144" fmla="*/ 5983398 w 6127689"/>
              <a:gd name="connsiteY144" fmla="*/ 6778641 h 6858000"/>
              <a:gd name="connsiteX145" fmla="*/ 5984543 w 6127689"/>
              <a:gd name="connsiteY145" fmla="*/ 6811016 h 6858000"/>
              <a:gd name="connsiteX146" fmla="*/ 5981802 w 6127689"/>
              <a:gd name="connsiteY146" fmla="*/ 6838578 h 6858000"/>
              <a:gd name="connsiteX147" fmla="*/ 5979671 w 6127689"/>
              <a:gd name="connsiteY147" fmla="*/ 6858000 h 6858000"/>
              <a:gd name="connsiteX148" fmla="*/ 0 w 6127689"/>
              <a:gd name="connsiteY148" fmla="*/ 6858000 h 6858000"/>
              <a:gd name="connsiteX149" fmla="*/ 0 w 6127689"/>
              <a:gd name="connsiteY149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5995970 w 6127689"/>
              <a:gd name="connsiteY104" fmla="*/ 5221547 h 6858000"/>
              <a:gd name="connsiteX105" fmla="*/ 6036748 w 6127689"/>
              <a:gd name="connsiteY105" fmla="*/ 5322752 h 6858000"/>
              <a:gd name="connsiteX106" fmla="*/ 6036943 w 6127689"/>
              <a:gd name="connsiteY106" fmla="*/ 5329480 h 6858000"/>
              <a:gd name="connsiteX107" fmla="*/ 6037236 w 6127689"/>
              <a:gd name="connsiteY107" fmla="*/ 5329634 h 6858000"/>
              <a:gd name="connsiteX108" fmla="*/ 6038019 w 6127689"/>
              <a:gd name="connsiteY108" fmla="*/ 5336764 h 6858000"/>
              <a:gd name="connsiteX109" fmla="*/ 6037298 w 6127689"/>
              <a:gd name="connsiteY109" fmla="*/ 5341753 h 6858000"/>
              <a:gd name="connsiteX110" fmla="*/ 6037677 w 6127689"/>
              <a:gd name="connsiteY110" fmla="*/ 5354807 h 6858000"/>
              <a:gd name="connsiteX111" fmla="*/ 6039728 w 6127689"/>
              <a:gd name="connsiteY111" fmla="*/ 5359416 h 6858000"/>
              <a:gd name="connsiteX112" fmla="*/ 6043311 w 6127689"/>
              <a:gd name="connsiteY112" fmla="*/ 5361407 h 6858000"/>
              <a:gd name="connsiteX113" fmla="*/ 6042954 w 6127689"/>
              <a:gd name="connsiteY113" fmla="*/ 5362576 h 6858000"/>
              <a:gd name="connsiteX114" fmla="*/ 6053435 w 6127689"/>
              <a:gd name="connsiteY114" fmla="*/ 5387547 h 6858000"/>
              <a:gd name="connsiteX115" fmla="*/ 6065933 w 6127689"/>
              <a:gd name="connsiteY115" fmla="*/ 5443002 h 6858000"/>
              <a:gd name="connsiteX116" fmla="*/ 6068640 w 6127689"/>
              <a:gd name="connsiteY116" fmla="*/ 5474503 h 6858000"/>
              <a:gd name="connsiteX117" fmla="*/ 6080922 w 6127689"/>
              <a:gd name="connsiteY117" fmla="*/ 5561070 h 6858000"/>
              <a:gd name="connsiteX118" fmla="*/ 6096949 w 6127689"/>
              <a:gd name="connsiteY118" fmla="*/ 5648179 h 6858000"/>
              <a:gd name="connsiteX119" fmla="*/ 6125703 w 6127689"/>
              <a:gd name="connsiteY119" fmla="*/ 5692894 h 6858000"/>
              <a:gd name="connsiteX120" fmla="*/ 6126670 w 6127689"/>
              <a:gd name="connsiteY120" fmla="*/ 5697882 h 6858000"/>
              <a:gd name="connsiteX121" fmla="*/ 6124061 w 6127689"/>
              <a:gd name="connsiteY121" fmla="*/ 5710294 h 6858000"/>
              <a:gd name="connsiteX122" fmla="*/ 6122213 w 6127689"/>
              <a:gd name="connsiteY122" fmla="*/ 5714762 h 6858000"/>
              <a:gd name="connsiteX123" fmla="*/ 6121353 w 6127689"/>
              <a:gd name="connsiteY123" fmla="*/ 5721725 h 6858000"/>
              <a:gd name="connsiteX124" fmla="*/ 6121607 w 6127689"/>
              <a:gd name="connsiteY124" fmla="*/ 5721959 h 6858000"/>
              <a:gd name="connsiteX125" fmla="*/ 6120262 w 6127689"/>
              <a:gd name="connsiteY125" fmla="*/ 5728358 h 6858000"/>
              <a:gd name="connsiteX126" fmla="*/ 6127024 w 6127689"/>
              <a:gd name="connsiteY126" fmla="*/ 5786902 h 6858000"/>
              <a:gd name="connsiteX127" fmla="*/ 6127519 w 6127689"/>
              <a:gd name="connsiteY127" fmla="*/ 5865775 h 6858000"/>
              <a:gd name="connsiteX128" fmla="*/ 6119217 w 6127689"/>
              <a:gd name="connsiteY128" fmla="*/ 5888542 h 6858000"/>
              <a:gd name="connsiteX129" fmla="*/ 6102493 w 6127689"/>
              <a:gd name="connsiteY129" fmla="*/ 5928602 h 6858000"/>
              <a:gd name="connsiteX130" fmla="*/ 6056863 w 6127689"/>
              <a:gd name="connsiteY130" fmla="*/ 6000643 h 6858000"/>
              <a:gd name="connsiteX131" fmla="*/ 6045436 w 6127689"/>
              <a:gd name="connsiteY131" fmla="*/ 6124480 h 6858000"/>
              <a:gd name="connsiteX132" fmla="*/ 6030489 w 6127689"/>
              <a:gd name="connsiteY132" fmla="*/ 6317666 h 6858000"/>
              <a:gd name="connsiteX133" fmla="*/ 6007492 w 6127689"/>
              <a:gd name="connsiteY133" fmla="*/ 6440818 h 6858000"/>
              <a:gd name="connsiteX134" fmla="*/ 6009467 w 6127689"/>
              <a:gd name="connsiteY134" fmla="*/ 6487076 h 6858000"/>
              <a:gd name="connsiteX135" fmla="*/ 5995064 w 6127689"/>
              <a:gd name="connsiteY135" fmla="*/ 6540791 h 6858000"/>
              <a:gd name="connsiteX136" fmla="*/ 5996309 w 6127689"/>
              <a:gd name="connsiteY136" fmla="*/ 6543961 h 6858000"/>
              <a:gd name="connsiteX137" fmla="*/ 5996048 w 6127689"/>
              <a:gd name="connsiteY137" fmla="*/ 6555444 h 6858000"/>
              <a:gd name="connsiteX138" fmla="*/ 6002524 w 6127689"/>
              <a:gd name="connsiteY138" fmla="*/ 6560188 h 6858000"/>
              <a:gd name="connsiteX139" fmla="*/ 6006823 w 6127689"/>
              <a:gd name="connsiteY139" fmla="*/ 6578546 h 6858000"/>
              <a:gd name="connsiteX140" fmla="*/ 6004510 w 6127689"/>
              <a:gd name="connsiteY140" fmla="*/ 6599256 h 6858000"/>
              <a:gd name="connsiteX141" fmla="*/ 5986207 w 6127689"/>
              <a:gd name="connsiteY141" fmla="*/ 6695855 h 6858000"/>
              <a:gd name="connsiteX142" fmla="*/ 5979428 w 6127689"/>
              <a:gd name="connsiteY142" fmla="*/ 6754678 h 6858000"/>
              <a:gd name="connsiteX143" fmla="*/ 5983398 w 6127689"/>
              <a:gd name="connsiteY143" fmla="*/ 6778641 h 6858000"/>
              <a:gd name="connsiteX144" fmla="*/ 5984543 w 6127689"/>
              <a:gd name="connsiteY144" fmla="*/ 6811016 h 6858000"/>
              <a:gd name="connsiteX145" fmla="*/ 5981802 w 6127689"/>
              <a:gd name="connsiteY145" fmla="*/ 6838578 h 6858000"/>
              <a:gd name="connsiteX146" fmla="*/ 5979671 w 6127689"/>
              <a:gd name="connsiteY146" fmla="*/ 6858000 h 6858000"/>
              <a:gd name="connsiteX147" fmla="*/ 0 w 6127689"/>
              <a:gd name="connsiteY147" fmla="*/ 6858000 h 6858000"/>
              <a:gd name="connsiteX148" fmla="*/ 0 w 6127689"/>
              <a:gd name="connsiteY148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85314 w 6127689"/>
              <a:gd name="connsiteY78" fmla="*/ 4108387 h 6858000"/>
              <a:gd name="connsiteX79" fmla="*/ 5894095 w 6127689"/>
              <a:gd name="connsiteY79" fmla="*/ 4128857 h 6858000"/>
              <a:gd name="connsiteX80" fmla="*/ 5898339 w 6127689"/>
              <a:gd name="connsiteY80" fmla="*/ 4140800 h 6858000"/>
              <a:gd name="connsiteX81" fmla="*/ 5899734 w 6127689"/>
              <a:gd name="connsiteY81" fmla="*/ 4145632 h 6858000"/>
              <a:gd name="connsiteX82" fmla="*/ 5903513 w 6127689"/>
              <a:gd name="connsiteY82" fmla="*/ 4187661 h 6858000"/>
              <a:gd name="connsiteX83" fmla="*/ 5917114 w 6127689"/>
              <a:gd name="connsiteY83" fmla="*/ 4213096 h 6858000"/>
              <a:gd name="connsiteX84" fmla="*/ 5921153 w 6127689"/>
              <a:gd name="connsiteY84" fmla="*/ 4236222 h 6858000"/>
              <a:gd name="connsiteX85" fmla="*/ 5924233 w 6127689"/>
              <a:gd name="connsiteY85" fmla="*/ 4242060 h 6858000"/>
              <a:gd name="connsiteX86" fmla="*/ 5928910 w 6127689"/>
              <a:gd name="connsiteY86" fmla="*/ 4300973 h 6858000"/>
              <a:gd name="connsiteX87" fmla="*/ 5939320 w 6127689"/>
              <a:gd name="connsiteY87" fmla="*/ 4340435 h 6858000"/>
              <a:gd name="connsiteX88" fmla="*/ 5946705 w 6127689"/>
              <a:gd name="connsiteY88" fmla="*/ 4428051 h 6858000"/>
              <a:gd name="connsiteX89" fmla="*/ 5949261 w 6127689"/>
              <a:gd name="connsiteY89" fmla="*/ 4449185 h 6858000"/>
              <a:gd name="connsiteX90" fmla="*/ 5957504 w 6127689"/>
              <a:gd name="connsiteY90" fmla="*/ 4465911 h 6858000"/>
              <a:gd name="connsiteX91" fmla="*/ 5964689 w 6127689"/>
              <a:gd name="connsiteY91" fmla="*/ 4468532 h 6858000"/>
              <a:gd name="connsiteX92" fmla="*/ 5967062 w 6127689"/>
              <a:gd name="connsiteY92" fmla="*/ 4479923 h 6858000"/>
              <a:gd name="connsiteX93" fmla="*/ 5968960 w 6127689"/>
              <a:gd name="connsiteY93" fmla="*/ 4482655 h 6858000"/>
              <a:gd name="connsiteX94" fmla="*/ 5978567 w 6127689"/>
              <a:gd name="connsiteY94" fmla="*/ 4498605 h 6858000"/>
              <a:gd name="connsiteX95" fmla="*/ 5980106 w 6127689"/>
              <a:gd name="connsiteY95" fmla="*/ 4585087 h 6858000"/>
              <a:gd name="connsiteX96" fmla="*/ 5998138 w 6127689"/>
              <a:gd name="connsiteY96" fmla="*/ 4697518 h 6858000"/>
              <a:gd name="connsiteX97" fmla="*/ 6013516 w 6127689"/>
              <a:gd name="connsiteY97" fmla="*/ 4786619 h 6858000"/>
              <a:gd name="connsiteX98" fmla="*/ 6025404 w 6127689"/>
              <a:gd name="connsiteY98" fmla="*/ 4858148 h 6858000"/>
              <a:gd name="connsiteX99" fmla="*/ 6007749 w 6127689"/>
              <a:gd name="connsiteY99" fmla="*/ 4964715 h 6858000"/>
              <a:gd name="connsiteX100" fmla="*/ 6005269 w 6127689"/>
              <a:gd name="connsiteY100" fmla="*/ 5150567 h 6858000"/>
              <a:gd name="connsiteX101" fmla="*/ 6001127 w 6127689"/>
              <a:gd name="connsiteY101" fmla="*/ 5164609 h 6858000"/>
              <a:gd name="connsiteX102" fmla="*/ 5996647 w 6127689"/>
              <a:gd name="connsiteY102" fmla="*/ 5185640 h 6858000"/>
              <a:gd name="connsiteX103" fmla="*/ 5998514 w 6127689"/>
              <a:gd name="connsiteY103" fmla="*/ 5189673 h 6858000"/>
              <a:gd name="connsiteX104" fmla="*/ 6018409 w 6127689"/>
              <a:gd name="connsiteY104" fmla="*/ 5227157 h 6858000"/>
              <a:gd name="connsiteX105" fmla="*/ 6036748 w 6127689"/>
              <a:gd name="connsiteY105" fmla="*/ 5322752 h 6858000"/>
              <a:gd name="connsiteX106" fmla="*/ 6036943 w 6127689"/>
              <a:gd name="connsiteY106" fmla="*/ 5329480 h 6858000"/>
              <a:gd name="connsiteX107" fmla="*/ 6037236 w 6127689"/>
              <a:gd name="connsiteY107" fmla="*/ 5329634 h 6858000"/>
              <a:gd name="connsiteX108" fmla="*/ 6038019 w 6127689"/>
              <a:gd name="connsiteY108" fmla="*/ 5336764 h 6858000"/>
              <a:gd name="connsiteX109" fmla="*/ 6037298 w 6127689"/>
              <a:gd name="connsiteY109" fmla="*/ 5341753 h 6858000"/>
              <a:gd name="connsiteX110" fmla="*/ 6037677 w 6127689"/>
              <a:gd name="connsiteY110" fmla="*/ 5354807 h 6858000"/>
              <a:gd name="connsiteX111" fmla="*/ 6039728 w 6127689"/>
              <a:gd name="connsiteY111" fmla="*/ 5359416 h 6858000"/>
              <a:gd name="connsiteX112" fmla="*/ 6043311 w 6127689"/>
              <a:gd name="connsiteY112" fmla="*/ 5361407 h 6858000"/>
              <a:gd name="connsiteX113" fmla="*/ 6042954 w 6127689"/>
              <a:gd name="connsiteY113" fmla="*/ 5362576 h 6858000"/>
              <a:gd name="connsiteX114" fmla="*/ 6053435 w 6127689"/>
              <a:gd name="connsiteY114" fmla="*/ 5387547 h 6858000"/>
              <a:gd name="connsiteX115" fmla="*/ 6065933 w 6127689"/>
              <a:gd name="connsiteY115" fmla="*/ 5443002 h 6858000"/>
              <a:gd name="connsiteX116" fmla="*/ 6068640 w 6127689"/>
              <a:gd name="connsiteY116" fmla="*/ 5474503 h 6858000"/>
              <a:gd name="connsiteX117" fmla="*/ 6080922 w 6127689"/>
              <a:gd name="connsiteY117" fmla="*/ 5561070 h 6858000"/>
              <a:gd name="connsiteX118" fmla="*/ 6096949 w 6127689"/>
              <a:gd name="connsiteY118" fmla="*/ 5648179 h 6858000"/>
              <a:gd name="connsiteX119" fmla="*/ 6125703 w 6127689"/>
              <a:gd name="connsiteY119" fmla="*/ 5692894 h 6858000"/>
              <a:gd name="connsiteX120" fmla="*/ 6126670 w 6127689"/>
              <a:gd name="connsiteY120" fmla="*/ 5697882 h 6858000"/>
              <a:gd name="connsiteX121" fmla="*/ 6124061 w 6127689"/>
              <a:gd name="connsiteY121" fmla="*/ 5710294 h 6858000"/>
              <a:gd name="connsiteX122" fmla="*/ 6122213 w 6127689"/>
              <a:gd name="connsiteY122" fmla="*/ 5714762 h 6858000"/>
              <a:gd name="connsiteX123" fmla="*/ 6121353 w 6127689"/>
              <a:gd name="connsiteY123" fmla="*/ 5721725 h 6858000"/>
              <a:gd name="connsiteX124" fmla="*/ 6121607 w 6127689"/>
              <a:gd name="connsiteY124" fmla="*/ 5721959 h 6858000"/>
              <a:gd name="connsiteX125" fmla="*/ 6120262 w 6127689"/>
              <a:gd name="connsiteY125" fmla="*/ 5728358 h 6858000"/>
              <a:gd name="connsiteX126" fmla="*/ 6127024 w 6127689"/>
              <a:gd name="connsiteY126" fmla="*/ 5786902 h 6858000"/>
              <a:gd name="connsiteX127" fmla="*/ 6127519 w 6127689"/>
              <a:gd name="connsiteY127" fmla="*/ 5865775 h 6858000"/>
              <a:gd name="connsiteX128" fmla="*/ 6119217 w 6127689"/>
              <a:gd name="connsiteY128" fmla="*/ 5888542 h 6858000"/>
              <a:gd name="connsiteX129" fmla="*/ 6102493 w 6127689"/>
              <a:gd name="connsiteY129" fmla="*/ 5928602 h 6858000"/>
              <a:gd name="connsiteX130" fmla="*/ 6056863 w 6127689"/>
              <a:gd name="connsiteY130" fmla="*/ 6000643 h 6858000"/>
              <a:gd name="connsiteX131" fmla="*/ 6045436 w 6127689"/>
              <a:gd name="connsiteY131" fmla="*/ 6124480 h 6858000"/>
              <a:gd name="connsiteX132" fmla="*/ 6030489 w 6127689"/>
              <a:gd name="connsiteY132" fmla="*/ 6317666 h 6858000"/>
              <a:gd name="connsiteX133" fmla="*/ 6007492 w 6127689"/>
              <a:gd name="connsiteY133" fmla="*/ 6440818 h 6858000"/>
              <a:gd name="connsiteX134" fmla="*/ 6009467 w 6127689"/>
              <a:gd name="connsiteY134" fmla="*/ 6487076 h 6858000"/>
              <a:gd name="connsiteX135" fmla="*/ 5995064 w 6127689"/>
              <a:gd name="connsiteY135" fmla="*/ 6540791 h 6858000"/>
              <a:gd name="connsiteX136" fmla="*/ 5996309 w 6127689"/>
              <a:gd name="connsiteY136" fmla="*/ 6543961 h 6858000"/>
              <a:gd name="connsiteX137" fmla="*/ 5996048 w 6127689"/>
              <a:gd name="connsiteY137" fmla="*/ 6555444 h 6858000"/>
              <a:gd name="connsiteX138" fmla="*/ 6002524 w 6127689"/>
              <a:gd name="connsiteY138" fmla="*/ 6560188 h 6858000"/>
              <a:gd name="connsiteX139" fmla="*/ 6006823 w 6127689"/>
              <a:gd name="connsiteY139" fmla="*/ 6578546 h 6858000"/>
              <a:gd name="connsiteX140" fmla="*/ 6004510 w 6127689"/>
              <a:gd name="connsiteY140" fmla="*/ 6599256 h 6858000"/>
              <a:gd name="connsiteX141" fmla="*/ 5986207 w 6127689"/>
              <a:gd name="connsiteY141" fmla="*/ 6695855 h 6858000"/>
              <a:gd name="connsiteX142" fmla="*/ 5979428 w 6127689"/>
              <a:gd name="connsiteY142" fmla="*/ 6754678 h 6858000"/>
              <a:gd name="connsiteX143" fmla="*/ 5983398 w 6127689"/>
              <a:gd name="connsiteY143" fmla="*/ 6778641 h 6858000"/>
              <a:gd name="connsiteX144" fmla="*/ 5984543 w 6127689"/>
              <a:gd name="connsiteY144" fmla="*/ 6811016 h 6858000"/>
              <a:gd name="connsiteX145" fmla="*/ 5981802 w 6127689"/>
              <a:gd name="connsiteY145" fmla="*/ 6838578 h 6858000"/>
              <a:gd name="connsiteX146" fmla="*/ 5979671 w 6127689"/>
              <a:gd name="connsiteY146" fmla="*/ 6858000 h 6858000"/>
              <a:gd name="connsiteX147" fmla="*/ 0 w 6127689"/>
              <a:gd name="connsiteY147" fmla="*/ 6858000 h 6858000"/>
              <a:gd name="connsiteX148" fmla="*/ 0 w 6127689"/>
              <a:gd name="connsiteY148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94095 w 6127689"/>
              <a:gd name="connsiteY78" fmla="*/ 4128857 h 6858000"/>
              <a:gd name="connsiteX79" fmla="*/ 5898339 w 6127689"/>
              <a:gd name="connsiteY79" fmla="*/ 4140800 h 6858000"/>
              <a:gd name="connsiteX80" fmla="*/ 5899734 w 6127689"/>
              <a:gd name="connsiteY80" fmla="*/ 4145632 h 6858000"/>
              <a:gd name="connsiteX81" fmla="*/ 5903513 w 6127689"/>
              <a:gd name="connsiteY81" fmla="*/ 4187661 h 6858000"/>
              <a:gd name="connsiteX82" fmla="*/ 5917114 w 6127689"/>
              <a:gd name="connsiteY82" fmla="*/ 4213096 h 6858000"/>
              <a:gd name="connsiteX83" fmla="*/ 5921153 w 6127689"/>
              <a:gd name="connsiteY83" fmla="*/ 4236222 h 6858000"/>
              <a:gd name="connsiteX84" fmla="*/ 5924233 w 6127689"/>
              <a:gd name="connsiteY84" fmla="*/ 4242060 h 6858000"/>
              <a:gd name="connsiteX85" fmla="*/ 5928910 w 6127689"/>
              <a:gd name="connsiteY85" fmla="*/ 4300973 h 6858000"/>
              <a:gd name="connsiteX86" fmla="*/ 5939320 w 6127689"/>
              <a:gd name="connsiteY86" fmla="*/ 4340435 h 6858000"/>
              <a:gd name="connsiteX87" fmla="*/ 5946705 w 6127689"/>
              <a:gd name="connsiteY87" fmla="*/ 4428051 h 6858000"/>
              <a:gd name="connsiteX88" fmla="*/ 5949261 w 6127689"/>
              <a:gd name="connsiteY88" fmla="*/ 4449185 h 6858000"/>
              <a:gd name="connsiteX89" fmla="*/ 5957504 w 6127689"/>
              <a:gd name="connsiteY89" fmla="*/ 4465911 h 6858000"/>
              <a:gd name="connsiteX90" fmla="*/ 5964689 w 6127689"/>
              <a:gd name="connsiteY90" fmla="*/ 4468532 h 6858000"/>
              <a:gd name="connsiteX91" fmla="*/ 5967062 w 6127689"/>
              <a:gd name="connsiteY91" fmla="*/ 4479923 h 6858000"/>
              <a:gd name="connsiteX92" fmla="*/ 5968960 w 6127689"/>
              <a:gd name="connsiteY92" fmla="*/ 4482655 h 6858000"/>
              <a:gd name="connsiteX93" fmla="*/ 5978567 w 6127689"/>
              <a:gd name="connsiteY93" fmla="*/ 4498605 h 6858000"/>
              <a:gd name="connsiteX94" fmla="*/ 5980106 w 6127689"/>
              <a:gd name="connsiteY94" fmla="*/ 4585087 h 6858000"/>
              <a:gd name="connsiteX95" fmla="*/ 5998138 w 6127689"/>
              <a:gd name="connsiteY95" fmla="*/ 4697518 h 6858000"/>
              <a:gd name="connsiteX96" fmla="*/ 6013516 w 6127689"/>
              <a:gd name="connsiteY96" fmla="*/ 4786619 h 6858000"/>
              <a:gd name="connsiteX97" fmla="*/ 6025404 w 6127689"/>
              <a:gd name="connsiteY97" fmla="*/ 4858148 h 6858000"/>
              <a:gd name="connsiteX98" fmla="*/ 6007749 w 6127689"/>
              <a:gd name="connsiteY98" fmla="*/ 4964715 h 6858000"/>
              <a:gd name="connsiteX99" fmla="*/ 6005269 w 6127689"/>
              <a:gd name="connsiteY99" fmla="*/ 5150567 h 6858000"/>
              <a:gd name="connsiteX100" fmla="*/ 6001127 w 6127689"/>
              <a:gd name="connsiteY100" fmla="*/ 5164609 h 6858000"/>
              <a:gd name="connsiteX101" fmla="*/ 5996647 w 6127689"/>
              <a:gd name="connsiteY101" fmla="*/ 5185640 h 6858000"/>
              <a:gd name="connsiteX102" fmla="*/ 5998514 w 6127689"/>
              <a:gd name="connsiteY102" fmla="*/ 5189673 h 6858000"/>
              <a:gd name="connsiteX103" fmla="*/ 6018409 w 6127689"/>
              <a:gd name="connsiteY103" fmla="*/ 5227157 h 6858000"/>
              <a:gd name="connsiteX104" fmla="*/ 6036748 w 6127689"/>
              <a:gd name="connsiteY104" fmla="*/ 5322752 h 6858000"/>
              <a:gd name="connsiteX105" fmla="*/ 6036943 w 6127689"/>
              <a:gd name="connsiteY105" fmla="*/ 5329480 h 6858000"/>
              <a:gd name="connsiteX106" fmla="*/ 6037236 w 6127689"/>
              <a:gd name="connsiteY106" fmla="*/ 5329634 h 6858000"/>
              <a:gd name="connsiteX107" fmla="*/ 6038019 w 6127689"/>
              <a:gd name="connsiteY107" fmla="*/ 5336764 h 6858000"/>
              <a:gd name="connsiteX108" fmla="*/ 6037298 w 6127689"/>
              <a:gd name="connsiteY108" fmla="*/ 5341753 h 6858000"/>
              <a:gd name="connsiteX109" fmla="*/ 6037677 w 6127689"/>
              <a:gd name="connsiteY109" fmla="*/ 5354807 h 6858000"/>
              <a:gd name="connsiteX110" fmla="*/ 6039728 w 6127689"/>
              <a:gd name="connsiteY110" fmla="*/ 5359416 h 6858000"/>
              <a:gd name="connsiteX111" fmla="*/ 6043311 w 6127689"/>
              <a:gd name="connsiteY111" fmla="*/ 5361407 h 6858000"/>
              <a:gd name="connsiteX112" fmla="*/ 6042954 w 6127689"/>
              <a:gd name="connsiteY112" fmla="*/ 5362576 h 6858000"/>
              <a:gd name="connsiteX113" fmla="*/ 6053435 w 6127689"/>
              <a:gd name="connsiteY113" fmla="*/ 5387547 h 6858000"/>
              <a:gd name="connsiteX114" fmla="*/ 6065933 w 6127689"/>
              <a:gd name="connsiteY114" fmla="*/ 5443002 h 6858000"/>
              <a:gd name="connsiteX115" fmla="*/ 6068640 w 6127689"/>
              <a:gd name="connsiteY115" fmla="*/ 5474503 h 6858000"/>
              <a:gd name="connsiteX116" fmla="*/ 6080922 w 6127689"/>
              <a:gd name="connsiteY116" fmla="*/ 5561070 h 6858000"/>
              <a:gd name="connsiteX117" fmla="*/ 6096949 w 6127689"/>
              <a:gd name="connsiteY117" fmla="*/ 5648179 h 6858000"/>
              <a:gd name="connsiteX118" fmla="*/ 6125703 w 6127689"/>
              <a:gd name="connsiteY118" fmla="*/ 5692894 h 6858000"/>
              <a:gd name="connsiteX119" fmla="*/ 6126670 w 6127689"/>
              <a:gd name="connsiteY119" fmla="*/ 5697882 h 6858000"/>
              <a:gd name="connsiteX120" fmla="*/ 6124061 w 6127689"/>
              <a:gd name="connsiteY120" fmla="*/ 5710294 h 6858000"/>
              <a:gd name="connsiteX121" fmla="*/ 6122213 w 6127689"/>
              <a:gd name="connsiteY121" fmla="*/ 5714762 h 6858000"/>
              <a:gd name="connsiteX122" fmla="*/ 6121353 w 6127689"/>
              <a:gd name="connsiteY122" fmla="*/ 5721725 h 6858000"/>
              <a:gd name="connsiteX123" fmla="*/ 6121607 w 6127689"/>
              <a:gd name="connsiteY123" fmla="*/ 5721959 h 6858000"/>
              <a:gd name="connsiteX124" fmla="*/ 6120262 w 6127689"/>
              <a:gd name="connsiteY124" fmla="*/ 5728358 h 6858000"/>
              <a:gd name="connsiteX125" fmla="*/ 6127024 w 6127689"/>
              <a:gd name="connsiteY125" fmla="*/ 5786902 h 6858000"/>
              <a:gd name="connsiteX126" fmla="*/ 6127519 w 6127689"/>
              <a:gd name="connsiteY126" fmla="*/ 5865775 h 6858000"/>
              <a:gd name="connsiteX127" fmla="*/ 6119217 w 6127689"/>
              <a:gd name="connsiteY127" fmla="*/ 5888542 h 6858000"/>
              <a:gd name="connsiteX128" fmla="*/ 6102493 w 6127689"/>
              <a:gd name="connsiteY128" fmla="*/ 5928602 h 6858000"/>
              <a:gd name="connsiteX129" fmla="*/ 6056863 w 6127689"/>
              <a:gd name="connsiteY129" fmla="*/ 6000643 h 6858000"/>
              <a:gd name="connsiteX130" fmla="*/ 6045436 w 6127689"/>
              <a:gd name="connsiteY130" fmla="*/ 6124480 h 6858000"/>
              <a:gd name="connsiteX131" fmla="*/ 6030489 w 6127689"/>
              <a:gd name="connsiteY131" fmla="*/ 6317666 h 6858000"/>
              <a:gd name="connsiteX132" fmla="*/ 6007492 w 6127689"/>
              <a:gd name="connsiteY132" fmla="*/ 6440818 h 6858000"/>
              <a:gd name="connsiteX133" fmla="*/ 6009467 w 6127689"/>
              <a:gd name="connsiteY133" fmla="*/ 6487076 h 6858000"/>
              <a:gd name="connsiteX134" fmla="*/ 5995064 w 6127689"/>
              <a:gd name="connsiteY134" fmla="*/ 6540791 h 6858000"/>
              <a:gd name="connsiteX135" fmla="*/ 5996309 w 6127689"/>
              <a:gd name="connsiteY135" fmla="*/ 6543961 h 6858000"/>
              <a:gd name="connsiteX136" fmla="*/ 5996048 w 6127689"/>
              <a:gd name="connsiteY136" fmla="*/ 6555444 h 6858000"/>
              <a:gd name="connsiteX137" fmla="*/ 6002524 w 6127689"/>
              <a:gd name="connsiteY137" fmla="*/ 6560188 h 6858000"/>
              <a:gd name="connsiteX138" fmla="*/ 6006823 w 6127689"/>
              <a:gd name="connsiteY138" fmla="*/ 6578546 h 6858000"/>
              <a:gd name="connsiteX139" fmla="*/ 6004510 w 6127689"/>
              <a:gd name="connsiteY139" fmla="*/ 6599256 h 6858000"/>
              <a:gd name="connsiteX140" fmla="*/ 5986207 w 6127689"/>
              <a:gd name="connsiteY140" fmla="*/ 6695855 h 6858000"/>
              <a:gd name="connsiteX141" fmla="*/ 5979428 w 6127689"/>
              <a:gd name="connsiteY141" fmla="*/ 6754678 h 6858000"/>
              <a:gd name="connsiteX142" fmla="*/ 5983398 w 6127689"/>
              <a:gd name="connsiteY142" fmla="*/ 6778641 h 6858000"/>
              <a:gd name="connsiteX143" fmla="*/ 5984543 w 6127689"/>
              <a:gd name="connsiteY143" fmla="*/ 6811016 h 6858000"/>
              <a:gd name="connsiteX144" fmla="*/ 5981802 w 6127689"/>
              <a:gd name="connsiteY144" fmla="*/ 6838578 h 6858000"/>
              <a:gd name="connsiteX145" fmla="*/ 5979671 w 6127689"/>
              <a:gd name="connsiteY145" fmla="*/ 6858000 h 6858000"/>
              <a:gd name="connsiteX146" fmla="*/ 0 w 6127689"/>
              <a:gd name="connsiteY146" fmla="*/ 6858000 h 6858000"/>
              <a:gd name="connsiteX147" fmla="*/ 0 w 6127689"/>
              <a:gd name="connsiteY147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24816 w 6127689"/>
              <a:gd name="connsiteY69" fmla="*/ 3798949 h 6858000"/>
              <a:gd name="connsiteX70" fmla="*/ 5733539 w 6127689"/>
              <a:gd name="connsiteY70" fmla="*/ 3818457 h 6858000"/>
              <a:gd name="connsiteX71" fmla="*/ 5768491 w 6127689"/>
              <a:gd name="connsiteY71" fmla="*/ 3914399 h 6858000"/>
              <a:gd name="connsiteX72" fmla="*/ 5793123 w 6127689"/>
              <a:gd name="connsiteY72" fmla="*/ 3969952 h 6858000"/>
              <a:gd name="connsiteX73" fmla="*/ 5808321 w 6127689"/>
              <a:gd name="connsiteY73" fmla="*/ 3988153 h 6858000"/>
              <a:gd name="connsiteX74" fmla="*/ 5825621 w 6127689"/>
              <a:gd name="connsiteY74" fmla="*/ 4015525 h 6858000"/>
              <a:gd name="connsiteX75" fmla="*/ 5860672 w 6127689"/>
              <a:gd name="connsiteY75" fmla="*/ 4061579 h 6858000"/>
              <a:gd name="connsiteX76" fmla="*/ 5872173 w 6127689"/>
              <a:gd name="connsiteY76" fmla="*/ 4088497 h 6858000"/>
              <a:gd name="connsiteX77" fmla="*/ 5883705 w 6127689"/>
              <a:gd name="connsiteY77" fmla="*/ 4101899 h 6858000"/>
              <a:gd name="connsiteX78" fmla="*/ 5894095 w 6127689"/>
              <a:gd name="connsiteY78" fmla="*/ 4128857 h 6858000"/>
              <a:gd name="connsiteX79" fmla="*/ 5898339 w 6127689"/>
              <a:gd name="connsiteY79" fmla="*/ 4140800 h 6858000"/>
              <a:gd name="connsiteX80" fmla="*/ 5899734 w 6127689"/>
              <a:gd name="connsiteY80" fmla="*/ 4145632 h 6858000"/>
              <a:gd name="connsiteX81" fmla="*/ 5903513 w 6127689"/>
              <a:gd name="connsiteY81" fmla="*/ 4187661 h 6858000"/>
              <a:gd name="connsiteX82" fmla="*/ 5917114 w 6127689"/>
              <a:gd name="connsiteY82" fmla="*/ 4213096 h 6858000"/>
              <a:gd name="connsiteX83" fmla="*/ 5924233 w 6127689"/>
              <a:gd name="connsiteY83" fmla="*/ 4242060 h 6858000"/>
              <a:gd name="connsiteX84" fmla="*/ 5928910 w 6127689"/>
              <a:gd name="connsiteY84" fmla="*/ 4300973 h 6858000"/>
              <a:gd name="connsiteX85" fmla="*/ 5939320 w 6127689"/>
              <a:gd name="connsiteY85" fmla="*/ 4340435 h 6858000"/>
              <a:gd name="connsiteX86" fmla="*/ 5946705 w 6127689"/>
              <a:gd name="connsiteY86" fmla="*/ 4428051 h 6858000"/>
              <a:gd name="connsiteX87" fmla="*/ 5949261 w 6127689"/>
              <a:gd name="connsiteY87" fmla="*/ 4449185 h 6858000"/>
              <a:gd name="connsiteX88" fmla="*/ 5957504 w 6127689"/>
              <a:gd name="connsiteY88" fmla="*/ 4465911 h 6858000"/>
              <a:gd name="connsiteX89" fmla="*/ 5964689 w 6127689"/>
              <a:gd name="connsiteY89" fmla="*/ 4468532 h 6858000"/>
              <a:gd name="connsiteX90" fmla="*/ 5967062 w 6127689"/>
              <a:gd name="connsiteY90" fmla="*/ 4479923 h 6858000"/>
              <a:gd name="connsiteX91" fmla="*/ 5968960 w 6127689"/>
              <a:gd name="connsiteY91" fmla="*/ 4482655 h 6858000"/>
              <a:gd name="connsiteX92" fmla="*/ 5978567 w 6127689"/>
              <a:gd name="connsiteY92" fmla="*/ 4498605 h 6858000"/>
              <a:gd name="connsiteX93" fmla="*/ 5980106 w 6127689"/>
              <a:gd name="connsiteY93" fmla="*/ 4585087 h 6858000"/>
              <a:gd name="connsiteX94" fmla="*/ 5998138 w 6127689"/>
              <a:gd name="connsiteY94" fmla="*/ 4697518 h 6858000"/>
              <a:gd name="connsiteX95" fmla="*/ 6013516 w 6127689"/>
              <a:gd name="connsiteY95" fmla="*/ 4786619 h 6858000"/>
              <a:gd name="connsiteX96" fmla="*/ 6025404 w 6127689"/>
              <a:gd name="connsiteY96" fmla="*/ 4858148 h 6858000"/>
              <a:gd name="connsiteX97" fmla="*/ 6007749 w 6127689"/>
              <a:gd name="connsiteY97" fmla="*/ 4964715 h 6858000"/>
              <a:gd name="connsiteX98" fmla="*/ 6005269 w 6127689"/>
              <a:gd name="connsiteY98" fmla="*/ 5150567 h 6858000"/>
              <a:gd name="connsiteX99" fmla="*/ 6001127 w 6127689"/>
              <a:gd name="connsiteY99" fmla="*/ 5164609 h 6858000"/>
              <a:gd name="connsiteX100" fmla="*/ 5996647 w 6127689"/>
              <a:gd name="connsiteY100" fmla="*/ 5185640 h 6858000"/>
              <a:gd name="connsiteX101" fmla="*/ 5998514 w 6127689"/>
              <a:gd name="connsiteY101" fmla="*/ 5189673 h 6858000"/>
              <a:gd name="connsiteX102" fmla="*/ 6018409 w 6127689"/>
              <a:gd name="connsiteY102" fmla="*/ 5227157 h 6858000"/>
              <a:gd name="connsiteX103" fmla="*/ 6036748 w 6127689"/>
              <a:gd name="connsiteY103" fmla="*/ 5322752 h 6858000"/>
              <a:gd name="connsiteX104" fmla="*/ 6036943 w 6127689"/>
              <a:gd name="connsiteY104" fmla="*/ 5329480 h 6858000"/>
              <a:gd name="connsiteX105" fmla="*/ 6037236 w 6127689"/>
              <a:gd name="connsiteY105" fmla="*/ 5329634 h 6858000"/>
              <a:gd name="connsiteX106" fmla="*/ 6038019 w 6127689"/>
              <a:gd name="connsiteY106" fmla="*/ 5336764 h 6858000"/>
              <a:gd name="connsiteX107" fmla="*/ 6037298 w 6127689"/>
              <a:gd name="connsiteY107" fmla="*/ 5341753 h 6858000"/>
              <a:gd name="connsiteX108" fmla="*/ 6037677 w 6127689"/>
              <a:gd name="connsiteY108" fmla="*/ 5354807 h 6858000"/>
              <a:gd name="connsiteX109" fmla="*/ 6039728 w 6127689"/>
              <a:gd name="connsiteY109" fmla="*/ 5359416 h 6858000"/>
              <a:gd name="connsiteX110" fmla="*/ 6043311 w 6127689"/>
              <a:gd name="connsiteY110" fmla="*/ 5361407 h 6858000"/>
              <a:gd name="connsiteX111" fmla="*/ 6042954 w 6127689"/>
              <a:gd name="connsiteY111" fmla="*/ 5362576 h 6858000"/>
              <a:gd name="connsiteX112" fmla="*/ 6053435 w 6127689"/>
              <a:gd name="connsiteY112" fmla="*/ 5387547 h 6858000"/>
              <a:gd name="connsiteX113" fmla="*/ 6065933 w 6127689"/>
              <a:gd name="connsiteY113" fmla="*/ 5443002 h 6858000"/>
              <a:gd name="connsiteX114" fmla="*/ 6068640 w 6127689"/>
              <a:gd name="connsiteY114" fmla="*/ 5474503 h 6858000"/>
              <a:gd name="connsiteX115" fmla="*/ 6080922 w 6127689"/>
              <a:gd name="connsiteY115" fmla="*/ 5561070 h 6858000"/>
              <a:gd name="connsiteX116" fmla="*/ 6096949 w 6127689"/>
              <a:gd name="connsiteY116" fmla="*/ 5648179 h 6858000"/>
              <a:gd name="connsiteX117" fmla="*/ 6125703 w 6127689"/>
              <a:gd name="connsiteY117" fmla="*/ 5692894 h 6858000"/>
              <a:gd name="connsiteX118" fmla="*/ 6126670 w 6127689"/>
              <a:gd name="connsiteY118" fmla="*/ 5697882 h 6858000"/>
              <a:gd name="connsiteX119" fmla="*/ 6124061 w 6127689"/>
              <a:gd name="connsiteY119" fmla="*/ 5710294 h 6858000"/>
              <a:gd name="connsiteX120" fmla="*/ 6122213 w 6127689"/>
              <a:gd name="connsiteY120" fmla="*/ 5714762 h 6858000"/>
              <a:gd name="connsiteX121" fmla="*/ 6121353 w 6127689"/>
              <a:gd name="connsiteY121" fmla="*/ 5721725 h 6858000"/>
              <a:gd name="connsiteX122" fmla="*/ 6121607 w 6127689"/>
              <a:gd name="connsiteY122" fmla="*/ 5721959 h 6858000"/>
              <a:gd name="connsiteX123" fmla="*/ 6120262 w 6127689"/>
              <a:gd name="connsiteY123" fmla="*/ 5728358 h 6858000"/>
              <a:gd name="connsiteX124" fmla="*/ 6127024 w 6127689"/>
              <a:gd name="connsiteY124" fmla="*/ 5786902 h 6858000"/>
              <a:gd name="connsiteX125" fmla="*/ 6127519 w 6127689"/>
              <a:gd name="connsiteY125" fmla="*/ 5865775 h 6858000"/>
              <a:gd name="connsiteX126" fmla="*/ 6119217 w 6127689"/>
              <a:gd name="connsiteY126" fmla="*/ 5888542 h 6858000"/>
              <a:gd name="connsiteX127" fmla="*/ 6102493 w 6127689"/>
              <a:gd name="connsiteY127" fmla="*/ 5928602 h 6858000"/>
              <a:gd name="connsiteX128" fmla="*/ 6056863 w 6127689"/>
              <a:gd name="connsiteY128" fmla="*/ 6000643 h 6858000"/>
              <a:gd name="connsiteX129" fmla="*/ 6045436 w 6127689"/>
              <a:gd name="connsiteY129" fmla="*/ 6124480 h 6858000"/>
              <a:gd name="connsiteX130" fmla="*/ 6030489 w 6127689"/>
              <a:gd name="connsiteY130" fmla="*/ 6317666 h 6858000"/>
              <a:gd name="connsiteX131" fmla="*/ 6007492 w 6127689"/>
              <a:gd name="connsiteY131" fmla="*/ 6440818 h 6858000"/>
              <a:gd name="connsiteX132" fmla="*/ 6009467 w 6127689"/>
              <a:gd name="connsiteY132" fmla="*/ 6487076 h 6858000"/>
              <a:gd name="connsiteX133" fmla="*/ 5995064 w 6127689"/>
              <a:gd name="connsiteY133" fmla="*/ 6540791 h 6858000"/>
              <a:gd name="connsiteX134" fmla="*/ 5996309 w 6127689"/>
              <a:gd name="connsiteY134" fmla="*/ 6543961 h 6858000"/>
              <a:gd name="connsiteX135" fmla="*/ 5996048 w 6127689"/>
              <a:gd name="connsiteY135" fmla="*/ 6555444 h 6858000"/>
              <a:gd name="connsiteX136" fmla="*/ 6002524 w 6127689"/>
              <a:gd name="connsiteY136" fmla="*/ 6560188 h 6858000"/>
              <a:gd name="connsiteX137" fmla="*/ 6006823 w 6127689"/>
              <a:gd name="connsiteY137" fmla="*/ 6578546 h 6858000"/>
              <a:gd name="connsiteX138" fmla="*/ 6004510 w 6127689"/>
              <a:gd name="connsiteY138" fmla="*/ 6599256 h 6858000"/>
              <a:gd name="connsiteX139" fmla="*/ 5986207 w 6127689"/>
              <a:gd name="connsiteY139" fmla="*/ 6695855 h 6858000"/>
              <a:gd name="connsiteX140" fmla="*/ 5979428 w 6127689"/>
              <a:gd name="connsiteY140" fmla="*/ 6754678 h 6858000"/>
              <a:gd name="connsiteX141" fmla="*/ 5983398 w 6127689"/>
              <a:gd name="connsiteY141" fmla="*/ 6778641 h 6858000"/>
              <a:gd name="connsiteX142" fmla="*/ 5984543 w 6127689"/>
              <a:gd name="connsiteY142" fmla="*/ 6811016 h 6858000"/>
              <a:gd name="connsiteX143" fmla="*/ 5981802 w 6127689"/>
              <a:gd name="connsiteY143" fmla="*/ 6838578 h 6858000"/>
              <a:gd name="connsiteX144" fmla="*/ 5979671 w 6127689"/>
              <a:gd name="connsiteY144" fmla="*/ 6858000 h 6858000"/>
              <a:gd name="connsiteX145" fmla="*/ 0 w 6127689"/>
              <a:gd name="connsiteY145" fmla="*/ 6858000 h 6858000"/>
              <a:gd name="connsiteX146" fmla="*/ 0 w 6127689"/>
              <a:gd name="connsiteY146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0448 w 6127689"/>
              <a:gd name="connsiteY63" fmla="*/ 3717760 h 6858000"/>
              <a:gd name="connsiteX64" fmla="*/ 5683015 w 6127689"/>
              <a:gd name="connsiteY64" fmla="*/ 3762025 h 6858000"/>
              <a:gd name="connsiteX65" fmla="*/ 5696643 w 6127689"/>
              <a:gd name="connsiteY65" fmla="*/ 3773888 h 6858000"/>
              <a:gd name="connsiteX66" fmla="*/ 5699203 w 6127689"/>
              <a:gd name="connsiteY66" fmla="*/ 3775823 h 6858000"/>
              <a:gd name="connsiteX67" fmla="*/ 5704824 w 6127689"/>
              <a:gd name="connsiteY67" fmla="*/ 3785966 h 6858000"/>
              <a:gd name="connsiteX68" fmla="*/ 5712204 w 6127689"/>
              <a:gd name="connsiteY68" fmla="*/ 3785830 h 6858000"/>
              <a:gd name="connsiteX69" fmla="*/ 5733539 w 6127689"/>
              <a:gd name="connsiteY69" fmla="*/ 3818457 h 6858000"/>
              <a:gd name="connsiteX70" fmla="*/ 5768491 w 6127689"/>
              <a:gd name="connsiteY70" fmla="*/ 3914399 h 6858000"/>
              <a:gd name="connsiteX71" fmla="*/ 5793123 w 6127689"/>
              <a:gd name="connsiteY71" fmla="*/ 3969952 h 6858000"/>
              <a:gd name="connsiteX72" fmla="*/ 5808321 w 6127689"/>
              <a:gd name="connsiteY72" fmla="*/ 3988153 h 6858000"/>
              <a:gd name="connsiteX73" fmla="*/ 5825621 w 6127689"/>
              <a:gd name="connsiteY73" fmla="*/ 4015525 h 6858000"/>
              <a:gd name="connsiteX74" fmla="*/ 5860672 w 6127689"/>
              <a:gd name="connsiteY74" fmla="*/ 4061579 h 6858000"/>
              <a:gd name="connsiteX75" fmla="*/ 5872173 w 6127689"/>
              <a:gd name="connsiteY75" fmla="*/ 4088497 h 6858000"/>
              <a:gd name="connsiteX76" fmla="*/ 5883705 w 6127689"/>
              <a:gd name="connsiteY76" fmla="*/ 4101899 h 6858000"/>
              <a:gd name="connsiteX77" fmla="*/ 5894095 w 6127689"/>
              <a:gd name="connsiteY77" fmla="*/ 4128857 h 6858000"/>
              <a:gd name="connsiteX78" fmla="*/ 5898339 w 6127689"/>
              <a:gd name="connsiteY78" fmla="*/ 4140800 h 6858000"/>
              <a:gd name="connsiteX79" fmla="*/ 5899734 w 6127689"/>
              <a:gd name="connsiteY79" fmla="*/ 4145632 h 6858000"/>
              <a:gd name="connsiteX80" fmla="*/ 5903513 w 6127689"/>
              <a:gd name="connsiteY80" fmla="*/ 4187661 h 6858000"/>
              <a:gd name="connsiteX81" fmla="*/ 5917114 w 6127689"/>
              <a:gd name="connsiteY81" fmla="*/ 4213096 h 6858000"/>
              <a:gd name="connsiteX82" fmla="*/ 5924233 w 6127689"/>
              <a:gd name="connsiteY82" fmla="*/ 4242060 h 6858000"/>
              <a:gd name="connsiteX83" fmla="*/ 5928910 w 6127689"/>
              <a:gd name="connsiteY83" fmla="*/ 4300973 h 6858000"/>
              <a:gd name="connsiteX84" fmla="*/ 5939320 w 6127689"/>
              <a:gd name="connsiteY84" fmla="*/ 4340435 h 6858000"/>
              <a:gd name="connsiteX85" fmla="*/ 5946705 w 6127689"/>
              <a:gd name="connsiteY85" fmla="*/ 4428051 h 6858000"/>
              <a:gd name="connsiteX86" fmla="*/ 5949261 w 6127689"/>
              <a:gd name="connsiteY86" fmla="*/ 4449185 h 6858000"/>
              <a:gd name="connsiteX87" fmla="*/ 5957504 w 6127689"/>
              <a:gd name="connsiteY87" fmla="*/ 4465911 h 6858000"/>
              <a:gd name="connsiteX88" fmla="*/ 5964689 w 6127689"/>
              <a:gd name="connsiteY88" fmla="*/ 4468532 h 6858000"/>
              <a:gd name="connsiteX89" fmla="*/ 5967062 w 6127689"/>
              <a:gd name="connsiteY89" fmla="*/ 4479923 h 6858000"/>
              <a:gd name="connsiteX90" fmla="*/ 5968960 w 6127689"/>
              <a:gd name="connsiteY90" fmla="*/ 4482655 h 6858000"/>
              <a:gd name="connsiteX91" fmla="*/ 5978567 w 6127689"/>
              <a:gd name="connsiteY91" fmla="*/ 4498605 h 6858000"/>
              <a:gd name="connsiteX92" fmla="*/ 5980106 w 6127689"/>
              <a:gd name="connsiteY92" fmla="*/ 4585087 h 6858000"/>
              <a:gd name="connsiteX93" fmla="*/ 5998138 w 6127689"/>
              <a:gd name="connsiteY93" fmla="*/ 4697518 h 6858000"/>
              <a:gd name="connsiteX94" fmla="*/ 6013516 w 6127689"/>
              <a:gd name="connsiteY94" fmla="*/ 4786619 h 6858000"/>
              <a:gd name="connsiteX95" fmla="*/ 6025404 w 6127689"/>
              <a:gd name="connsiteY95" fmla="*/ 4858148 h 6858000"/>
              <a:gd name="connsiteX96" fmla="*/ 6007749 w 6127689"/>
              <a:gd name="connsiteY96" fmla="*/ 4964715 h 6858000"/>
              <a:gd name="connsiteX97" fmla="*/ 6005269 w 6127689"/>
              <a:gd name="connsiteY97" fmla="*/ 5150567 h 6858000"/>
              <a:gd name="connsiteX98" fmla="*/ 6001127 w 6127689"/>
              <a:gd name="connsiteY98" fmla="*/ 5164609 h 6858000"/>
              <a:gd name="connsiteX99" fmla="*/ 5996647 w 6127689"/>
              <a:gd name="connsiteY99" fmla="*/ 5185640 h 6858000"/>
              <a:gd name="connsiteX100" fmla="*/ 5998514 w 6127689"/>
              <a:gd name="connsiteY100" fmla="*/ 5189673 h 6858000"/>
              <a:gd name="connsiteX101" fmla="*/ 6018409 w 6127689"/>
              <a:gd name="connsiteY101" fmla="*/ 5227157 h 6858000"/>
              <a:gd name="connsiteX102" fmla="*/ 6036748 w 6127689"/>
              <a:gd name="connsiteY102" fmla="*/ 5322752 h 6858000"/>
              <a:gd name="connsiteX103" fmla="*/ 6036943 w 6127689"/>
              <a:gd name="connsiteY103" fmla="*/ 5329480 h 6858000"/>
              <a:gd name="connsiteX104" fmla="*/ 6037236 w 6127689"/>
              <a:gd name="connsiteY104" fmla="*/ 5329634 h 6858000"/>
              <a:gd name="connsiteX105" fmla="*/ 6038019 w 6127689"/>
              <a:gd name="connsiteY105" fmla="*/ 5336764 h 6858000"/>
              <a:gd name="connsiteX106" fmla="*/ 6037298 w 6127689"/>
              <a:gd name="connsiteY106" fmla="*/ 5341753 h 6858000"/>
              <a:gd name="connsiteX107" fmla="*/ 6037677 w 6127689"/>
              <a:gd name="connsiteY107" fmla="*/ 5354807 h 6858000"/>
              <a:gd name="connsiteX108" fmla="*/ 6039728 w 6127689"/>
              <a:gd name="connsiteY108" fmla="*/ 5359416 h 6858000"/>
              <a:gd name="connsiteX109" fmla="*/ 6043311 w 6127689"/>
              <a:gd name="connsiteY109" fmla="*/ 5361407 h 6858000"/>
              <a:gd name="connsiteX110" fmla="*/ 6042954 w 6127689"/>
              <a:gd name="connsiteY110" fmla="*/ 5362576 h 6858000"/>
              <a:gd name="connsiteX111" fmla="*/ 6053435 w 6127689"/>
              <a:gd name="connsiteY111" fmla="*/ 5387547 h 6858000"/>
              <a:gd name="connsiteX112" fmla="*/ 6065933 w 6127689"/>
              <a:gd name="connsiteY112" fmla="*/ 5443002 h 6858000"/>
              <a:gd name="connsiteX113" fmla="*/ 6068640 w 6127689"/>
              <a:gd name="connsiteY113" fmla="*/ 5474503 h 6858000"/>
              <a:gd name="connsiteX114" fmla="*/ 6080922 w 6127689"/>
              <a:gd name="connsiteY114" fmla="*/ 5561070 h 6858000"/>
              <a:gd name="connsiteX115" fmla="*/ 6096949 w 6127689"/>
              <a:gd name="connsiteY115" fmla="*/ 5648179 h 6858000"/>
              <a:gd name="connsiteX116" fmla="*/ 6125703 w 6127689"/>
              <a:gd name="connsiteY116" fmla="*/ 5692894 h 6858000"/>
              <a:gd name="connsiteX117" fmla="*/ 6126670 w 6127689"/>
              <a:gd name="connsiteY117" fmla="*/ 5697882 h 6858000"/>
              <a:gd name="connsiteX118" fmla="*/ 6124061 w 6127689"/>
              <a:gd name="connsiteY118" fmla="*/ 5710294 h 6858000"/>
              <a:gd name="connsiteX119" fmla="*/ 6122213 w 6127689"/>
              <a:gd name="connsiteY119" fmla="*/ 5714762 h 6858000"/>
              <a:gd name="connsiteX120" fmla="*/ 6121353 w 6127689"/>
              <a:gd name="connsiteY120" fmla="*/ 5721725 h 6858000"/>
              <a:gd name="connsiteX121" fmla="*/ 6121607 w 6127689"/>
              <a:gd name="connsiteY121" fmla="*/ 5721959 h 6858000"/>
              <a:gd name="connsiteX122" fmla="*/ 6120262 w 6127689"/>
              <a:gd name="connsiteY122" fmla="*/ 5728358 h 6858000"/>
              <a:gd name="connsiteX123" fmla="*/ 6127024 w 6127689"/>
              <a:gd name="connsiteY123" fmla="*/ 5786902 h 6858000"/>
              <a:gd name="connsiteX124" fmla="*/ 6127519 w 6127689"/>
              <a:gd name="connsiteY124" fmla="*/ 5865775 h 6858000"/>
              <a:gd name="connsiteX125" fmla="*/ 6119217 w 6127689"/>
              <a:gd name="connsiteY125" fmla="*/ 5888542 h 6858000"/>
              <a:gd name="connsiteX126" fmla="*/ 6102493 w 6127689"/>
              <a:gd name="connsiteY126" fmla="*/ 5928602 h 6858000"/>
              <a:gd name="connsiteX127" fmla="*/ 6056863 w 6127689"/>
              <a:gd name="connsiteY127" fmla="*/ 6000643 h 6858000"/>
              <a:gd name="connsiteX128" fmla="*/ 6045436 w 6127689"/>
              <a:gd name="connsiteY128" fmla="*/ 6124480 h 6858000"/>
              <a:gd name="connsiteX129" fmla="*/ 6030489 w 6127689"/>
              <a:gd name="connsiteY129" fmla="*/ 6317666 h 6858000"/>
              <a:gd name="connsiteX130" fmla="*/ 6007492 w 6127689"/>
              <a:gd name="connsiteY130" fmla="*/ 6440818 h 6858000"/>
              <a:gd name="connsiteX131" fmla="*/ 6009467 w 6127689"/>
              <a:gd name="connsiteY131" fmla="*/ 6487076 h 6858000"/>
              <a:gd name="connsiteX132" fmla="*/ 5995064 w 6127689"/>
              <a:gd name="connsiteY132" fmla="*/ 6540791 h 6858000"/>
              <a:gd name="connsiteX133" fmla="*/ 5996309 w 6127689"/>
              <a:gd name="connsiteY133" fmla="*/ 6543961 h 6858000"/>
              <a:gd name="connsiteX134" fmla="*/ 5996048 w 6127689"/>
              <a:gd name="connsiteY134" fmla="*/ 6555444 h 6858000"/>
              <a:gd name="connsiteX135" fmla="*/ 6002524 w 6127689"/>
              <a:gd name="connsiteY135" fmla="*/ 6560188 h 6858000"/>
              <a:gd name="connsiteX136" fmla="*/ 6006823 w 6127689"/>
              <a:gd name="connsiteY136" fmla="*/ 6578546 h 6858000"/>
              <a:gd name="connsiteX137" fmla="*/ 6004510 w 6127689"/>
              <a:gd name="connsiteY137" fmla="*/ 6599256 h 6858000"/>
              <a:gd name="connsiteX138" fmla="*/ 5986207 w 6127689"/>
              <a:gd name="connsiteY138" fmla="*/ 6695855 h 6858000"/>
              <a:gd name="connsiteX139" fmla="*/ 5979428 w 6127689"/>
              <a:gd name="connsiteY139" fmla="*/ 6754678 h 6858000"/>
              <a:gd name="connsiteX140" fmla="*/ 5983398 w 6127689"/>
              <a:gd name="connsiteY140" fmla="*/ 6778641 h 6858000"/>
              <a:gd name="connsiteX141" fmla="*/ 5984543 w 6127689"/>
              <a:gd name="connsiteY141" fmla="*/ 6811016 h 6858000"/>
              <a:gd name="connsiteX142" fmla="*/ 5981802 w 6127689"/>
              <a:gd name="connsiteY142" fmla="*/ 6838578 h 6858000"/>
              <a:gd name="connsiteX143" fmla="*/ 5979671 w 6127689"/>
              <a:gd name="connsiteY143" fmla="*/ 6858000 h 6858000"/>
              <a:gd name="connsiteX144" fmla="*/ 0 w 6127689"/>
              <a:gd name="connsiteY144" fmla="*/ 6858000 h 6858000"/>
              <a:gd name="connsiteX145" fmla="*/ 0 w 6127689"/>
              <a:gd name="connsiteY145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3015 w 6127689"/>
              <a:gd name="connsiteY63" fmla="*/ 3762025 h 6858000"/>
              <a:gd name="connsiteX64" fmla="*/ 5696643 w 6127689"/>
              <a:gd name="connsiteY64" fmla="*/ 3773888 h 6858000"/>
              <a:gd name="connsiteX65" fmla="*/ 5699203 w 6127689"/>
              <a:gd name="connsiteY65" fmla="*/ 3775823 h 6858000"/>
              <a:gd name="connsiteX66" fmla="*/ 5704824 w 6127689"/>
              <a:gd name="connsiteY66" fmla="*/ 3785966 h 6858000"/>
              <a:gd name="connsiteX67" fmla="*/ 5712204 w 6127689"/>
              <a:gd name="connsiteY67" fmla="*/ 3785830 h 6858000"/>
              <a:gd name="connsiteX68" fmla="*/ 5733539 w 6127689"/>
              <a:gd name="connsiteY68" fmla="*/ 3818457 h 6858000"/>
              <a:gd name="connsiteX69" fmla="*/ 5768491 w 6127689"/>
              <a:gd name="connsiteY69" fmla="*/ 3914399 h 6858000"/>
              <a:gd name="connsiteX70" fmla="*/ 5793123 w 6127689"/>
              <a:gd name="connsiteY70" fmla="*/ 3969952 h 6858000"/>
              <a:gd name="connsiteX71" fmla="*/ 5808321 w 6127689"/>
              <a:gd name="connsiteY71" fmla="*/ 3988153 h 6858000"/>
              <a:gd name="connsiteX72" fmla="*/ 5825621 w 6127689"/>
              <a:gd name="connsiteY72" fmla="*/ 4015525 h 6858000"/>
              <a:gd name="connsiteX73" fmla="*/ 5860672 w 6127689"/>
              <a:gd name="connsiteY73" fmla="*/ 4061579 h 6858000"/>
              <a:gd name="connsiteX74" fmla="*/ 5872173 w 6127689"/>
              <a:gd name="connsiteY74" fmla="*/ 4088497 h 6858000"/>
              <a:gd name="connsiteX75" fmla="*/ 5883705 w 6127689"/>
              <a:gd name="connsiteY75" fmla="*/ 4101899 h 6858000"/>
              <a:gd name="connsiteX76" fmla="*/ 5894095 w 6127689"/>
              <a:gd name="connsiteY76" fmla="*/ 4128857 h 6858000"/>
              <a:gd name="connsiteX77" fmla="*/ 5898339 w 6127689"/>
              <a:gd name="connsiteY77" fmla="*/ 4140800 h 6858000"/>
              <a:gd name="connsiteX78" fmla="*/ 5899734 w 6127689"/>
              <a:gd name="connsiteY78" fmla="*/ 4145632 h 6858000"/>
              <a:gd name="connsiteX79" fmla="*/ 5903513 w 6127689"/>
              <a:gd name="connsiteY79" fmla="*/ 4187661 h 6858000"/>
              <a:gd name="connsiteX80" fmla="*/ 5917114 w 6127689"/>
              <a:gd name="connsiteY80" fmla="*/ 4213096 h 6858000"/>
              <a:gd name="connsiteX81" fmla="*/ 5924233 w 6127689"/>
              <a:gd name="connsiteY81" fmla="*/ 4242060 h 6858000"/>
              <a:gd name="connsiteX82" fmla="*/ 5928910 w 6127689"/>
              <a:gd name="connsiteY82" fmla="*/ 4300973 h 6858000"/>
              <a:gd name="connsiteX83" fmla="*/ 5939320 w 6127689"/>
              <a:gd name="connsiteY83" fmla="*/ 4340435 h 6858000"/>
              <a:gd name="connsiteX84" fmla="*/ 5946705 w 6127689"/>
              <a:gd name="connsiteY84" fmla="*/ 4428051 h 6858000"/>
              <a:gd name="connsiteX85" fmla="*/ 5949261 w 6127689"/>
              <a:gd name="connsiteY85" fmla="*/ 4449185 h 6858000"/>
              <a:gd name="connsiteX86" fmla="*/ 5957504 w 6127689"/>
              <a:gd name="connsiteY86" fmla="*/ 4465911 h 6858000"/>
              <a:gd name="connsiteX87" fmla="*/ 5964689 w 6127689"/>
              <a:gd name="connsiteY87" fmla="*/ 4468532 h 6858000"/>
              <a:gd name="connsiteX88" fmla="*/ 5967062 w 6127689"/>
              <a:gd name="connsiteY88" fmla="*/ 4479923 h 6858000"/>
              <a:gd name="connsiteX89" fmla="*/ 5968960 w 6127689"/>
              <a:gd name="connsiteY89" fmla="*/ 4482655 h 6858000"/>
              <a:gd name="connsiteX90" fmla="*/ 5978567 w 6127689"/>
              <a:gd name="connsiteY90" fmla="*/ 4498605 h 6858000"/>
              <a:gd name="connsiteX91" fmla="*/ 5980106 w 6127689"/>
              <a:gd name="connsiteY91" fmla="*/ 4585087 h 6858000"/>
              <a:gd name="connsiteX92" fmla="*/ 5998138 w 6127689"/>
              <a:gd name="connsiteY92" fmla="*/ 4697518 h 6858000"/>
              <a:gd name="connsiteX93" fmla="*/ 6013516 w 6127689"/>
              <a:gd name="connsiteY93" fmla="*/ 4786619 h 6858000"/>
              <a:gd name="connsiteX94" fmla="*/ 6025404 w 6127689"/>
              <a:gd name="connsiteY94" fmla="*/ 4858148 h 6858000"/>
              <a:gd name="connsiteX95" fmla="*/ 6007749 w 6127689"/>
              <a:gd name="connsiteY95" fmla="*/ 4964715 h 6858000"/>
              <a:gd name="connsiteX96" fmla="*/ 6005269 w 6127689"/>
              <a:gd name="connsiteY96" fmla="*/ 5150567 h 6858000"/>
              <a:gd name="connsiteX97" fmla="*/ 6001127 w 6127689"/>
              <a:gd name="connsiteY97" fmla="*/ 5164609 h 6858000"/>
              <a:gd name="connsiteX98" fmla="*/ 5996647 w 6127689"/>
              <a:gd name="connsiteY98" fmla="*/ 5185640 h 6858000"/>
              <a:gd name="connsiteX99" fmla="*/ 5998514 w 6127689"/>
              <a:gd name="connsiteY99" fmla="*/ 5189673 h 6858000"/>
              <a:gd name="connsiteX100" fmla="*/ 6018409 w 6127689"/>
              <a:gd name="connsiteY100" fmla="*/ 5227157 h 6858000"/>
              <a:gd name="connsiteX101" fmla="*/ 6036748 w 6127689"/>
              <a:gd name="connsiteY101" fmla="*/ 5322752 h 6858000"/>
              <a:gd name="connsiteX102" fmla="*/ 6036943 w 6127689"/>
              <a:gd name="connsiteY102" fmla="*/ 5329480 h 6858000"/>
              <a:gd name="connsiteX103" fmla="*/ 6037236 w 6127689"/>
              <a:gd name="connsiteY103" fmla="*/ 5329634 h 6858000"/>
              <a:gd name="connsiteX104" fmla="*/ 6038019 w 6127689"/>
              <a:gd name="connsiteY104" fmla="*/ 5336764 h 6858000"/>
              <a:gd name="connsiteX105" fmla="*/ 6037298 w 6127689"/>
              <a:gd name="connsiteY105" fmla="*/ 5341753 h 6858000"/>
              <a:gd name="connsiteX106" fmla="*/ 6037677 w 6127689"/>
              <a:gd name="connsiteY106" fmla="*/ 5354807 h 6858000"/>
              <a:gd name="connsiteX107" fmla="*/ 6039728 w 6127689"/>
              <a:gd name="connsiteY107" fmla="*/ 5359416 h 6858000"/>
              <a:gd name="connsiteX108" fmla="*/ 6043311 w 6127689"/>
              <a:gd name="connsiteY108" fmla="*/ 5361407 h 6858000"/>
              <a:gd name="connsiteX109" fmla="*/ 6042954 w 6127689"/>
              <a:gd name="connsiteY109" fmla="*/ 5362576 h 6858000"/>
              <a:gd name="connsiteX110" fmla="*/ 6053435 w 6127689"/>
              <a:gd name="connsiteY110" fmla="*/ 5387547 h 6858000"/>
              <a:gd name="connsiteX111" fmla="*/ 6065933 w 6127689"/>
              <a:gd name="connsiteY111" fmla="*/ 5443002 h 6858000"/>
              <a:gd name="connsiteX112" fmla="*/ 6068640 w 6127689"/>
              <a:gd name="connsiteY112" fmla="*/ 5474503 h 6858000"/>
              <a:gd name="connsiteX113" fmla="*/ 6080922 w 6127689"/>
              <a:gd name="connsiteY113" fmla="*/ 5561070 h 6858000"/>
              <a:gd name="connsiteX114" fmla="*/ 6096949 w 6127689"/>
              <a:gd name="connsiteY114" fmla="*/ 5648179 h 6858000"/>
              <a:gd name="connsiteX115" fmla="*/ 6125703 w 6127689"/>
              <a:gd name="connsiteY115" fmla="*/ 5692894 h 6858000"/>
              <a:gd name="connsiteX116" fmla="*/ 6126670 w 6127689"/>
              <a:gd name="connsiteY116" fmla="*/ 5697882 h 6858000"/>
              <a:gd name="connsiteX117" fmla="*/ 6124061 w 6127689"/>
              <a:gd name="connsiteY117" fmla="*/ 5710294 h 6858000"/>
              <a:gd name="connsiteX118" fmla="*/ 6122213 w 6127689"/>
              <a:gd name="connsiteY118" fmla="*/ 5714762 h 6858000"/>
              <a:gd name="connsiteX119" fmla="*/ 6121353 w 6127689"/>
              <a:gd name="connsiteY119" fmla="*/ 5721725 h 6858000"/>
              <a:gd name="connsiteX120" fmla="*/ 6121607 w 6127689"/>
              <a:gd name="connsiteY120" fmla="*/ 5721959 h 6858000"/>
              <a:gd name="connsiteX121" fmla="*/ 6120262 w 6127689"/>
              <a:gd name="connsiteY121" fmla="*/ 5728358 h 6858000"/>
              <a:gd name="connsiteX122" fmla="*/ 6127024 w 6127689"/>
              <a:gd name="connsiteY122" fmla="*/ 5786902 h 6858000"/>
              <a:gd name="connsiteX123" fmla="*/ 6127519 w 6127689"/>
              <a:gd name="connsiteY123" fmla="*/ 5865775 h 6858000"/>
              <a:gd name="connsiteX124" fmla="*/ 6119217 w 6127689"/>
              <a:gd name="connsiteY124" fmla="*/ 5888542 h 6858000"/>
              <a:gd name="connsiteX125" fmla="*/ 6102493 w 6127689"/>
              <a:gd name="connsiteY125" fmla="*/ 5928602 h 6858000"/>
              <a:gd name="connsiteX126" fmla="*/ 6056863 w 6127689"/>
              <a:gd name="connsiteY126" fmla="*/ 6000643 h 6858000"/>
              <a:gd name="connsiteX127" fmla="*/ 6045436 w 6127689"/>
              <a:gd name="connsiteY127" fmla="*/ 6124480 h 6858000"/>
              <a:gd name="connsiteX128" fmla="*/ 6030489 w 6127689"/>
              <a:gd name="connsiteY128" fmla="*/ 6317666 h 6858000"/>
              <a:gd name="connsiteX129" fmla="*/ 6007492 w 6127689"/>
              <a:gd name="connsiteY129" fmla="*/ 6440818 h 6858000"/>
              <a:gd name="connsiteX130" fmla="*/ 6009467 w 6127689"/>
              <a:gd name="connsiteY130" fmla="*/ 6487076 h 6858000"/>
              <a:gd name="connsiteX131" fmla="*/ 5995064 w 6127689"/>
              <a:gd name="connsiteY131" fmla="*/ 6540791 h 6858000"/>
              <a:gd name="connsiteX132" fmla="*/ 5996309 w 6127689"/>
              <a:gd name="connsiteY132" fmla="*/ 6543961 h 6858000"/>
              <a:gd name="connsiteX133" fmla="*/ 5996048 w 6127689"/>
              <a:gd name="connsiteY133" fmla="*/ 6555444 h 6858000"/>
              <a:gd name="connsiteX134" fmla="*/ 6002524 w 6127689"/>
              <a:gd name="connsiteY134" fmla="*/ 6560188 h 6858000"/>
              <a:gd name="connsiteX135" fmla="*/ 6006823 w 6127689"/>
              <a:gd name="connsiteY135" fmla="*/ 6578546 h 6858000"/>
              <a:gd name="connsiteX136" fmla="*/ 6004510 w 6127689"/>
              <a:gd name="connsiteY136" fmla="*/ 6599256 h 6858000"/>
              <a:gd name="connsiteX137" fmla="*/ 5986207 w 6127689"/>
              <a:gd name="connsiteY137" fmla="*/ 6695855 h 6858000"/>
              <a:gd name="connsiteX138" fmla="*/ 5979428 w 6127689"/>
              <a:gd name="connsiteY138" fmla="*/ 6754678 h 6858000"/>
              <a:gd name="connsiteX139" fmla="*/ 5983398 w 6127689"/>
              <a:gd name="connsiteY139" fmla="*/ 6778641 h 6858000"/>
              <a:gd name="connsiteX140" fmla="*/ 5984543 w 6127689"/>
              <a:gd name="connsiteY140" fmla="*/ 6811016 h 6858000"/>
              <a:gd name="connsiteX141" fmla="*/ 5981802 w 6127689"/>
              <a:gd name="connsiteY141" fmla="*/ 6838578 h 6858000"/>
              <a:gd name="connsiteX142" fmla="*/ 5979671 w 6127689"/>
              <a:gd name="connsiteY142" fmla="*/ 6858000 h 6858000"/>
              <a:gd name="connsiteX143" fmla="*/ 0 w 6127689"/>
              <a:gd name="connsiteY143" fmla="*/ 6858000 h 6858000"/>
              <a:gd name="connsiteX144" fmla="*/ 0 w 6127689"/>
              <a:gd name="connsiteY144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3015 w 6127689"/>
              <a:gd name="connsiteY63" fmla="*/ 3762025 h 6858000"/>
              <a:gd name="connsiteX64" fmla="*/ 5696643 w 6127689"/>
              <a:gd name="connsiteY64" fmla="*/ 3773888 h 6858000"/>
              <a:gd name="connsiteX65" fmla="*/ 5699203 w 6127689"/>
              <a:gd name="connsiteY65" fmla="*/ 3775823 h 6858000"/>
              <a:gd name="connsiteX66" fmla="*/ 5704824 w 6127689"/>
              <a:gd name="connsiteY66" fmla="*/ 3785966 h 6858000"/>
              <a:gd name="connsiteX67" fmla="*/ 5733539 w 6127689"/>
              <a:gd name="connsiteY67" fmla="*/ 3818457 h 6858000"/>
              <a:gd name="connsiteX68" fmla="*/ 5768491 w 6127689"/>
              <a:gd name="connsiteY68" fmla="*/ 3914399 h 6858000"/>
              <a:gd name="connsiteX69" fmla="*/ 5793123 w 6127689"/>
              <a:gd name="connsiteY69" fmla="*/ 3969952 h 6858000"/>
              <a:gd name="connsiteX70" fmla="*/ 5808321 w 6127689"/>
              <a:gd name="connsiteY70" fmla="*/ 3988153 h 6858000"/>
              <a:gd name="connsiteX71" fmla="*/ 5825621 w 6127689"/>
              <a:gd name="connsiteY71" fmla="*/ 4015525 h 6858000"/>
              <a:gd name="connsiteX72" fmla="*/ 5860672 w 6127689"/>
              <a:gd name="connsiteY72" fmla="*/ 4061579 h 6858000"/>
              <a:gd name="connsiteX73" fmla="*/ 5872173 w 6127689"/>
              <a:gd name="connsiteY73" fmla="*/ 4088497 h 6858000"/>
              <a:gd name="connsiteX74" fmla="*/ 5883705 w 6127689"/>
              <a:gd name="connsiteY74" fmla="*/ 4101899 h 6858000"/>
              <a:gd name="connsiteX75" fmla="*/ 5894095 w 6127689"/>
              <a:gd name="connsiteY75" fmla="*/ 4128857 h 6858000"/>
              <a:gd name="connsiteX76" fmla="*/ 5898339 w 6127689"/>
              <a:gd name="connsiteY76" fmla="*/ 4140800 h 6858000"/>
              <a:gd name="connsiteX77" fmla="*/ 5899734 w 6127689"/>
              <a:gd name="connsiteY77" fmla="*/ 4145632 h 6858000"/>
              <a:gd name="connsiteX78" fmla="*/ 5903513 w 6127689"/>
              <a:gd name="connsiteY78" fmla="*/ 4187661 h 6858000"/>
              <a:gd name="connsiteX79" fmla="*/ 5917114 w 6127689"/>
              <a:gd name="connsiteY79" fmla="*/ 4213096 h 6858000"/>
              <a:gd name="connsiteX80" fmla="*/ 5924233 w 6127689"/>
              <a:gd name="connsiteY80" fmla="*/ 4242060 h 6858000"/>
              <a:gd name="connsiteX81" fmla="*/ 5928910 w 6127689"/>
              <a:gd name="connsiteY81" fmla="*/ 4300973 h 6858000"/>
              <a:gd name="connsiteX82" fmla="*/ 5939320 w 6127689"/>
              <a:gd name="connsiteY82" fmla="*/ 4340435 h 6858000"/>
              <a:gd name="connsiteX83" fmla="*/ 5946705 w 6127689"/>
              <a:gd name="connsiteY83" fmla="*/ 4428051 h 6858000"/>
              <a:gd name="connsiteX84" fmla="*/ 5949261 w 6127689"/>
              <a:gd name="connsiteY84" fmla="*/ 4449185 h 6858000"/>
              <a:gd name="connsiteX85" fmla="*/ 5957504 w 6127689"/>
              <a:gd name="connsiteY85" fmla="*/ 4465911 h 6858000"/>
              <a:gd name="connsiteX86" fmla="*/ 5964689 w 6127689"/>
              <a:gd name="connsiteY86" fmla="*/ 4468532 h 6858000"/>
              <a:gd name="connsiteX87" fmla="*/ 5967062 w 6127689"/>
              <a:gd name="connsiteY87" fmla="*/ 4479923 h 6858000"/>
              <a:gd name="connsiteX88" fmla="*/ 5968960 w 6127689"/>
              <a:gd name="connsiteY88" fmla="*/ 4482655 h 6858000"/>
              <a:gd name="connsiteX89" fmla="*/ 5978567 w 6127689"/>
              <a:gd name="connsiteY89" fmla="*/ 4498605 h 6858000"/>
              <a:gd name="connsiteX90" fmla="*/ 5980106 w 6127689"/>
              <a:gd name="connsiteY90" fmla="*/ 4585087 h 6858000"/>
              <a:gd name="connsiteX91" fmla="*/ 5998138 w 6127689"/>
              <a:gd name="connsiteY91" fmla="*/ 4697518 h 6858000"/>
              <a:gd name="connsiteX92" fmla="*/ 6013516 w 6127689"/>
              <a:gd name="connsiteY92" fmla="*/ 4786619 h 6858000"/>
              <a:gd name="connsiteX93" fmla="*/ 6025404 w 6127689"/>
              <a:gd name="connsiteY93" fmla="*/ 4858148 h 6858000"/>
              <a:gd name="connsiteX94" fmla="*/ 6007749 w 6127689"/>
              <a:gd name="connsiteY94" fmla="*/ 4964715 h 6858000"/>
              <a:gd name="connsiteX95" fmla="*/ 6005269 w 6127689"/>
              <a:gd name="connsiteY95" fmla="*/ 5150567 h 6858000"/>
              <a:gd name="connsiteX96" fmla="*/ 6001127 w 6127689"/>
              <a:gd name="connsiteY96" fmla="*/ 5164609 h 6858000"/>
              <a:gd name="connsiteX97" fmla="*/ 5996647 w 6127689"/>
              <a:gd name="connsiteY97" fmla="*/ 5185640 h 6858000"/>
              <a:gd name="connsiteX98" fmla="*/ 5998514 w 6127689"/>
              <a:gd name="connsiteY98" fmla="*/ 5189673 h 6858000"/>
              <a:gd name="connsiteX99" fmla="*/ 6018409 w 6127689"/>
              <a:gd name="connsiteY99" fmla="*/ 5227157 h 6858000"/>
              <a:gd name="connsiteX100" fmla="*/ 6036748 w 6127689"/>
              <a:gd name="connsiteY100" fmla="*/ 5322752 h 6858000"/>
              <a:gd name="connsiteX101" fmla="*/ 6036943 w 6127689"/>
              <a:gd name="connsiteY101" fmla="*/ 5329480 h 6858000"/>
              <a:gd name="connsiteX102" fmla="*/ 6037236 w 6127689"/>
              <a:gd name="connsiteY102" fmla="*/ 5329634 h 6858000"/>
              <a:gd name="connsiteX103" fmla="*/ 6038019 w 6127689"/>
              <a:gd name="connsiteY103" fmla="*/ 5336764 h 6858000"/>
              <a:gd name="connsiteX104" fmla="*/ 6037298 w 6127689"/>
              <a:gd name="connsiteY104" fmla="*/ 5341753 h 6858000"/>
              <a:gd name="connsiteX105" fmla="*/ 6037677 w 6127689"/>
              <a:gd name="connsiteY105" fmla="*/ 5354807 h 6858000"/>
              <a:gd name="connsiteX106" fmla="*/ 6039728 w 6127689"/>
              <a:gd name="connsiteY106" fmla="*/ 5359416 h 6858000"/>
              <a:gd name="connsiteX107" fmla="*/ 6043311 w 6127689"/>
              <a:gd name="connsiteY107" fmla="*/ 5361407 h 6858000"/>
              <a:gd name="connsiteX108" fmla="*/ 6042954 w 6127689"/>
              <a:gd name="connsiteY108" fmla="*/ 5362576 h 6858000"/>
              <a:gd name="connsiteX109" fmla="*/ 6053435 w 6127689"/>
              <a:gd name="connsiteY109" fmla="*/ 5387547 h 6858000"/>
              <a:gd name="connsiteX110" fmla="*/ 6065933 w 6127689"/>
              <a:gd name="connsiteY110" fmla="*/ 5443002 h 6858000"/>
              <a:gd name="connsiteX111" fmla="*/ 6068640 w 6127689"/>
              <a:gd name="connsiteY111" fmla="*/ 5474503 h 6858000"/>
              <a:gd name="connsiteX112" fmla="*/ 6080922 w 6127689"/>
              <a:gd name="connsiteY112" fmla="*/ 5561070 h 6858000"/>
              <a:gd name="connsiteX113" fmla="*/ 6096949 w 6127689"/>
              <a:gd name="connsiteY113" fmla="*/ 5648179 h 6858000"/>
              <a:gd name="connsiteX114" fmla="*/ 6125703 w 6127689"/>
              <a:gd name="connsiteY114" fmla="*/ 5692894 h 6858000"/>
              <a:gd name="connsiteX115" fmla="*/ 6126670 w 6127689"/>
              <a:gd name="connsiteY115" fmla="*/ 5697882 h 6858000"/>
              <a:gd name="connsiteX116" fmla="*/ 6124061 w 6127689"/>
              <a:gd name="connsiteY116" fmla="*/ 5710294 h 6858000"/>
              <a:gd name="connsiteX117" fmla="*/ 6122213 w 6127689"/>
              <a:gd name="connsiteY117" fmla="*/ 5714762 h 6858000"/>
              <a:gd name="connsiteX118" fmla="*/ 6121353 w 6127689"/>
              <a:gd name="connsiteY118" fmla="*/ 5721725 h 6858000"/>
              <a:gd name="connsiteX119" fmla="*/ 6121607 w 6127689"/>
              <a:gd name="connsiteY119" fmla="*/ 5721959 h 6858000"/>
              <a:gd name="connsiteX120" fmla="*/ 6120262 w 6127689"/>
              <a:gd name="connsiteY120" fmla="*/ 5728358 h 6858000"/>
              <a:gd name="connsiteX121" fmla="*/ 6127024 w 6127689"/>
              <a:gd name="connsiteY121" fmla="*/ 5786902 h 6858000"/>
              <a:gd name="connsiteX122" fmla="*/ 6127519 w 6127689"/>
              <a:gd name="connsiteY122" fmla="*/ 5865775 h 6858000"/>
              <a:gd name="connsiteX123" fmla="*/ 6119217 w 6127689"/>
              <a:gd name="connsiteY123" fmla="*/ 5888542 h 6858000"/>
              <a:gd name="connsiteX124" fmla="*/ 6102493 w 6127689"/>
              <a:gd name="connsiteY124" fmla="*/ 5928602 h 6858000"/>
              <a:gd name="connsiteX125" fmla="*/ 6056863 w 6127689"/>
              <a:gd name="connsiteY125" fmla="*/ 6000643 h 6858000"/>
              <a:gd name="connsiteX126" fmla="*/ 6045436 w 6127689"/>
              <a:gd name="connsiteY126" fmla="*/ 6124480 h 6858000"/>
              <a:gd name="connsiteX127" fmla="*/ 6030489 w 6127689"/>
              <a:gd name="connsiteY127" fmla="*/ 6317666 h 6858000"/>
              <a:gd name="connsiteX128" fmla="*/ 6007492 w 6127689"/>
              <a:gd name="connsiteY128" fmla="*/ 6440818 h 6858000"/>
              <a:gd name="connsiteX129" fmla="*/ 6009467 w 6127689"/>
              <a:gd name="connsiteY129" fmla="*/ 6487076 h 6858000"/>
              <a:gd name="connsiteX130" fmla="*/ 5995064 w 6127689"/>
              <a:gd name="connsiteY130" fmla="*/ 6540791 h 6858000"/>
              <a:gd name="connsiteX131" fmla="*/ 5996309 w 6127689"/>
              <a:gd name="connsiteY131" fmla="*/ 6543961 h 6858000"/>
              <a:gd name="connsiteX132" fmla="*/ 5996048 w 6127689"/>
              <a:gd name="connsiteY132" fmla="*/ 6555444 h 6858000"/>
              <a:gd name="connsiteX133" fmla="*/ 6002524 w 6127689"/>
              <a:gd name="connsiteY133" fmla="*/ 6560188 h 6858000"/>
              <a:gd name="connsiteX134" fmla="*/ 6006823 w 6127689"/>
              <a:gd name="connsiteY134" fmla="*/ 6578546 h 6858000"/>
              <a:gd name="connsiteX135" fmla="*/ 6004510 w 6127689"/>
              <a:gd name="connsiteY135" fmla="*/ 6599256 h 6858000"/>
              <a:gd name="connsiteX136" fmla="*/ 5986207 w 6127689"/>
              <a:gd name="connsiteY136" fmla="*/ 6695855 h 6858000"/>
              <a:gd name="connsiteX137" fmla="*/ 5979428 w 6127689"/>
              <a:gd name="connsiteY137" fmla="*/ 6754678 h 6858000"/>
              <a:gd name="connsiteX138" fmla="*/ 5983398 w 6127689"/>
              <a:gd name="connsiteY138" fmla="*/ 6778641 h 6858000"/>
              <a:gd name="connsiteX139" fmla="*/ 5984543 w 6127689"/>
              <a:gd name="connsiteY139" fmla="*/ 6811016 h 6858000"/>
              <a:gd name="connsiteX140" fmla="*/ 5981802 w 6127689"/>
              <a:gd name="connsiteY140" fmla="*/ 6838578 h 6858000"/>
              <a:gd name="connsiteX141" fmla="*/ 5979671 w 6127689"/>
              <a:gd name="connsiteY141" fmla="*/ 6858000 h 6858000"/>
              <a:gd name="connsiteX142" fmla="*/ 0 w 6127689"/>
              <a:gd name="connsiteY142" fmla="*/ 6858000 h 6858000"/>
              <a:gd name="connsiteX143" fmla="*/ 0 w 6127689"/>
              <a:gd name="connsiteY143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18847 w 6127689"/>
              <a:gd name="connsiteY45" fmla="*/ 2817825 h 6858000"/>
              <a:gd name="connsiteX46" fmla="*/ 5457023 w 6127689"/>
              <a:gd name="connsiteY46" fmla="*/ 2858292 h 6858000"/>
              <a:gd name="connsiteX47" fmla="*/ 5479298 w 6127689"/>
              <a:gd name="connsiteY47" fmla="*/ 2947791 h 6858000"/>
              <a:gd name="connsiteX48" fmla="*/ 5481770 w 6127689"/>
              <a:gd name="connsiteY48" fmla="*/ 2951352 h 6858000"/>
              <a:gd name="connsiteX49" fmla="*/ 5482045 w 6127689"/>
              <a:gd name="connsiteY49" fmla="*/ 2984371 h 6858000"/>
              <a:gd name="connsiteX50" fmla="*/ 5482415 w 6127689"/>
              <a:gd name="connsiteY50" fmla="*/ 3004079 h 6858000"/>
              <a:gd name="connsiteX51" fmla="*/ 5503944 w 6127689"/>
              <a:gd name="connsiteY51" fmla="*/ 3123335 h 6858000"/>
              <a:gd name="connsiteX52" fmla="*/ 5516007 w 6127689"/>
              <a:gd name="connsiteY52" fmla="*/ 3258473 h 6858000"/>
              <a:gd name="connsiteX53" fmla="*/ 5566839 w 6127689"/>
              <a:gd name="connsiteY53" fmla="*/ 3345295 h 6858000"/>
              <a:gd name="connsiteX54" fmla="*/ 5589758 w 6127689"/>
              <a:gd name="connsiteY54" fmla="*/ 3506453 h 6858000"/>
              <a:gd name="connsiteX55" fmla="*/ 5596144 w 6127689"/>
              <a:gd name="connsiteY55" fmla="*/ 3534624 h 6858000"/>
              <a:gd name="connsiteX56" fmla="*/ 5597750 w 6127689"/>
              <a:gd name="connsiteY56" fmla="*/ 3534129 h 6858000"/>
              <a:gd name="connsiteX57" fmla="*/ 5599700 w 6127689"/>
              <a:gd name="connsiteY57" fmla="*/ 3547221 h 6858000"/>
              <a:gd name="connsiteX58" fmla="*/ 5615031 w 6127689"/>
              <a:gd name="connsiteY58" fmla="*/ 3557482 h 6858000"/>
              <a:gd name="connsiteX59" fmla="*/ 5618377 w 6127689"/>
              <a:gd name="connsiteY59" fmla="*/ 3588431 h 6858000"/>
              <a:gd name="connsiteX60" fmla="*/ 5612155 w 6127689"/>
              <a:gd name="connsiteY60" fmla="*/ 3589869 h 6858000"/>
              <a:gd name="connsiteX61" fmla="*/ 5620843 w 6127689"/>
              <a:gd name="connsiteY61" fmla="*/ 3606745 h 6858000"/>
              <a:gd name="connsiteX62" fmla="*/ 5655472 w 6127689"/>
              <a:gd name="connsiteY62" fmla="*/ 3678877 h 6858000"/>
              <a:gd name="connsiteX63" fmla="*/ 5683015 w 6127689"/>
              <a:gd name="connsiteY63" fmla="*/ 3762025 h 6858000"/>
              <a:gd name="connsiteX64" fmla="*/ 5696643 w 6127689"/>
              <a:gd name="connsiteY64" fmla="*/ 3773888 h 6858000"/>
              <a:gd name="connsiteX65" fmla="*/ 5699203 w 6127689"/>
              <a:gd name="connsiteY65" fmla="*/ 3775823 h 6858000"/>
              <a:gd name="connsiteX66" fmla="*/ 5704824 w 6127689"/>
              <a:gd name="connsiteY66" fmla="*/ 3785966 h 6858000"/>
              <a:gd name="connsiteX67" fmla="*/ 5733539 w 6127689"/>
              <a:gd name="connsiteY67" fmla="*/ 3818457 h 6858000"/>
              <a:gd name="connsiteX68" fmla="*/ 5768491 w 6127689"/>
              <a:gd name="connsiteY68" fmla="*/ 3914399 h 6858000"/>
              <a:gd name="connsiteX69" fmla="*/ 5793123 w 6127689"/>
              <a:gd name="connsiteY69" fmla="*/ 3969952 h 6858000"/>
              <a:gd name="connsiteX70" fmla="*/ 5808321 w 6127689"/>
              <a:gd name="connsiteY70" fmla="*/ 3988153 h 6858000"/>
              <a:gd name="connsiteX71" fmla="*/ 5825621 w 6127689"/>
              <a:gd name="connsiteY71" fmla="*/ 4015525 h 6858000"/>
              <a:gd name="connsiteX72" fmla="*/ 5860672 w 6127689"/>
              <a:gd name="connsiteY72" fmla="*/ 4061579 h 6858000"/>
              <a:gd name="connsiteX73" fmla="*/ 5872173 w 6127689"/>
              <a:gd name="connsiteY73" fmla="*/ 4088497 h 6858000"/>
              <a:gd name="connsiteX74" fmla="*/ 5883705 w 6127689"/>
              <a:gd name="connsiteY74" fmla="*/ 4101899 h 6858000"/>
              <a:gd name="connsiteX75" fmla="*/ 5894095 w 6127689"/>
              <a:gd name="connsiteY75" fmla="*/ 4128857 h 6858000"/>
              <a:gd name="connsiteX76" fmla="*/ 5898339 w 6127689"/>
              <a:gd name="connsiteY76" fmla="*/ 4140800 h 6858000"/>
              <a:gd name="connsiteX77" fmla="*/ 5903513 w 6127689"/>
              <a:gd name="connsiteY77" fmla="*/ 4187661 h 6858000"/>
              <a:gd name="connsiteX78" fmla="*/ 5917114 w 6127689"/>
              <a:gd name="connsiteY78" fmla="*/ 4213096 h 6858000"/>
              <a:gd name="connsiteX79" fmla="*/ 5924233 w 6127689"/>
              <a:gd name="connsiteY79" fmla="*/ 4242060 h 6858000"/>
              <a:gd name="connsiteX80" fmla="*/ 5928910 w 6127689"/>
              <a:gd name="connsiteY80" fmla="*/ 4300973 h 6858000"/>
              <a:gd name="connsiteX81" fmla="*/ 5939320 w 6127689"/>
              <a:gd name="connsiteY81" fmla="*/ 4340435 h 6858000"/>
              <a:gd name="connsiteX82" fmla="*/ 5946705 w 6127689"/>
              <a:gd name="connsiteY82" fmla="*/ 4428051 h 6858000"/>
              <a:gd name="connsiteX83" fmla="*/ 5949261 w 6127689"/>
              <a:gd name="connsiteY83" fmla="*/ 4449185 h 6858000"/>
              <a:gd name="connsiteX84" fmla="*/ 5957504 w 6127689"/>
              <a:gd name="connsiteY84" fmla="*/ 4465911 h 6858000"/>
              <a:gd name="connsiteX85" fmla="*/ 5964689 w 6127689"/>
              <a:gd name="connsiteY85" fmla="*/ 4468532 h 6858000"/>
              <a:gd name="connsiteX86" fmla="*/ 5967062 w 6127689"/>
              <a:gd name="connsiteY86" fmla="*/ 4479923 h 6858000"/>
              <a:gd name="connsiteX87" fmla="*/ 5968960 w 6127689"/>
              <a:gd name="connsiteY87" fmla="*/ 4482655 h 6858000"/>
              <a:gd name="connsiteX88" fmla="*/ 5978567 w 6127689"/>
              <a:gd name="connsiteY88" fmla="*/ 4498605 h 6858000"/>
              <a:gd name="connsiteX89" fmla="*/ 5980106 w 6127689"/>
              <a:gd name="connsiteY89" fmla="*/ 4585087 h 6858000"/>
              <a:gd name="connsiteX90" fmla="*/ 5998138 w 6127689"/>
              <a:gd name="connsiteY90" fmla="*/ 4697518 h 6858000"/>
              <a:gd name="connsiteX91" fmla="*/ 6013516 w 6127689"/>
              <a:gd name="connsiteY91" fmla="*/ 4786619 h 6858000"/>
              <a:gd name="connsiteX92" fmla="*/ 6025404 w 6127689"/>
              <a:gd name="connsiteY92" fmla="*/ 4858148 h 6858000"/>
              <a:gd name="connsiteX93" fmla="*/ 6007749 w 6127689"/>
              <a:gd name="connsiteY93" fmla="*/ 4964715 h 6858000"/>
              <a:gd name="connsiteX94" fmla="*/ 6005269 w 6127689"/>
              <a:gd name="connsiteY94" fmla="*/ 5150567 h 6858000"/>
              <a:gd name="connsiteX95" fmla="*/ 6001127 w 6127689"/>
              <a:gd name="connsiteY95" fmla="*/ 5164609 h 6858000"/>
              <a:gd name="connsiteX96" fmla="*/ 5996647 w 6127689"/>
              <a:gd name="connsiteY96" fmla="*/ 5185640 h 6858000"/>
              <a:gd name="connsiteX97" fmla="*/ 5998514 w 6127689"/>
              <a:gd name="connsiteY97" fmla="*/ 5189673 h 6858000"/>
              <a:gd name="connsiteX98" fmla="*/ 6018409 w 6127689"/>
              <a:gd name="connsiteY98" fmla="*/ 5227157 h 6858000"/>
              <a:gd name="connsiteX99" fmla="*/ 6036748 w 6127689"/>
              <a:gd name="connsiteY99" fmla="*/ 5322752 h 6858000"/>
              <a:gd name="connsiteX100" fmla="*/ 6036943 w 6127689"/>
              <a:gd name="connsiteY100" fmla="*/ 5329480 h 6858000"/>
              <a:gd name="connsiteX101" fmla="*/ 6037236 w 6127689"/>
              <a:gd name="connsiteY101" fmla="*/ 5329634 h 6858000"/>
              <a:gd name="connsiteX102" fmla="*/ 6038019 w 6127689"/>
              <a:gd name="connsiteY102" fmla="*/ 5336764 h 6858000"/>
              <a:gd name="connsiteX103" fmla="*/ 6037298 w 6127689"/>
              <a:gd name="connsiteY103" fmla="*/ 5341753 h 6858000"/>
              <a:gd name="connsiteX104" fmla="*/ 6037677 w 6127689"/>
              <a:gd name="connsiteY104" fmla="*/ 5354807 h 6858000"/>
              <a:gd name="connsiteX105" fmla="*/ 6039728 w 6127689"/>
              <a:gd name="connsiteY105" fmla="*/ 5359416 h 6858000"/>
              <a:gd name="connsiteX106" fmla="*/ 6043311 w 6127689"/>
              <a:gd name="connsiteY106" fmla="*/ 5361407 h 6858000"/>
              <a:gd name="connsiteX107" fmla="*/ 6042954 w 6127689"/>
              <a:gd name="connsiteY107" fmla="*/ 5362576 h 6858000"/>
              <a:gd name="connsiteX108" fmla="*/ 6053435 w 6127689"/>
              <a:gd name="connsiteY108" fmla="*/ 5387547 h 6858000"/>
              <a:gd name="connsiteX109" fmla="*/ 6065933 w 6127689"/>
              <a:gd name="connsiteY109" fmla="*/ 5443002 h 6858000"/>
              <a:gd name="connsiteX110" fmla="*/ 6068640 w 6127689"/>
              <a:gd name="connsiteY110" fmla="*/ 5474503 h 6858000"/>
              <a:gd name="connsiteX111" fmla="*/ 6080922 w 6127689"/>
              <a:gd name="connsiteY111" fmla="*/ 5561070 h 6858000"/>
              <a:gd name="connsiteX112" fmla="*/ 6096949 w 6127689"/>
              <a:gd name="connsiteY112" fmla="*/ 5648179 h 6858000"/>
              <a:gd name="connsiteX113" fmla="*/ 6125703 w 6127689"/>
              <a:gd name="connsiteY113" fmla="*/ 5692894 h 6858000"/>
              <a:gd name="connsiteX114" fmla="*/ 6126670 w 6127689"/>
              <a:gd name="connsiteY114" fmla="*/ 5697882 h 6858000"/>
              <a:gd name="connsiteX115" fmla="*/ 6124061 w 6127689"/>
              <a:gd name="connsiteY115" fmla="*/ 5710294 h 6858000"/>
              <a:gd name="connsiteX116" fmla="*/ 6122213 w 6127689"/>
              <a:gd name="connsiteY116" fmla="*/ 5714762 h 6858000"/>
              <a:gd name="connsiteX117" fmla="*/ 6121353 w 6127689"/>
              <a:gd name="connsiteY117" fmla="*/ 5721725 h 6858000"/>
              <a:gd name="connsiteX118" fmla="*/ 6121607 w 6127689"/>
              <a:gd name="connsiteY118" fmla="*/ 5721959 h 6858000"/>
              <a:gd name="connsiteX119" fmla="*/ 6120262 w 6127689"/>
              <a:gd name="connsiteY119" fmla="*/ 5728358 h 6858000"/>
              <a:gd name="connsiteX120" fmla="*/ 6127024 w 6127689"/>
              <a:gd name="connsiteY120" fmla="*/ 5786902 h 6858000"/>
              <a:gd name="connsiteX121" fmla="*/ 6127519 w 6127689"/>
              <a:gd name="connsiteY121" fmla="*/ 5865775 h 6858000"/>
              <a:gd name="connsiteX122" fmla="*/ 6119217 w 6127689"/>
              <a:gd name="connsiteY122" fmla="*/ 5888542 h 6858000"/>
              <a:gd name="connsiteX123" fmla="*/ 6102493 w 6127689"/>
              <a:gd name="connsiteY123" fmla="*/ 5928602 h 6858000"/>
              <a:gd name="connsiteX124" fmla="*/ 6056863 w 6127689"/>
              <a:gd name="connsiteY124" fmla="*/ 6000643 h 6858000"/>
              <a:gd name="connsiteX125" fmla="*/ 6045436 w 6127689"/>
              <a:gd name="connsiteY125" fmla="*/ 6124480 h 6858000"/>
              <a:gd name="connsiteX126" fmla="*/ 6030489 w 6127689"/>
              <a:gd name="connsiteY126" fmla="*/ 6317666 h 6858000"/>
              <a:gd name="connsiteX127" fmla="*/ 6007492 w 6127689"/>
              <a:gd name="connsiteY127" fmla="*/ 6440818 h 6858000"/>
              <a:gd name="connsiteX128" fmla="*/ 6009467 w 6127689"/>
              <a:gd name="connsiteY128" fmla="*/ 6487076 h 6858000"/>
              <a:gd name="connsiteX129" fmla="*/ 5995064 w 6127689"/>
              <a:gd name="connsiteY129" fmla="*/ 6540791 h 6858000"/>
              <a:gd name="connsiteX130" fmla="*/ 5996309 w 6127689"/>
              <a:gd name="connsiteY130" fmla="*/ 6543961 h 6858000"/>
              <a:gd name="connsiteX131" fmla="*/ 5996048 w 6127689"/>
              <a:gd name="connsiteY131" fmla="*/ 6555444 h 6858000"/>
              <a:gd name="connsiteX132" fmla="*/ 6002524 w 6127689"/>
              <a:gd name="connsiteY132" fmla="*/ 6560188 h 6858000"/>
              <a:gd name="connsiteX133" fmla="*/ 6006823 w 6127689"/>
              <a:gd name="connsiteY133" fmla="*/ 6578546 h 6858000"/>
              <a:gd name="connsiteX134" fmla="*/ 6004510 w 6127689"/>
              <a:gd name="connsiteY134" fmla="*/ 6599256 h 6858000"/>
              <a:gd name="connsiteX135" fmla="*/ 5986207 w 6127689"/>
              <a:gd name="connsiteY135" fmla="*/ 6695855 h 6858000"/>
              <a:gd name="connsiteX136" fmla="*/ 5979428 w 6127689"/>
              <a:gd name="connsiteY136" fmla="*/ 6754678 h 6858000"/>
              <a:gd name="connsiteX137" fmla="*/ 5983398 w 6127689"/>
              <a:gd name="connsiteY137" fmla="*/ 6778641 h 6858000"/>
              <a:gd name="connsiteX138" fmla="*/ 5984543 w 6127689"/>
              <a:gd name="connsiteY138" fmla="*/ 6811016 h 6858000"/>
              <a:gd name="connsiteX139" fmla="*/ 5981802 w 6127689"/>
              <a:gd name="connsiteY139" fmla="*/ 6838578 h 6858000"/>
              <a:gd name="connsiteX140" fmla="*/ 5979671 w 6127689"/>
              <a:gd name="connsiteY140" fmla="*/ 6858000 h 6858000"/>
              <a:gd name="connsiteX141" fmla="*/ 0 w 6127689"/>
              <a:gd name="connsiteY141" fmla="*/ 6858000 h 6858000"/>
              <a:gd name="connsiteX142" fmla="*/ 0 w 6127689"/>
              <a:gd name="connsiteY142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6589 w 6127689"/>
              <a:gd name="connsiteY43" fmla="*/ 2810822 h 6858000"/>
              <a:gd name="connsiteX44" fmla="*/ 5418542 w 6127689"/>
              <a:gd name="connsiteY44" fmla="*/ 2817745 h 6858000"/>
              <a:gd name="connsiteX45" fmla="*/ 5457023 w 6127689"/>
              <a:gd name="connsiteY45" fmla="*/ 2858292 h 6858000"/>
              <a:gd name="connsiteX46" fmla="*/ 5479298 w 6127689"/>
              <a:gd name="connsiteY46" fmla="*/ 2947791 h 6858000"/>
              <a:gd name="connsiteX47" fmla="*/ 5481770 w 6127689"/>
              <a:gd name="connsiteY47" fmla="*/ 2951352 h 6858000"/>
              <a:gd name="connsiteX48" fmla="*/ 5482045 w 6127689"/>
              <a:gd name="connsiteY48" fmla="*/ 2984371 h 6858000"/>
              <a:gd name="connsiteX49" fmla="*/ 5482415 w 6127689"/>
              <a:gd name="connsiteY49" fmla="*/ 3004079 h 6858000"/>
              <a:gd name="connsiteX50" fmla="*/ 5503944 w 6127689"/>
              <a:gd name="connsiteY50" fmla="*/ 3123335 h 6858000"/>
              <a:gd name="connsiteX51" fmla="*/ 5516007 w 6127689"/>
              <a:gd name="connsiteY51" fmla="*/ 3258473 h 6858000"/>
              <a:gd name="connsiteX52" fmla="*/ 5566839 w 6127689"/>
              <a:gd name="connsiteY52" fmla="*/ 3345295 h 6858000"/>
              <a:gd name="connsiteX53" fmla="*/ 5589758 w 6127689"/>
              <a:gd name="connsiteY53" fmla="*/ 3506453 h 6858000"/>
              <a:gd name="connsiteX54" fmla="*/ 5596144 w 6127689"/>
              <a:gd name="connsiteY54" fmla="*/ 3534624 h 6858000"/>
              <a:gd name="connsiteX55" fmla="*/ 5597750 w 6127689"/>
              <a:gd name="connsiteY55" fmla="*/ 3534129 h 6858000"/>
              <a:gd name="connsiteX56" fmla="*/ 5599700 w 6127689"/>
              <a:gd name="connsiteY56" fmla="*/ 3547221 h 6858000"/>
              <a:gd name="connsiteX57" fmla="*/ 5615031 w 6127689"/>
              <a:gd name="connsiteY57" fmla="*/ 3557482 h 6858000"/>
              <a:gd name="connsiteX58" fmla="*/ 5618377 w 6127689"/>
              <a:gd name="connsiteY58" fmla="*/ 3588431 h 6858000"/>
              <a:gd name="connsiteX59" fmla="*/ 5612155 w 6127689"/>
              <a:gd name="connsiteY59" fmla="*/ 3589869 h 6858000"/>
              <a:gd name="connsiteX60" fmla="*/ 5620843 w 6127689"/>
              <a:gd name="connsiteY60" fmla="*/ 3606745 h 6858000"/>
              <a:gd name="connsiteX61" fmla="*/ 5655472 w 6127689"/>
              <a:gd name="connsiteY61" fmla="*/ 3678877 h 6858000"/>
              <a:gd name="connsiteX62" fmla="*/ 5683015 w 6127689"/>
              <a:gd name="connsiteY62" fmla="*/ 3762025 h 6858000"/>
              <a:gd name="connsiteX63" fmla="*/ 5696643 w 6127689"/>
              <a:gd name="connsiteY63" fmla="*/ 3773888 h 6858000"/>
              <a:gd name="connsiteX64" fmla="*/ 5699203 w 6127689"/>
              <a:gd name="connsiteY64" fmla="*/ 3775823 h 6858000"/>
              <a:gd name="connsiteX65" fmla="*/ 5704824 w 6127689"/>
              <a:gd name="connsiteY65" fmla="*/ 3785966 h 6858000"/>
              <a:gd name="connsiteX66" fmla="*/ 5733539 w 6127689"/>
              <a:gd name="connsiteY66" fmla="*/ 3818457 h 6858000"/>
              <a:gd name="connsiteX67" fmla="*/ 5768491 w 6127689"/>
              <a:gd name="connsiteY67" fmla="*/ 3914399 h 6858000"/>
              <a:gd name="connsiteX68" fmla="*/ 5793123 w 6127689"/>
              <a:gd name="connsiteY68" fmla="*/ 3969952 h 6858000"/>
              <a:gd name="connsiteX69" fmla="*/ 5808321 w 6127689"/>
              <a:gd name="connsiteY69" fmla="*/ 3988153 h 6858000"/>
              <a:gd name="connsiteX70" fmla="*/ 5825621 w 6127689"/>
              <a:gd name="connsiteY70" fmla="*/ 4015525 h 6858000"/>
              <a:gd name="connsiteX71" fmla="*/ 5860672 w 6127689"/>
              <a:gd name="connsiteY71" fmla="*/ 4061579 h 6858000"/>
              <a:gd name="connsiteX72" fmla="*/ 5872173 w 6127689"/>
              <a:gd name="connsiteY72" fmla="*/ 4088497 h 6858000"/>
              <a:gd name="connsiteX73" fmla="*/ 5883705 w 6127689"/>
              <a:gd name="connsiteY73" fmla="*/ 4101899 h 6858000"/>
              <a:gd name="connsiteX74" fmla="*/ 5894095 w 6127689"/>
              <a:gd name="connsiteY74" fmla="*/ 4128857 h 6858000"/>
              <a:gd name="connsiteX75" fmla="*/ 5898339 w 6127689"/>
              <a:gd name="connsiteY75" fmla="*/ 4140800 h 6858000"/>
              <a:gd name="connsiteX76" fmla="*/ 5903513 w 6127689"/>
              <a:gd name="connsiteY76" fmla="*/ 4187661 h 6858000"/>
              <a:gd name="connsiteX77" fmla="*/ 5917114 w 6127689"/>
              <a:gd name="connsiteY77" fmla="*/ 4213096 h 6858000"/>
              <a:gd name="connsiteX78" fmla="*/ 5924233 w 6127689"/>
              <a:gd name="connsiteY78" fmla="*/ 4242060 h 6858000"/>
              <a:gd name="connsiteX79" fmla="*/ 5928910 w 6127689"/>
              <a:gd name="connsiteY79" fmla="*/ 4300973 h 6858000"/>
              <a:gd name="connsiteX80" fmla="*/ 5939320 w 6127689"/>
              <a:gd name="connsiteY80" fmla="*/ 4340435 h 6858000"/>
              <a:gd name="connsiteX81" fmla="*/ 5946705 w 6127689"/>
              <a:gd name="connsiteY81" fmla="*/ 4428051 h 6858000"/>
              <a:gd name="connsiteX82" fmla="*/ 5949261 w 6127689"/>
              <a:gd name="connsiteY82" fmla="*/ 4449185 h 6858000"/>
              <a:gd name="connsiteX83" fmla="*/ 5957504 w 6127689"/>
              <a:gd name="connsiteY83" fmla="*/ 4465911 h 6858000"/>
              <a:gd name="connsiteX84" fmla="*/ 5964689 w 6127689"/>
              <a:gd name="connsiteY84" fmla="*/ 4468532 h 6858000"/>
              <a:gd name="connsiteX85" fmla="*/ 5967062 w 6127689"/>
              <a:gd name="connsiteY85" fmla="*/ 4479923 h 6858000"/>
              <a:gd name="connsiteX86" fmla="*/ 5968960 w 6127689"/>
              <a:gd name="connsiteY86" fmla="*/ 4482655 h 6858000"/>
              <a:gd name="connsiteX87" fmla="*/ 5978567 w 6127689"/>
              <a:gd name="connsiteY87" fmla="*/ 4498605 h 6858000"/>
              <a:gd name="connsiteX88" fmla="*/ 5980106 w 6127689"/>
              <a:gd name="connsiteY88" fmla="*/ 4585087 h 6858000"/>
              <a:gd name="connsiteX89" fmla="*/ 5998138 w 6127689"/>
              <a:gd name="connsiteY89" fmla="*/ 4697518 h 6858000"/>
              <a:gd name="connsiteX90" fmla="*/ 6013516 w 6127689"/>
              <a:gd name="connsiteY90" fmla="*/ 4786619 h 6858000"/>
              <a:gd name="connsiteX91" fmla="*/ 6025404 w 6127689"/>
              <a:gd name="connsiteY91" fmla="*/ 4858148 h 6858000"/>
              <a:gd name="connsiteX92" fmla="*/ 6007749 w 6127689"/>
              <a:gd name="connsiteY92" fmla="*/ 4964715 h 6858000"/>
              <a:gd name="connsiteX93" fmla="*/ 6005269 w 6127689"/>
              <a:gd name="connsiteY93" fmla="*/ 5150567 h 6858000"/>
              <a:gd name="connsiteX94" fmla="*/ 6001127 w 6127689"/>
              <a:gd name="connsiteY94" fmla="*/ 5164609 h 6858000"/>
              <a:gd name="connsiteX95" fmla="*/ 5996647 w 6127689"/>
              <a:gd name="connsiteY95" fmla="*/ 5185640 h 6858000"/>
              <a:gd name="connsiteX96" fmla="*/ 5998514 w 6127689"/>
              <a:gd name="connsiteY96" fmla="*/ 5189673 h 6858000"/>
              <a:gd name="connsiteX97" fmla="*/ 6018409 w 6127689"/>
              <a:gd name="connsiteY97" fmla="*/ 5227157 h 6858000"/>
              <a:gd name="connsiteX98" fmla="*/ 6036748 w 6127689"/>
              <a:gd name="connsiteY98" fmla="*/ 5322752 h 6858000"/>
              <a:gd name="connsiteX99" fmla="*/ 6036943 w 6127689"/>
              <a:gd name="connsiteY99" fmla="*/ 5329480 h 6858000"/>
              <a:gd name="connsiteX100" fmla="*/ 6037236 w 6127689"/>
              <a:gd name="connsiteY100" fmla="*/ 5329634 h 6858000"/>
              <a:gd name="connsiteX101" fmla="*/ 6038019 w 6127689"/>
              <a:gd name="connsiteY101" fmla="*/ 5336764 h 6858000"/>
              <a:gd name="connsiteX102" fmla="*/ 6037298 w 6127689"/>
              <a:gd name="connsiteY102" fmla="*/ 5341753 h 6858000"/>
              <a:gd name="connsiteX103" fmla="*/ 6037677 w 6127689"/>
              <a:gd name="connsiteY103" fmla="*/ 5354807 h 6858000"/>
              <a:gd name="connsiteX104" fmla="*/ 6039728 w 6127689"/>
              <a:gd name="connsiteY104" fmla="*/ 5359416 h 6858000"/>
              <a:gd name="connsiteX105" fmla="*/ 6043311 w 6127689"/>
              <a:gd name="connsiteY105" fmla="*/ 5361407 h 6858000"/>
              <a:gd name="connsiteX106" fmla="*/ 6042954 w 6127689"/>
              <a:gd name="connsiteY106" fmla="*/ 5362576 h 6858000"/>
              <a:gd name="connsiteX107" fmla="*/ 6053435 w 6127689"/>
              <a:gd name="connsiteY107" fmla="*/ 5387547 h 6858000"/>
              <a:gd name="connsiteX108" fmla="*/ 6065933 w 6127689"/>
              <a:gd name="connsiteY108" fmla="*/ 5443002 h 6858000"/>
              <a:gd name="connsiteX109" fmla="*/ 6068640 w 6127689"/>
              <a:gd name="connsiteY109" fmla="*/ 5474503 h 6858000"/>
              <a:gd name="connsiteX110" fmla="*/ 6080922 w 6127689"/>
              <a:gd name="connsiteY110" fmla="*/ 5561070 h 6858000"/>
              <a:gd name="connsiteX111" fmla="*/ 6096949 w 6127689"/>
              <a:gd name="connsiteY111" fmla="*/ 5648179 h 6858000"/>
              <a:gd name="connsiteX112" fmla="*/ 6125703 w 6127689"/>
              <a:gd name="connsiteY112" fmla="*/ 5692894 h 6858000"/>
              <a:gd name="connsiteX113" fmla="*/ 6126670 w 6127689"/>
              <a:gd name="connsiteY113" fmla="*/ 5697882 h 6858000"/>
              <a:gd name="connsiteX114" fmla="*/ 6124061 w 6127689"/>
              <a:gd name="connsiteY114" fmla="*/ 5710294 h 6858000"/>
              <a:gd name="connsiteX115" fmla="*/ 6122213 w 6127689"/>
              <a:gd name="connsiteY115" fmla="*/ 5714762 h 6858000"/>
              <a:gd name="connsiteX116" fmla="*/ 6121353 w 6127689"/>
              <a:gd name="connsiteY116" fmla="*/ 5721725 h 6858000"/>
              <a:gd name="connsiteX117" fmla="*/ 6121607 w 6127689"/>
              <a:gd name="connsiteY117" fmla="*/ 5721959 h 6858000"/>
              <a:gd name="connsiteX118" fmla="*/ 6120262 w 6127689"/>
              <a:gd name="connsiteY118" fmla="*/ 5728358 h 6858000"/>
              <a:gd name="connsiteX119" fmla="*/ 6127024 w 6127689"/>
              <a:gd name="connsiteY119" fmla="*/ 5786902 h 6858000"/>
              <a:gd name="connsiteX120" fmla="*/ 6127519 w 6127689"/>
              <a:gd name="connsiteY120" fmla="*/ 5865775 h 6858000"/>
              <a:gd name="connsiteX121" fmla="*/ 6119217 w 6127689"/>
              <a:gd name="connsiteY121" fmla="*/ 5888542 h 6858000"/>
              <a:gd name="connsiteX122" fmla="*/ 6102493 w 6127689"/>
              <a:gd name="connsiteY122" fmla="*/ 5928602 h 6858000"/>
              <a:gd name="connsiteX123" fmla="*/ 6056863 w 6127689"/>
              <a:gd name="connsiteY123" fmla="*/ 6000643 h 6858000"/>
              <a:gd name="connsiteX124" fmla="*/ 6045436 w 6127689"/>
              <a:gd name="connsiteY124" fmla="*/ 6124480 h 6858000"/>
              <a:gd name="connsiteX125" fmla="*/ 6030489 w 6127689"/>
              <a:gd name="connsiteY125" fmla="*/ 6317666 h 6858000"/>
              <a:gd name="connsiteX126" fmla="*/ 6007492 w 6127689"/>
              <a:gd name="connsiteY126" fmla="*/ 6440818 h 6858000"/>
              <a:gd name="connsiteX127" fmla="*/ 6009467 w 6127689"/>
              <a:gd name="connsiteY127" fmla="*/ 6487076 h 6858000"/>
              <a:gd name="connsiteX128" fmla="*/ 5995064 w 6127689"/>
              <a:gd name="connsiteY128" fmla="*/ 6540791 h 6858000"/>
              <a:gd name="connsiteX129" fmla="*/ 5996309 w 6127689"/>
              <a:gd name="connsiteY129" fmla="*/ 6543961 h 6858000"/>
              <a:gd name="connsiteX130" fmla="*/ 5996048 w 6127689"/>
              <a:gd name="connsiteY130" fmla="*/ 6555444 h 6858000"/>
              <a:gd name="connsiteX131" fmla="*/ 6002524 w 6127689"/>
              <a:gd name="connsiteY131" fmla="*/ 6560188 h 6858000"/>
              <a:gd name="connsiteX132" fmla="*/ 6006823 w 6127689"/>
              <a:gd name="connsiteY132" fmla="*/ 6578546 h 6858000"/>
              <a:gd name="connsiteX133" fmla="*/ 6004510 w 6127689"/>
              <a:gd name="connsiteY133" fmla="*/ 6599256 h 6858000"/>
              <a:gd name="connsiteX134" fmla="*/ 5986207 w 6127689"/>
              <a:gd name="connsiteY134" fmla="*/ 6695855 h 6858000"/>
              <a:gd name="connsiteX135" fmla="*/ 5979428 w 6127689"/>
              <a:gd name="connsiteY135" fmla="*/ 6754678 h 6858000"/>
              <a:gd name="connsiteX136" fmla="*/ 5983398 w 6127689"/>
              <a:gd name="connsiteY136" fmla="*/ 6778641 h 6858000"/>
              <a:gd name="connsiteX137" fmla="*/ 5984543 w 6127689"/>
              <a:gd name="connsiteY137" fmla="*/ 6811016 h 6858000"/>
              <a:gd name="connsiteX138" fmla="*/ 5981802 w 6127689"/>
              <a:gd name="connsiteY138" fmla="*/ 6838578 h 6858000"/>
              <a:gd name="connsiteX139" fmla="*/ 5979671 w 6127689"/>
              <a:gd name="connsiteY139" fmla="*/ 6858000 h 6858000"/>
              <a:gd name="connsiteX140" fmla="*/ 0 w 6127689"/>
              <a:gd name="connsiteY140" fmla="*/ 6858000 h 6858000"/>
              <a:gd name="connsiteX141" fmla="*/ 0 w 6127689"/>
              <a:gd name="connsiteY141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18542 w 6127689"/>
              <a:gd name="connsiteY43" fmla="*/ 2817745 h 6858000"/>
              <a:gd name="connsiteX44" fmla="*/ 5457023 w 6127689"/>
              <a:gd name="connsiteY44" fmla="*/ 2858292 h 6858000"/>
              <a:gd name="connsiteX45" fmla="*/ 5479298 w 6127689"/>
              <a:gd name="connsiteY45" fmla="*/ 2947791 h 6858000"/>
              <a:gd name="connsiteX46" fmla="*/ 5481770 w 6127689"/>
              <a:gd name="connsiteY46" fmla="*/ 2951352 h 6858000"/>
              <a:gd name="connsiteX47" fmla="*/ 5482045 w 6127689"/>
              <a:gd name="connsiteY47" fmla="*/ 2984371 h 6858000"/>
              <a:gd name="connsiteX48" fmla="*/ 5482415 w 6127689"/>
              <a:gd name="connsiteY48" fmla="*/ 3004079 h 6858000"/>
              <a:gd name="connsiteX49" fmla="*/ 5503944 w 6127689"/>
              <a:gd name="connsiteY49" fmla="*/ 3123335 h 6858000"/>
              <a:gd name="connsiteX50" fmla="*/ 5516007 w 6127689"/>
              <a:gd name="connsiteY50" fmla="*/ 3258473 h 6858000"/>
              <a:gd name="connsiteX51" fmla="*/ 5566839 w 6127689"/>
              <a:gd name="connsiteY51" fmla="*/ 3345295 h 6858000"/>
              <a:gd name="connsiteX52" fmla="*/ 5589758 w 6127689"/>
              <a:gd name="connsiteY52" fmla="*/ 3506453 h 6858000"/>
              <a:gd name="connsiteX53" fmla="*/ 5596144 w 6127689"/>
              <a:gd name="connsiteY53" fmla="*/ 3534624 h 6858000"/>
              <a:gd name="connsiteX54" fmla="*/ 5597750 w 6127689"/>
              <a:gd name="connsiteY54" fmla="*/ 3534129 h 6858000"/>
              <a:gd name="connsiteX55" fmla="*/ 5599700 w 6127689"/>
              <a:gd name="connsiteY55" fmla="*/ 3547221 h 6858000"/>
              <a:gd name="connsiteX56" fmla="*/ 5615031 w 6127689"/>
              <a:gd name="connsiteY56" fmla="*/ 3557482 h 6858000"/>
              <a:gd name="connsiteX57" fmla="*/ 5618377 w 6127689"/>
              <a:gd name="connsiteY57" fmla="*/ 3588431 h 6858000"/>
              <a:gd name="connsiteX58" fmla="*/ 5612155 w 6127689"/>
              <a:gd name="connsiteY58" fmla="*/ 3589869 h 6858000"/>
              <a:gd name="connsiteX59" fmla="*/ 5620843 w 6127689"/>
              <a:gd name="connsiteY59" fmla="*/ 3606745 h 6858000"/>
              <a:gd name="connsiteX60" fmla="*/ 5655472 w 6127689"/>
              <a:gd name="connsiteY60" fmla="*/ 3678877 h 6858000"/>
              <a:gd name="connsiteX61" fmla="*/ 5683015 w 6127689"/>
              <a:gd name="connsiteY61" fmla="*/ 3762025 h 6858000"/>
              <a:gd name="connsiteX62" fmla="*/ 5696643 w 6127689"/>
              <a:gd name="connsiteY62" fmla="*/ 3773888 h 6858000"/>
              <a:gd name="connsiteX63" fmla="*/ 5699203 w 6127689"/>
              <a:gd name="connsiteY63" fmla="*/ 3775823 h 6858000"/>
              <a:gd name="connsiteX64" fmla="*/ 5704824 w 6127689"/>
              <a:gd name="connsiteY64" fmla="*/ 3785966 h 6858000"/>
              <a:gd name="connsiteX65" fmla="*/ 5733539 w 6127689"/>
              <a:gd name="connsiteY65" fmla="*/ 3818457 h 6858000"/>
              <a:gd name="connsiteX66" fmla="*/ 5768491 w 6127689"/>
              <a:gd name="connsiteY66" fmla="*/ 3914399 h 6858000"/>
              <a:gd name="connsiteX67" fmla="*/ 5793123 w 6127689"/>
              <a:gd name="connsiteY67" fmla="*/ 3969952 h 6858000"/>
              <a:gd name="connsiteX68" fmla="*/ 5808321 w 6127689"/>
              <a:gd name="connsiteY68" fmla="*/ 3988153 h 6858000"/>
              <a:gd name="connsiteX69" fmla="*/ 5825621 w 6127689"/>
              <a:gd name="connsiteY69" fmla="*/ 4015525 h 6858000"/>
              <a:gd name="connsiteX70" fmla="*/ 5860672 w 6127689"/>
              <a:gd name="connsiteY70" fmla="*/ 4061579 h 6858000"/>
              <a:gd name="connsiteX71" fmla="*/ 5872173 w 6127689"/>
              <a:gd name="connsiteY71" fmla="*/ 4088497 h 6858000"/>
              <a:gd name="connsiteX72" fmla="*/ 5883705 w 6127689"/>
              <a:gd name="connsiteY72" fmla="*/ 4101899 h 6858000"/>
              <a:gd name="connsiteX73" fmla="*/ 5894095 w 6127689"/>
              <a:gd name="connsiteY73" fmla="*/ 4128857 h 6858000"/>
              <a:gd name="connsiteX74" fmla="*/ 5898339 w 6127689"/>
              <a:gd name="connsiteY74" fmla="*/ 4140800 h 6858000"/>
              <a:gd name="connsiteX75" fmla="*/ 5903513 w 6127689"/>
              <a:gd name="connsiteY75" fmla="*/ 4187661 h 6858000"/>
              <a:gd name="connsiteX76" fmla="*/ 5917114 w 6127689"/>
              <a:gd name="connsiteY76" fmla="*/ 4213096 h 6858000"/>
              <a:gd name="connsiteX77" fmla="*/ 5924233 w 6127689"/>
              <a:gd name="connsiteY77" fmla="*/ 4242060 h 6858000"/>
              <a:gd name="connsiteX78" fmla="*/ 5928910 w 6127689"/>
              <a:gd name="connsiteY78" fmla="*/ 4300973 h 6858000"/>
              <a:gd name="connsiteX79" fmla="*/ 5939320 w 6127689"/>
              <a:gd name="connsiteY79" fmla="*/ 4340435 h 6858000"/>
              <a:gd name="connsiteX80" fmla="*/ 5946705 w 6127689"/>
              <a:gd name="connsiteY80" fmla="*/ 4428051 h 6858000"/>
              <a:gd name="connsiteX81" fmla="*/ 5949261 w 6127689"/>
              <a:gd name="connsiteY81" fmla="*/ 4449185 h 6858000"/>
              <a:gd name="connsiteX82" fmla="*/ 5957504 w 6127689"/>
              <a:gd name="connsiteY82" fmla="*/ 4465911 h 6858000"/>
              <a:gd name="connsiteX83" fmla="*/ 5964689 w 6127689"/>
              <a:gd name="connsiteY83" fmla="*/ 4468532 h 6858000"/>
              <a:gd name="connsiteX84" fmla="*/ 5967062 w 6127689"/>
              <a:gd name="connsiteY84" fmla="*/ 4479923 h 6858000"/>
              <a:gd name="connsiteX85" fmla="*/ 5968960 w 6127689"/>
              <a:gd name="connsiteY85" fmla="*/ 4482655 h 6858000"/>
              <a:gd name="connsiteX86" fmla="*/ 5978567 w 6127689"/>
              <a:gd name="connsiteY86" fmla="*/ 4498605 h 6858000"/>
              <a:gd name="connsiteX87" fmla="*/ 5980106 w 6127689"/>
              <a:gd name="connsiteY87" fmla="*/ 4585087 h 6858000"/>
              <a:gd name="connsiteX88" fmla="*/ 5998138 w 6127689"/>
              <a:gd name="connsiteY88" fmla="*/ 4697518 h 6858000"/>
              <a:gd name="connsiteX89" fmla="*/ 6013516 w 6127689"/>
              <a:gd name="connsiteY89" fmla="*/ 4786619 h 6858000"/>
              <a:gd name="connsiteX90" fmla="*/ 6025404 w 6127689"/>
              <a:gd name="connsiteY90" fmla="*/ 4858148 h 6858000"/>
              <a:gd name="connsiteX91" fmla="*/ 6007749 w 6127689"/>
              <a:gd name="connsiteY91" fmla="*/ 4964715 h 6858000"/>
              <a:gd name="connsiteX92" fmla="*/ 6005269 w 6127689"/>
              <a:gd name="connsiteY92" fmla="*/ 5150567 h 6858000"/>
              <a:gd name="connsiteX93" fmla="*/ 6001127 w 6127689"/>
              <a:gd name="connsiteY93" fmla="*/ 5164609 h 6858000"/>
              <a:gd name="connsiteX94" fmla="*/ 5996647 w 6127689"/>
              <a:gd name="connsiteY94" fmla="*/ 5185640 h 6858000"/>
              <a:gd name="connsiteX95" fmla="*/ 5998514 w 6127689"/>
              <a:gd name="connsiteY95" fmla="*/ 5189673 h 6858000"/>
              <a:gd name="connsiteX96" fmla="*/ 6018409 w 6127689"/>
              <a:gd name="connsiteY96" fmla="*/ 5227157 h 6858000"/>
              <a:gd name="connsiteX97" fmla="*/ 6036748 w 6127689"/>
              <a:gd name="connsiteY97" fmla="*/ 5322752 h 6858000"/>
              <a:gd name="connsiteX98" fmla="*/ 6036943 w 6127689"/>
              <a:gd name="connsiteY98" fmla="*/ 5329480 h 6858000"/>
              <a:gd name="connsiteX99" fmla="*/ 6037236 w 6127689"/>
              <a:gd name="connsiteY99" fmla="*/ 5329634 h 6858000"/>
              <a:gd name="connsiteX100" fmla="*/ 6038019 w 6127689"/>
              <a:gd name="connsiteY100" fmla="*/ 5336764 h 6858000"/>
              <a:gd name="connsiteX101" fmla="*/ 6037298 w 6127689"/>
              <a:gd name="connsiteY101" fmla="*/ 5341753 h 6858000"/>
              <a:gd name="connsiteX102" fmla="*/ 6037677 w 6127689"/>
              <a:gd name="connsiteY102" fmla="*/ 5354807 h 6858000"/>
              <a:gd name="connsiteX103" fmla="*/ 6039728 w 6127689"/>
              <a:gd name="connsiteY103" fmla="*/ 5359416 h 6858000"/>
              <a:gd name="connsiteX104" fmla="*/ 6043311 w 6127689"/>
              <a:gd name="connsiteY104" fmla="*/ 5361407 h 6858000"/>
              <a:gd name="connsiteX105" fmla="*/ 6042954 w 6127689"/>
              <a:gd name="connsiteY105" fmla="*/ 5362576 h 6858000"/>
              <a:gd name="connsiteX106" fmla="*/ 6053435 w 6127689"/>
              <a:gd name="connsiteY106" fmla="*/ 5387547 h 6858000"/>
              <a:gd name="connsiteX107" fmla="*/ 6065933 w 6127689"/>
              <a:gd name="connsiteY107" fmla="*/ 5443002 h 6858000"/>
              <a:gd name="connsiteX108" fmla="*/ 6068640 w 6127689"/>
              <a:gd name="connsiteY108" fmla="*/ 5474503 h 6858000"/>
              <a:gd name="connsiteX109" fmla="*/ 6080922 w 6127689"/>
              <a:gd name="connsiteY109" fmla="*/ 5561070 h 6858000"/>
              <a:gd name="connsiteX110" fmla="*/ 6096949 w 6127689"/>
              <a:gd name="connsiteY110" fmla="*/ 5648179 h 6858000"/>
              <a:gd name="connsiteX111" fmla="*/ 6125703 w 6127689"/>
              <a:gd name="connsiteY111" fmla="*/ 5692894 h 6858000"/>
              <a:gd name="connsiteX112" fmla="*/ 6126670 w 6127689"/>
              <a:gd name="connsiteY112" fmla="*/ 5697882 h 6858000"/>
              <a:gd name="connsiteX113" fmla="*/ 6124061 w 6127689"/>
              <a:gd name="connsiteY113" fmla="*/ 5710294 h 6858000"/>
              <a:gd name="connsiteX114" fmla="*/ 6122213 w 6127689"/>
              <a:gd name="connsiteY114" fmla="*/ 5714762 h 6858000"/>
              <a:gd name="connsiteX115" fmla="*/ 6121353 w 6127689"/>
              <a:gd name="connsiteY115" fmla="*/ 5721725 h 6858000"/>
              <a:gd name="connsiteX116" fmla="*/ 6121607 w 6127689"/>
              <a:gd name="connsiteY116" fmla="*/ 5721959 h 6858000"/>
              <a:gd name="connsiteX117" fmla="*/ 6120262 w 6127689"/>
              <a:gd name="connsiteY117" fmla="*/ 5728358 h 6858000"/>
              <a:gd name="connsiteX118" fmla="*/ 6127024 w 6127689"/>
              <a:gd name="connsiteY118" fmla="*/ 5786902 h 6858000"/>
              <a:gd name="connsiteX119" fmla="*/ 6127519 w 6127689"/>
              <a:gd name="connsiteY119" fmla="*/ 5865775 h 6858000"/>
              <a:gd name="connsiteX120" fmla="*/ 6119217 w 6127689"/>
              <a:gd name="connsiteY120" fmla="*/ 5888542 h 6858000"/>
              <a:gd name="connsiteX121" fmla="*/ 6102493 w 6127689"/>
              <a:gd name="connsiteY121" fmla="*/ 5928602 h 6858000"/>
              <a:gd name="connsiteX122" fmla="*/ 6056863 w 6127689"/>
              <a:gd name="connsiteY122" fmla="*/ 6000643 h 6858000"/>
              <a:gd name="connsiteX123" fmla="*/ 6045436 w 6127689"/>
              <a:gd name="connsiteY123" fmla="*/ 6124480 h 6858000"/>
              <a:gd name="connsiteX124" fmla="*/ 6030489 w 6127689"/>
              <a:gd name="connsiteY124" fmla="*/ 6317666 h 6858000"/>
              <a:gd name="connsiteX125" fmla="*/ 6007492 w 6127689"/>
              <a:gd name="connsiteY125" fmla="*/ 6440818 h 6858000"/>
              <a:gd name="connsiteX126" fmla="*/ 6009467 w 6127689"/>
              <a:gd name="connsiteY126" fmla="*/ 6487076 h 6858000"/>
              <a:gd name="connsiteX127" fmla="*/ 5995064 w 6127689"/>
              <a:gd name="connsiteY127" fmla="*/ 6540791 h 6858000"/>
              <a:gd name="connsiteX128" fmla="*/ 5996309 w 6127689"/>
              <a:gd name="connsiteY128" fmla="*/ 6543961 h 6858000"/>
              <a:gd name="connsiteX129" fmla="*/ 5996048 w 6127689"/>
              <a:gd name="connsiteY129" fmla="*/ 6555444 h 6858000"/>
              <a:gd name="connsiteX130" fmla="*/ 6002524 w 6127689"/>
              <a:gd name="connsiteY130" fmla="*/ 6560188 h 6858000"/>
              <a:gd name="connsiteX131" fmla="*/ 6006823 w 6127689"/>
              <a:gd name="connsiteY131" fmla="*/ 6578546 h 6858000"/>
              <a:gd name="connsiteX132" fmla="*/ 6004510 w 6127689"/>
              <a:gd name="connsiteY132" fmla="*/ 6599256 h 6858000"/>
              <a:gd name="connsiteX133" fmla="*/ 5986207 w 6127689"/>
              <a:gd name="connsiteY133" fmla="*/ 6695855 h 6858000"/>
              <a:gd name="connsiteX134" fmla="*/ 5979428 w 6127689"/>
              <a:gd name="connsiteY134" fmla="*/ 6754678 h 6858000"/>
              <a:gd name="connsiteX135" fmla="*/ 5983398 w 6127689"/>
              <a:gd name="connsiteY135" fmla="*/ 6778641 h 6858000"/>
              <a:gd name="connsiteX136" fmla="*/ 5984543 w 6127689"/>
              <a:gd name="connsiteY136" fmla="*/ 6811016 h 6858000"/>
              <a:gd name="connsiteX137" fmla="*/ 5981802 w 6127689"/>
              <a:gd name="connsiteY137" fmla="*/ 6838578 h 6858000"/>
              <a:gd name="connsiteX138" fmla="*/ 5979671 w 6127689"/>
              <a:gd name="connsiteY138" fmla="*/ 6858000 h 6858000"/>
              <a:gd name="connsiteX139" fmla="*/ 0 w 6127689"/>
              <a:gd name="connsiteY139" fmla="*/ 6858000 h 6858000"/>
              <a:gd name="connsiteX140" fmla="*/ 0 w 6127689"/>
              <a:gd name="connsiteY140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898339 w 6127689"/>
              <a:gd name="connsiteY73" fmla="*/ 4140800 h 6858000"/>
              <a:gd name="connsiteX74" fmla="*/ 5903513 w 6127689"/>
              <a:gd name="connsiteY74" fmla="*/ 4187661 h 6858000"/>
              <a:gd name="connsiteX75" fmla="*/ 5917114 w 6127689"/>
              <a:gd name="connsiteY75" fmla="*/ 4213096 h 6858000"/>
              <a:gd name="connsiteX76" fmla="*/ 5924233 w 6127689"/>
              <a:gd name="connsiteY76" fmla="*/ 4242060 h 6858000"/>
              <a:gd name="connsiteX77" fmla="*/ 5928910 w 6127689"/>
              <a:gd name="connsiteY77" fmla="*/ 4300973 h 6858000"/>
              <a:gd name="connsiteX78" fmla="*/ 5939320 w 6127689"/>
              <a:gd name="connsiteY78" fmla="*/ 4340435 h 6858000"/>
              <a:gd name="connsiteX79" fmla="*/ 5946705 w 6127689"/>
              <a:gd name="connsiteY79" fmla="*/ 4428051 h 6858000"/>
              <a:gd name="connsiteX80" fmla="*/ 5949261 w 6127689"/>
              <a:gd name="connsiteY80" fmla="*/ 4449185 h 6858000"/>
              <a:gd name="connsiteX81" fmla="*/ 5957504 w 6127689"/>
              <a:gd name="connsiteY81" fmla="*/ 4465911 h 6858000"/>
              <a:gd name="connsiteX82" fmla="*/ 5964689 w 6127689"/>
              <a:gd name="connsiteY82" fmla="*/ 4468532 h 6858000"/>
              <a:gd name="connsiteX83" fmla="*/ 5967062 w 6127689"/>
              <a:gd name="connsiteY83" fmla="*/ 4479923 h 6858000"/>
              <a:gd name="connsiteX84" fmla="*/ 5968960 w 6127689"/>
              <a:gd name="connsiteY84" fmla="*/ 4482655 h 6858000"/>
              <a:gd name="connsiteX85" fmla="*/ 5978567 w 6127689"/>
              <a:gd name="connsiteY85" fmla="*/ 4498605 h 6858000"/>
              <a:gd name="connsiteX86" fmla="*/ 5980106 w 6127689"/>
              <a:gd name="connsiteY86" fmla="*/ 4585087 h 6858000"/>
              <a:gd name="connsiteX87" fmla="*/ 5998138 w 6127689"/>
              <a:gd name="connsiteY87" fmla="*/ 4697518 h 6858000"/>
              <a:gd name="connsiteX88" fmla="*/ 6013516 w 6127689"/>
              <a:gd name="connsiteY88" fmla="*/ 4786619 h 6858000"/>
              <a:gd name="connsiteX89" fmla="*/ 6025404 w 6127689"/>
              <a:gd name="connsiteY89" fmla="*/ 4858148 h 6858000"/>
              <a:gd name="connsiteX90" fmla="*/ 6007749 w 6127689"/>
              <a:gd name="connsiteY90" fmla="*/ 4964715 h 6858000"/>
              <a:gd name="connsiteX91" fmla="*/ 6005269 w 6127689"/>
              <a:gd name="connsiteY91" fmla="*/ 5150567 h 6858000"/>
              <a:gd name="connsiteX92" fmla="*/ 6001127 w 6127689"/>
              <a:gd name="connsiteY92" fmla="*/ 5164609 h 6858000"/>
              <a:gd name="connsiteX93" fmla="*/ 5996647 w 6127689"/>
              <a:gd name="connsiteY93" fmla="*/ 5185640 h 6858000"/>
              <a:gd name="connsiteX94" fmla="*/ 5998514 w 6127689"/>
              <a:gd name="connsiteY94" fmla="*/ 5189673 h 6858000"/>
              <a:gd name="connsiteX95" fmla="*/ 6018409 w 6127689"/>
              <a:gd name="connsiteY95" fmla="*/ 5227157 h 6858000"/>
              <a:gd name="connsiteX96" fmla="*/ 6036748 w 6127689"/>
              <a:gd name="connsiteY96" fmla="*/ 5322752 h 6858000"/>
              <a:gd name="connsiteX97" fmla="*/ 6036943 w 6127689"/>
              <a:gd name="connsiteY97" fmla="*/ 5329480 h 6858000"/>
              <a:gd name="connsiteX98" fmla="*/ 6037236 w 6127689"/>
              <a:gd name="connsiteY98" fmla="*/ 5329634 h 6858000"/>
              <a:gd name="connsiteX99" fmla="*/ 6038019 w 6127689"/>
              <a:gd name="connsiteY99" fmla="*/ 5336764 h 6858000"/>
              <a:gd name="connsiteX100" fmla="*/ 6037298 w 6127689"/>
              <a:gd name="connsiteY100" fmla="*/ 5341753 h 6858000"/>
              <a:gd name="connsiteX101" fmla="*/ 6037677 w 6127689"/>
              <a:gd name="connsiteY101" fmla="*/ 5354807 h 6858000"/>
              <a:gd name="connsiteX102" fmla="*/ 6039728 w 6127689"/>
              <a:gd name="connsiteY102" fmla="*/ 5359416 h 6858000"/>
              <a:gd name="connsiteX103" fmla="*/ 6043311 w 6127689"/>
              <a:gd name="connsiteY103" fmla="*/ 5361407 h 6858000"/>
              <a:gd name="connsiteX104" fmla="*/ 6042954 w 6127689"/>
              <a:gd name="connsiteY104" fmla="*/ 5362576 h 6858000"/>
              <a:gd name="connsiteX105" fmla="*/ 6053435 w 6127689"/>
              <a:gd name="connsiteY105" fmla="*/ 5387547 h 6858000"/>
              <a:gd name="connsiteX106" fmla="*/ 6065933 w 6127689"/>
              <a:gd name="connsiteY106" fmla="*/ 5443002 h 6858000"/>
              <a:gd name="connsiteX107" fmla="*/ 6068640 w 6127689"/>
              <a:gd name="connsiteY107" fmla="*/ 5474503 h 6858000"/>
              <a:gd name="connsiteX108" fmla="*/ 6080922 w 6127689"/>
              <a:gd name="connsiteY108" fmla="*/ 5561070 h 6858000"/>
              <a:gd name="connsiteX109" fmla="*/ 6096949 w 6127689"/>
              <a:gd name="connsiteY109" fmla="*/ 5648179 h 6858000"/>
              <a:gd name="connsiteX110" fmla="*/ 6125703 w 6127689"/>
              <a:gd name="connsiteY110" fmla="*/ 5692894 h 6858000"/>
              <a:gd name="connsiteX111" fmla="*/ 6126670 w 6127689"/>
              <a:gd name="connsiteY111" fmla="*/ 5697882 h 6858000"/>
              <a:gd name="connsiteX112" fmla="*/ 6124061 w 6127689"/>
              <a:gd name="connsiteY112" fmla="*/ 5710294 h 6858000"/>
              <a:gd name="connsiteX113" fmla="*/ 6122213 w 6127689"/>
              <a:gd name="connsiteY113" fmla="*/ 5714762 h 6858000"/>
              <a:gd name="connsiteX114" fmla="*/ 6121353 w 6127689"/>
              <a:gd name="connsiteY114" fmla="*/ 5721725 h 6858000"/>
              <a:gd name="connsiteX115" fmla="*/ 6121607 w 6127689"/>
              <a:gd name="connsiteY115" fmla="*/ 5721959 h 6858000"/>
              <a:gd name="connsiteX116" fmla="*/ 6120262 w 6127689"/>
              <a:gd name="connsiteY116" fmla="*/ 5728358 h 6858000"/>
              <a:gd name="connsiteX117" fmla="*/ 6127024 w 6127689"/>
              <a:gd name="connsiteY117" fmla="*/ 5786902 h 6858000"/>
              <a:gd name="connsiteX118" fmla="*/ 6127519 w 6127689"/>
              <a:gd name="connsiteY118" fmla="*/ 5865775 h 6858000"/>
              <a:gd name="connsiteX119" fmla="*/ 6119217 w 6127689"/>
              <a:gd name="connsiteY119" fmla="*/ 5888542 h 6858000"/>
              <a:gd name="connsiteX120" fmla="*/ 6102493 w 6127689"/>
              <a:gd name="connsiteY120" fmla="*/ 5928602 h 6858000"/>
              <a:gd name="connsiteX121" fmla="*/ 6056863 w 6127689"/>
              <a:gd name="connsiteY121" fmla="*/ 6000643 h 6858000"/>
              <a:gd name="connsiteX122" fmla="*/ 6045436 w 6127689"/>
              <a:gd name="connsiteY122" fmla="*/ 6124480 h 6858000"/>
              <a:gd name="connsiteX123" fmla="*/ 6030489 w 6127689"/>
              <a:gd name="connsiteY123" fmla="*/ 6317666 h 6858000"/>
              <a:gd name="connsiteX124" fmla="*/ 6007492 w 6127689"/>
              <a:gd name="connsiteY124" fmla="*/ 6440818 h 6858000"/>
              <a:gd name="connsiteX125" fmla="*/ 6009467 w 6127689"/>
              <a:gd name="connsiteY125" fmla="*/ 6487076 h 6858000"/>
              <a:gd name="connsiteX126" fmla="*/ 5995064 w 6127689"/>
              <a:gd name="connsiteY126" fmla="*/ 6540791 h 6858000"/>
              <a:gd name="connsiteX127" fmla="*/ 5996309 w 6127689"/>
              <a:gd name="connsiteY127" fmla="*/ 6543961 h 6858000"/>
              <a:gd name="connsiteX128" fmla="*/ 5996048 w 6127689"/>
              <a:gd name="connsiteY128" fmla="*/ 6555444 h 6858000"/>
              <a:gd name="connsiteX129" fmla="*/ 6002524 w 6127689"/>
              <a:gd name="connsiteY129" fmla="*/ 6560188 h 6858000"/>
              <a:gd name="connsiteX130" fmla="*/ 6006823 w 6127689"/>
              <a:gd name="connsiteY130" fmla="*/ 6578546 h 6858000"/>
              <a:gd name="connsiteX131" fmla="*/ 6004510 w 6127689"/>
              <a:gd name="connsiteY131" fmla="*/ 6599256 h 6858000"/>
              <a:gd name="connsiteX132" fmla="*/ 5986207 w 6127689"/>
              <a:gd name="connsiteY132" fmla="*/ 6695855 h 6858000"/>
              <a:gd name="connsiteX133" fmla="*/ 5979428 w 6127689"/>
              <a:gd name="connsiteY133" fmla="*/ 6754678 h 6858000"/>
              <a:gd name="connsiteX134" fmla="*/ 5983398 w 6127689"/>
              <a:gd name="connsiteY134" fmla="*/ 6778641 h 6858000"/>
              <a:gd name="connsiteX135" fmla="*/ 5984543 w 6127689"/>
              <a:gd name="connsiteY135" fmla="*/ 6811016 h 6858000"/>
              <a:gd name="connsiteX136" fmla="*/ 5981802 w 6127689"/>
              <a:gd name="connsiteY136" fmla="*/ 6838578 h 6858000"/>
              <a:gd name="connsiteX137" fmla="*/ 5979671 w 6127689"/>
              <a:gd name="connsiteY137" fmla="*/ 6858000 h 6858000"/>
              <a:gd name="connsiteX138" fmla="*/ 0 w 6127689"/>
              <a:gd name="connsiteY138" fmla="*/ 6858000 h 6858000"/>
              <a:gd name="connsiteX139" fmla="*/ 0 w 6127689"/>
              <a:gd name="connsiteY139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898339 w 6127689"/>
              <a:gd name="connsiteY73" fmla="*/ 4140800 h 6858000"/>
              <a:gd name="connsiteX74" fmla="*/ 5903513 w 6127689"/>
              <a:gd name="connsiteY74" fmla="*/ 4187661 h 6858000"/>
              <a:gd name="connsiteX75" fmla="*/ 5917114 w 6127689"/>
              <a:gd name="connsiteY75" fmla="*/ 4213096 h 6858000"/>
              <a:gd name="connsiteX76" fmla="*/ 5924233 w 6127689"/>
              <a:gd name="connsiteY76" fmla="*/ 4242060 h 6858000"/>
              <a:gd name="connsiteX77" fmla="*/ 5928910 w 6127689"/>
              <a:gd name="connsiteY77" fmla="*/ 4300973 h 6858000"/>
              <a:gd name="connsiteX78" fmla="*/ 5939320 w 6127689"/>
              <a:gd name="connsiteY78" fmla="*/ 4340435 h 6858000"/>
              <a:gd name="connsiteX79" fmla="*/ 5946705 w 6127689"/>
              <a:gd name="connsiteY79" fmla="*/ 4428051 h 6858000"/>
              <a:gd name="connsiteX80" fmla="*/ 5949261 w 6127689"/>
              <a:gd name="connsiteY80" fmla="*/ 4449185 h 6858000"/>
              <a:gd name="connsiteX81" fmla="*/ 5957504 w 6127689"/>
              <a:gd name="connsiteY81" fmla="*/ 4465911 h 6858000"/>
              <a:gd name="connsiteX82" fmla="*/ 5964689 w 6127689"/>
              <a:gd name="connsiteY82" fmla="*/ 4468532 h 6858000"/>
              <a:gd name="connsiteX83" fmla="*/ 5967062 w 6127689"/>
              <a:gd name="connsiteY83" fmla="*/ 4479923 h 6858000"/>
              <a:gd name="connsiteX84" fmla="*/ 5968960 w 6127689"/>
              <a:gd name="connsiteY84" fmla="*/ 4482655 h 6858000"/>
              <a:gd name="connsiteX85" fmla="*/ 5980106 w 6127689"/>
              <a:gd name="connsiteY85" fmla="*/ 4585087 h 6858000"/>
              <a:gd name="connsiteX86" fmla="*/ 5998138 w 6127689"/>
              <a:gd name="connsiteY86" fmla="*/ 4697518 h 6858000"/>
              <a:gd name="connsiteX87" fmla="*/ 6013516 w 6127689"/>
              <a:gd name="connsiteY87" fmla="*/ 4786619 h 6858000"/>
              <a:gd name="connsiteX88" fmla="*/ 6025404 w 6127689"/>
              <a:gd name="connsiteY88" fmla="*/ 4858148 h 6858000"/>
              <a:gd name="connsiteX89" fmla="*/ 6007749 w 6127689"/>
              <a:gd name="connsiteY89" fmla="*/ 4964715 h 6858000"/>
              <a:gd name="connsiteX90" fmla="*/ 6005269 w 6127689"/>
              <a:gd name="connsiteY90" fmla="*/ 5150567 h 6858000"/>
              <a:gd name="connsiteX91" fmla="*/ 6001127 w 6127689"/>
              <a:gd name="connsiteY91" fmla="*/ 5164609 h 6858000"/>
              <a:gd name="connsiteX92" fmla="*/ 5996647 w 6127689"/>
              <a:gd name="connsiteY92" fmla="*/ 5185640 h 6858000"/>
              <a:gd name="connsiteX93" fmla="*/ 5998514 w 6127689"/>
              <a:gd name="connsiteY93" fmla="*/ 5189673 h 6858000"/>
              <a:gd name="connsiteX94" fmla="*/ 6018409 w 6127689"/>
              <a:gd name="connsiteY94" fmla="*/ 5227157 h 6858000"/>
              <a:gd name="connsiteX95" fmla="*/ 6036748 w 6127689"/>
              <a:gd name="connsiteY95" fmla="*/ 5322752 h 6858000"/>
              <a:gd name="connsiteX96" fmla="*/ 6036943 w 6127689"/>
              <a:gd name="connsiteY96" fmla="*/ 5329480 h 6858000"/>
              <a:gd name="connsiteX97" fmla="*/ 6037236 w 6127689"/>
              <a:gd name="connsiteY97" fmla="*/ 5329634 h 6858000"/>
              <a:gd name="connsiteX98" fmla="*/ 6038019 w 6127689"/>
              <a:gd name="connsiteY98" fmla="*/ 5336764 h 6858000"/>
              <a:gd name="connsiteX99" fmla="*/ 6037298 w 6127689"/>
              <a:gd name="connsiteY99" fmla="*/ 5341753 h 6858000"/>
              <a:gd name="connsiteX100" fmla="*/ 6037677 w 6127689"/>
              <a:gd name="connsiteY100" fmla="*/ 5354807 h 6858000"/>
              <a:gd name="connsiteX101" fmla="*/ 6039728 w 6127689"/>
              <a:gd name="connsiteY101" fmla="*/ 5359416 h 6858000"/>
              <a:gd name="connsiteX102" fmla="*/ 6043311 w 6127689"/>
              <a:gd name="connsiteY102" fmla="*/ 5361407 h 6858000"/>
              <a:gd name="connsiteX103" fmla="*/ 6042954 w 6127689"/>
              <a:gd name="connsiteY103" fmla="*/ 5362576 h 6858000"/>
              <a:gd name="connsiteX104" fmla="*/ 6053435 w 6127689"/>
              <a:gd name="connsiteY104" fmla="*/ 5387547 h 6858000"/>
              <a:gd name="connsiteX105" fmla="*/ 6065933 w 6127689"/>
              <a:gd name="connsiteY105" fmla="*/ 5443002 h 6858000"/>
              <a:gd name="connsiteX106" fmla="*/ 6068640 w 6127689"/>
              <a:gd name="connsiteY106" fmla="*/ 5474503 h 6858000"/>
              <a:gd name="connsiteX107" fmla="*/ 6080922 w 6127689"/>
              <a:gd name="connsiteY107" fmla="*/ 5561070 h 6858000"/>
              <a:gd name="connsiteX108" fmla="*/ 6096949 w 6127689"/>
              <a:gd name="connsiteY108" fmla="*/ 5648179 h 6858000"/>
              <a:gd name="connsiteX109" fmla="*/ 6125703 w 6127689"/>
              <a:gd name="connsiteY109" fmla="*/ 5692894 h 6858000"/>
              <a:gd name="connsiteX110" fmla="*/ 6126670 w 6127689"/>
              <a:gd name="connsiteY110" fmla="*/ 5697882 h 6858000"/>
              <a:gd name="connsiteX111" fmla="*/ 6124061 w 6127689"/>
              <a:gd name="connsiteY111" fmla="*/ 5710294 h 6858000"/>
              <a:gd name="connsiteX112" fmla="*/ 6122213 w 6127689"/>
              <a:gd name="connsiteY112" fmla="*/ 5714762 h 6858000"/>
              <a:gd name="connsiteX113" fmla="*/ 6121353 w 6127689"/>
              <a:gd name="connsiteY113" fmla="*/ 5721725 h 6858000"/>
              <a:gd name="connsiteX114" fmla="*/ 6121607 w 6127689"/>
              <a:gd name="connsiteY114" fmla="*/ 5721959 h 6858000"/>
              <a:gd name="connsiteX115" fmla="*/ 6120262 w 6127689"/>
              <a:gd name="connsiteY115" fmla="*/ 5728358 h 6858000"/>
              <a:gd name="connsiteX116" fmla="*/ 6127024 w 6127689"/>
              <a:gd name="connsiteY116" fmla="*/ 5786902 h 6858000"/>
              <a:gd name="connsiteX117" fmla="*/ 6127519 w 6127689"/>
              <a:gd name="connsiteY117" fmla="*/ 5865775 h 6858000"/>
              <a:gd name="connsiteX118" fmla="*/ 6119217 w 6127689"/>
              <a:gd name="connsiteY118" fmla="*/ 5888542 h 6858000"/>
              <a:gd name="connsiteX119" fmla="*/ 6102493 w 6127689"/>
              <a:gd name="connsiteY119" fmla="*/ 5928602 h 6858000"/>
              <a:gd name="connsiteX120" fmla="*/ 6056863 w 6127689"/>
              <a:gd name="connsiteY120" fmla="*/ 6000643 h 6858000"/>
              <a:gd name="connsiteX121" fmla="*/ 6045436 w 6127689"/>
              <a:gd name="connsiteY121" fmla="*/ 6124480 h 6858000"/>
              <a:gd name="connsiteX122" fmla="*/ 6030489 w 6127689"/>
              <a:gd name="connsiteY122" fmla="*/ 6317666 h 6858000"/>
              <a:gd name="connsiteX123" fmla="*/ 6007492 w 6127689"/>
              <a:gd name="connsiteY123" fmla="*/ 6440818 h 6858000"/>
              <a:gd name="connsiteX124" fmla="*/ 6009467 w 6127689"/>
              <a:gd name="connsiteY124" fmla="*/ 6487076 h 6858000"/>
              <a:gd name="connsiteX125" fmla="*/ 5995064 w 6127689"/>
              <a:gd name="connsiteY125" fmla="*/ 6540791 h 6858000"/>
              <a:gd name="connsiteX126" fmla="*/ 5996309 w 6127689"/>
              <a:gd name="connsiteY126" fmla="*/ 6543961 h 6858000"/>
              <a:gd name="connsiteX127" fmla="*/ 5996048 w 6127689"/>
              <a:gd name="connsiteY127" fmla="*/ 6555444 h 6858000"/>
              <a:gd name="connsiteX128" fmla="*/ 6002524 w 6127689"/>
              <a:gd name="connsiteY128" fmla="*/ 6560188 h 6858000"/>
              <a:gd name="connsiteX129" fmla="*/ 6006823 w 6127689"/>
              <a:gd name="connsiteY129" fmla="*/ 6578546 h 6858000"/>
              <a:gd name="connsiteX130" fmla="*/ 6004510 w 6127689"/>
              <a:gd name="connsiteY130" fmla="*/ 6599256 h 6858000"/>
              <a:gd name="connsiteX131" fmla="*/ 5986207 w 6127689"/>
              <a:gd name="connsiteY131" fmla="*/ 6695855 h 6858000"/>
              <a:gd name="connsiteX132" fmla="*/ 5979428 w 6127689"/>
              <a:gd name="connsiteY132" fmla="*/ 6754678 h 6858000"/>
              <a:gd name="connsiteX133" fmla="*/ 5983398 w 6127689"/>
              <a:gd name="connsiteY133" fmla="*/ 6778641 h 6858000"/>
              <a:gd name="connsiteX134" fmla="*/ 5984543 w 6127689"/>
              <a:gd name="connsiteY134" fmla="*/ 6811016 h 6858000"/>
              <a:gd name="connsiteX135" fmla="*/ 5981802 w 6127689"/>
              <a:gd name="connsiteY135" fmla="*/ 6838578 h 6858000"/>
              <a:gd name="connsiteX136" fmla="*/ 5979671 w 6127689"/>
              <a:gd name="connsiteY136" fmla="*/ 6858000 h 6858000"/>
              <a:gd name="connsiteX137" fmla="*/ 0 w 6127689"/>
              <a:gd name="connsiteY137" fmla="*/ 6858000 h 6858000"/>
              <a:gd name="connsiteX138" fmla="*/ 0 w 6127689"/>
              <a:gd name="connsiteY138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898339 w 6127689"/>
              <a:gd name="connsiteY73" fmla="*/ 4140800 h 6858000"/>
              <a:gd name="connsiteX74" fmla="*/ 5903513 w 6127689"/>
              <a:gd name="connsiteY74" fmla="*/ 4187661 h 6858000"/>
              <a:gd name="connsiteX75" fmla="*/ 5917114 w 6127689"/>
              <a:gd name="connsiteY75" fmla="*/ 4213096 h 6858000"/>
              <a:gd name="connsiteX76" fmla="*/ 5924233 w 6127689"/>
              <a:gd name="connsiteY76" fmla="*/ 4242060 h 6858000"/>
              <a:gd name="connsiteX77" fmla="*/ 5928910 w 6127689"/>
              <a:gd name="connsiteY77" fmla="*/ 4300973 h 6858000"/>
              <a:gd name="connsiteX78" fmla="*/ 5939320 w 6127689"/>
              <a:gd name="connsiteY78" fmla="*/ 4340435 h 6858000"/>
              <a:gd name="connsiteX79" fmla="*/ 5946705 w 6127689"/>
              <a:gd name="connsiteY79" fmla="*/ 4428051 h 6858000"/>
              <a:gd name="connsiteX80" fmla="*/ 5949261 w 6127689"/>
              <a:gd name="connsiteY80" fmla="*/ 4449185 h 6858000"/>
              <a:gd name="connsiteX81" fmla="*/ 5957504 w 6127689"/>
              <a:gd name="connsiteY81" fmla="*/ 4465911 h 6858000"/>
              <a:gd name="connsiteX82" fmla="*/ 5967062 w 6127689"/>
              <a:gd name="connsiteY82" fmla="*/ 4479923 h 6858000"/>
              <a:gd name="connsiteX83" fmla="*/ 5968960 w 6127689"/>
              <a:gd name="connsiteY83" fmla="*/ 4482655 h 6858000"/>
              <a:gd name="connsiteX84" fmla="*/ 5980106 w 6127689"/>
              <a:gd name="connsiteY84" fmla="*/ 4585087 h 6858000"/>
              <a:gd name="connsiteX85" fmla="*/ 5998138 w 6127689"/>
              <a:gd name="connsiteY85" fmla="*/ 4697518 h 6858000"/>
              <a:gd name="connsiteX86" fmla="*/ 6013516 w 6127689"/>
              <a:gd name="connsiteY86" fmla="*/ 4786619 h 6858000"/>
              <a:gd name="connsiteX87" fmla="*/ 6025404 w 6127689"/>
              <a:gd name="connsiteY87" fmla="*/ 4858148 h 6858000"/>
              <a:gd name="connsiteX88" fmla="*/ 6007749 w 6127689"/>
              <a:gd name="connsiteY88" fmla="*/ 4964715 h 6858000"/>
              <a:gd name="connsiteX89" fmla="*/ 6005269 w 6127689"/>
              <a:gd name="connsiteY89" fmla="*/ 5150567 h 6858000"/>
              <a:gd name="connsiteX90" fmla="*/ 6001127 w 6127689"/>
              <a:gd name="connsiteY90" fmla="*/ 5164609 h 6858000"/>
              <a:gd name="connsiteX91" fmla="*/ 5996647 w 6127689"/>
              <a:gd name="connsiteY91" fmla="*/ 5185640 h 6858000"/>
              <a:gd name="connsiteX92" fmla="*/ 5998514 w 6127689"/>
              <a:gd name="connsiteY92" fmla="*/ 5189673 h 6858000"/>
              <a:gd name="connsiteX93" fmla="*/ 6018409 w 6127689"/>
              <a:gd name="connsiteY93" fmla="*/ 5227157 h 6858000"/>
              <a:gd name="connsiteX94" fmla="*/ 6036748 w 6127689"/>
              <a:gd name="connsiteY94" fmla="*/ 5322752 h 6858000"/>
              <a:gd name="connsiteX95" fmla="*/ 6036943 w 6127689"/>
              <a:gd name="connsiteY95" fmla="*/ 5329480 h 6858000"/>
              <a:gd name="connsiteX96" fmla="*/ 6037236 w 6127689"/>
              <a:gd name="connsiteY96" fmla="*/ 5329634 h 6858000"/>
              <a:gd name="connsiteX97" fmla="*/ 6038019 w 6127689"/>
              <a:gd name="connsiteY97" fmla="*/ 5336764 h 6858000"/>
              <a:gd name="connsiteX98" fmla="*/ 6037298 w 6127689"/>
              <a:gd name="connsiteY98" fmla="*/ 5341753 h 6858000"/>
              <a:gd name="connsiteX99" fmla="*/ 6037677 w 6127689"/>
              <a:gd name="connsiteY99" fmla="*/ 5354807 h 6858000"/>
              <a:gd name="connsiteX100" fmla="*/ 6039728 w 6127689"/>
              <a:gd name="connsiteY100" fmla="*/ 5359416 h 6858000"/>
              <a:gd name="connsiteX101" fmla="*/ 6043311 w 6127689"/>
              <a:gd name="connsiteY101" fmla="*/ 5361407 h 6858000"/>
              <a:gd name="connsiteX102" fmla="*/ 6042954 w 6127689"/>
              <a:gd name="connsiteY102" fmla="*/ 5362576 h 6858000"/>
              <a:gd name="connsiteX103" fmla="*/ 6053435 w 6127689"/>
              <a:gd name="connsiteY103" fmla="*/ 5387547 h 6858000"/>
              <a:gd name="connsiteX104" fmla="*/ 6065933 w 6127689"/>
              <a:gd name="connsiteY104" fmla="*/ 5443002 h 6858000"/>
              <a:gd name="connsiteX105" fmla="*/ 6068640 w 6127689"/>
              <a:gd name="connsiteY105" fmla="*/ 5474503 h 6858000"/>
              <a:gd name="connsiteX106" fmla="*/ 6080922 w 6127689"/>
              <a:gd name="connsiteY106" fmla="*/ 5561070 h 6858000"/>
              <a:gd name="connsiteX107" fmla="*/ 6096949 w 6127689"/>
              <a:gd name="connsiteY107" fmla="*/ 5648179 h 6858000"/>
              <a:gd name="connsiteX108" fmla="*/ 6125703 w 6127689"/>
              <a:gd name="connsiteY108" fmla="*/ 5692894 h 6858000"/>
              <a:gd name="connsiteX109" fmla="*/ 6126670 w 6127689"/>
              <a:gd name="connsiteY109" fmla="*/ 5697882 h 6858000"/>
              <a:gd name="connsiteX110" fmla="*/ 6124061 w 6127689"/>
              <a:gd name="connsiteY110" fmla="*/ 5710294 h 6858000"/>
              <a:gd name="connsiteX111" fmla="*/ 6122213 w 6127689"/>
              <a:gd name="connsiteY111" fmla="*/ 5714762 h 6858000"/>
              <a:gd name="connsiteX112" fmla="*/ 6121353 w 6127689"/>
              <a:gd name="connsiteY112" fmla="*/ 5721725 h 6858000"/>
              <a:gd name="connsiteX113" fmla="*/ 6121607 w 6127689"/>
              <a:gd name="connsiteY113" fmla="*/ 5721959 h 6858000"/>
              <a:gd name="connsiteX114" fmla="*/ 6120262 w 6127689"/>
              <a:gd name="connsiteY114" fmla="*/ 5728358 h 6858000"/>
              <a:gd name="connsiteX115" fmla="*/ 6127024 w 6127689"/>
              <a:gd name="connsiteY115" fmla="*/ 5786902 h 6858000"/>
              <a:gd name="connsiteX116" fmla="*/ 6127519 w 6127689"/>
              <a:gd name="connsiteY116" fmla="*/ 5865775 h 6858000"/>
              <a:gd name="connsiteX117" fmla="*/ 6119217 w 6127689"/>
              <a:gd name="connsiteY117" fmla="*/ 5888542 h 6858000"/>
              <a:gd name="connsiteX118" fmla="*/ 6102493 w 6127689"/>
              <a:gd name="connsiteY118" fmla="*/ 5928602 h 6858000"/>
              <a:gd name="connsiteX119" fmla="*/ 6056863 w 6127689"/>
              <a:gd name="connsiteY119" fmla="*/ 6000643 h 6858000"/>
              <a:gd name="connsiteX120" fmla="*/ 6045436 w 6127689"/>
              <a:gd name="connsiteY120" fmla="*/ 6124480 h 6858000"/>
              <a:gd name="connsiteX121" fmla="*/ 6030489 w 6127689"/>
              <a:gd name="connsiteY121" fmla="*/ 6317666 h 6858000"/>
              <a:gd name="connsiteX122" fmla="*/ 6007492 w 6127689"/>
              <a:gd name="connsiteY122" fmla="*/ 6440818 h 6858000"/>
              <a:gd name="connsiteX123" fmla="*/ 6009467 w 6127689"/>
              <a:gd name="connsiteY123" fmla="*/ 6487076 h 6858000"/>
              <a:gd name="connsiteX124" fmla="*/ 5995064 w 6127689"/>
              <a:gd name="connsiteY124" fmla="*/ 6540791 h 6858000"/>
              <a:gd name="connsiteX125" fmla="*/ 5996309 w 6127689"/>
              <a:gd name="connsiteY125" fmla="*/ 6543961 h 6858000"/>
              <a:gd name="connsiteX126" fmla="*/ 5996048 w 6127689"/>
              <a:gd name="connsiteY126" fmla="*/ 6555444 h 6858000"/>
              <a:gd name="connsiteX127" fmla="*/ 6002524 w 6127689"/>
              <a:gd name="connsiteY127" fmla="*/ 6560188 h 6858000"/>
              <a:gd name="connsiteX128" fmla="*/ 6006823 w 6127689"/>
              <a:gd name="connsiteY128" fmla="*/ 6578546 h 6858000"/>
              <a:gd name="connsiteX129" fmla="*/ 6004510 w 6127689"/>
              <a:gd name="connsiteY129" fmla="*/ 6599256 h 6858000"/>
              <a:gd name="connsiteX130" fmla="*/ 5986207 w 6127689"/>
              <a:gd name="connsiteY130" fmla="*/ 6695855 h 6858000"/>
              <a:gd name="connsiteX131" fmla="*/ 5979428 w 6127689"/>
              <a:gd name="connsiteY131" fmla="*/ 6754678 h 6858000"/>
              <a:gd name="connsiteX132" fmla="*/ 5983398 w 6127689"/>
              <a:gd name="connsiteY132" fmla="*/ 6778641 h 6858000"/>
              <a:gd name="connsiteX133" fmla="*/ 5984543 w 6127689"/>
              <a:gd name="connsiteY133" fmla="*/ 6811016 h 6858000"/>
              <a:gd name="connsiteX134" fmla="*/ 5981802 w 6127689"/>
              <a:gd name="connsiteY134" fmla="*/ 6838578 h 6858000"/>
              <a:gd name="connsiteX135" fmla="*/ 5979671 w 6127689"/>
              <a:gd name="connsiteY135" fmla="*/ 6858000 h 6858000"/>
              <a:gd name="connsiteX136" fmla="*/ 0 w 6127689"/>
              <a:gd name="connsiteY136" fmla="*/ 6858000 h 6858000"/>
              <a:gd name="connsiteX137" fmla="*/ 0 w 6127689"/>
              <a:gd name="connsiteY137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898339 w 6127689"/>
              <a:gd name="connsiteY73" fmla="*/ 4140800 h 6858000"/>
              <a:gd name="connsiteX74" fmla="*/ 5903513 w 6127689"/>
              <a:gd name="connsiteY74" fmla="*/ 4187661 h 6858000"/>
              <a:gd name="connsiteX75" fmla="*/ 5917114 w 6127689"/>
              <a:gd name="connsiteY75" fmla="*/ 4213096 h 6858000"/>
              <a:gd name="connsiteX76" fmla="*/ 5924233 w 6127689"/>
              <a:gd name="connsiteY76" fmla="*/ 4242060 h 6858000"/>
              <a:gd name="connsiteX77" fmla="*/ 5928910 w 6127689"/>
              <a:gd name="connsiteY77" fmla="*/ 4300973 h 6858000"/>
              <a:gd name="connsiteX78" fmla="*/ 5939320 w 6127689"/>
              <a:gd name="connsiteY78" fmla="*/ 4340435 h 6858000"/>
              <a:gd name="connsiteX79" fmla="*/ 5946705 w 6127689"/>
              <a:gd name="connsiteY79" fmla="*/ 4428051 h 6858000"/>
              <a:gd name="connsiteX80" fmla="*/ 5949261 w 6127689"/>
              <a:gd name="connsiteY80" fmla="*/ 4449185 h 6858000"/>
              <a:gd name="connsiteX81" fmla="*/ 5957504 w 6127689"/>
              <a:gd name="connsiteY81" fmla="*/ 4465911 h 6858000"/>
              <a:gd name="connsiteX82" fmla="*/ 5968960 w 6127689"/>
              <a:gd name="connsiteY82" fmla="*/ 4482655 h 6858000"/>
              <a:gd name="connsiteX83" fmla="*/ 5980106 w 6127689"/>
              <a:gd name="connsiteY83" fmla="*/ 4585087 h 6858000"/>
              <a:gd name="connsiteX84" fmla="*/ 5998138 w 6127689"/>
              <a:gd name="connsiteY84" fmla="*/ 4697518 h 6858000"/>
              <a:gd name="connsiteX85" fmla="*/ 6013516 w 6127689"/>
              <a:gd name="connsiteY85" fmla="*/ 4786619 h 6858000"/>
              <a:gd name="connsiteX86" fmla="*/ 6025404 w 6127689"/>
              <a:gd name="connsiteY86" fmla="*/ 4858148 h 6858000"/>
              <a:gd name="connsiteX87" fmla="*/ 6007749 w 6127689"/>
              <a:gd name="connsiteY87" fmla="*/ 4964715 h 6858000"/>
              <a:gd name="connsiteX88" fmla="*/ 6005269 w 6127689"/>
              <a:gd name="connsiteY88" fmla="*/ 5150567 h 6858000"/>
              <a:gd name="connsiteX89" fmla="*/ 6001127 w 6127689"/>
              <a:gd name="connsiteY89" fmla="*/ 5164609 h 6858000"/>
              <a:gd name="connsiteX90" fmla="*/ 5996647 w 6127689"/>
              <a:gd name="connsiteY90" fmla="*/ 5185640 h 6858000"/>
              <a:gd name="connsiteX91" fmla="*/ 5998514 w 6127689"/>
              <a:gd name="connsiteY91" fmla="*/ 5189673 h 6858000"/>
              <a:gd name="connsiteX92" fmla="*/ 6018409 w 6127689"/>
              <a:gd name="connsiteY92" fmla="*/ 5227157 h 6858000"/>
              <a:gd name="connsiteX93" fmla="*/ 6036748 w 6127689"/>
              <a:gd name="connsiteY93" fmla="*/ 5322752 h 6858000"/>
              <a:gd name="connsiteX94" fmla="*/ 6036943 w 6127689"/>
              <a:gd name="connsiteY94" fmla="*/ 5329480 h 6858000"/>
              <a:gd name="connsiteX95" fmla="*/ 6037236 w 6127689"/>
              <a:gd name="connsiteY95" fmla="*/ 5329634 h 6858000"/>
              <a:gd name="connsiteX96" fmla="*/ 6038019 w 6127689"/>
              <a:gd name="connsiteY96" fmla="*/ 5336764 h 6858000"/>
              <a:gd name="connsiteX97" fmla="*/ 6037298 w 6127689"/>
              <a:gd name="connsiteY97" fmla="*/ 5341753 h 6858000"/>
              <a:gd name="connsiteX98" fmla="*/ 6037677 w 6127689"/>
              <a:gd name="connsiteY98" fmla="*/ 5354807 h 6858000"/>
              <a:gd name="connsiteX99" fmla="*/ 6039728 w 6127689"/>
              <a:gd name="connsiteY99" fmla="*/ 5359416 h 6858000"/>
              <a:gd name="connsiteX100" fmla="*/ 6043311 w 6127689"/>
              <a:gd name="connsiteY100" fmla="*/ 5361407 h 6858000"/>
              <a:gd name="connsiteX101" fmla="*/ 6042954 w 6127689"/>
              <a:gd name="connsiteY101" fmla="*/ 5362576 h 6858000"/>
              <a:gd name="connsiteX102" fmla="*/ 6053435 w 6127689"/>
              <a:gd name="connsiteY102" fmla="*/ 5387547 h 6858000"/>
              <a:gd name="connsiteX103" fmla="*/ 6065933 w 6127689"/>
              <a:gd name="connsiteY103" fmla="*/ 5443002 h 6858000"/>
              <a:gd name="connsiteX104" fmla="*/ 6068640 w 6127689"/>
              <a:gd name="connsiteY104" fmla="*/ 5474503 h 6858000"/>
              <a:gd name="connsiteX105" fmla="*/ 6080922 w 6127689"/>
              <a:gd name="connsiteY105" fmla="*/ 5561070 h 6858000"/>
              <a:gd name="connsiteX106" fmla="*/ 6096949 w 6127689"/>
              <a:gd name="connsiteY106" fmla="*/ 5648179 h 6858000"/>
              <a:gd name="connsiteX107" fmla="*/ 6125703 w 6127689"/>
              <a:gd name="connsiteY107" fmla="*/ 5692894 h 6858000"/>
              <a:gd name="connsiteX108" fmla="*/ 6126670 w 6127689"/>
              <a:gd name="connsiteY108" fmla="*/ 5697882 h 6858000"/>
              <a:gd name="connsiteX109" fmla="*/ 6124061 w 6127689"/>
              <a:gd name="connsiteY109" fmla="*/ 5710294 h 6858000"/>
              <a:gd name="connsiteX110" fmla="*/ 6122213 w 6127689"/>
              <a:gd name="connsiteY110" fmla="*/ 5714762 h 6858000"/>
              <a:gd name="connsiteX111" fmla="*/ 6121353 w 6127689"/>
              <a:gd name="connsiteY111" fmla="*/ 5721725 h 6858000"/>
              <a:gd name="connsiteX112" fmla="*/ 6121607 w 6127689"/>
              <a:gd name="connsiteY112" fmla="*/ 5721959 h 6858000"/>
              <a:gd name="connsiteX113" fmla="*/ 6120262 w 6127689"/>
              <a:gd name="connsiteY113" fmla="*/ 5728358 h 6858000"/>
              <a:gd name="connsiteX114" fmla="*/ 6127024 w 6127689"/>
              <a:gd name="connsiteY114" fmla="*/ 5786902 h 6858000"/>
              <a:gd name="connsiteX115" fmla="*/ 6127519 w 6127689"/>
              <a:gd name="connsiteY115" fmla="*/ 5865775 h 6858000"/>
              <a:gd name="connsiteX116" fmla="*/ 6119217 w 6127689"/>
              <a:gd name="connsiteY116" fmla="*/ 5888542 h 6858000"/>
              <a:gd name="connsiteX117" fmla="*/ 6102493 w 6127689"/>
              <a:gd name="connsiteY117" fmla="*/ 5928602 h 6858000"/>
              <a:gd name="connsiteX118" fmla="*/ 6056863 w 6127689"/>
              <a:gd name="connsiteY118" fmla="*/ 6000643 h 6858000"/>
              <a:gd name="connsiteX119" fmla="*/ 6045436 w 6127689"/>
              <a:gd name="connsiteY119" fmla="*/ 6124480 h 6858000"/>
              <a:gd name="connsiteX120" fmla="*/ 6030489 w 6127689"/>
              <a:gd name="connsiteY120" fmla="*/ 6317666 h 6858000"/>
              <a:gd name="connsiteX121" fmla="*/ 6007492 w 6127689"/>
              <a:gd name="connsiteY121" fmla="*/ 6440818 h 6858000"/>
              <a:gd name="connsiteX122" fmla="*/ 6009467 w 6127689"/>
              <a:gd name="connsiteY122" fmla="*/ 6487076 h 6858000"/>
              <a:gd name="connsiteX123" fmla="*/ 5995064 w 6127689"/>
              <a:gd name="connsiteY123" fmla="*/ 6540791 h 6858000"/>
              <a:gd name="connsiteX124" fmla="*/ 5996309 w 6127689"/>
              <a:gd name="connsiteY124" fmla="*/ 6543961 h 6858000"/>
              <a:gd name="connsiteX125" fmla="*/ 5996048 w 6127689"/>
              <a:gd name="connsiteY125" fmla="*/ 6555444 h 6858000"/>
              <a:gd name="connsiteX126" fmla="*/ 6002524 w 6127689"/>
              <a:gd name="connsiteY126" fmla="*/ 6560188 h 6858000"/>
              <a:gd name="connsiteX127" fmla="*/ 6006823 w 6127689"/>
              <a:gd name="connsiteY127" fmla="*/ 6578546 h 6858000"/>
              <a:gd name="connsiteX128" fmla="*/ 6004510 w 6127689"/>
              <a:gd name="connsiteY128" fmla="*/ 6599256 h 6858000"/>
              <a:gd name="connsiteX129" fmla="*/ 5986207 w 6127689"/>
              <a:gd name="connsiteY129" fmla="*/ 6695855 h 6858000"/>
              <a:gd name="connsiteX130" fmla="*/ 5979428 w 6127689"/>
              <a:gd name="connsiteY130" fmla="*/ 6754678 h 6858000"/>
              <a:gd name="connsiteX131" fmla="*/ 5983398 w 6127689"/>
              <a:gd name="connsiteY131" fmla="*/ 6778641 h 6858000"/>
              <a:gd name="connsiteX132" fmla="*/ 5984543 w 6127689"/>
              <a:gd name="connsiteY132" fmla="*/ 6811016 h 6858000"/>
              <a:gd name="connsiteX133" fmla="*/ 5981802 w 6127689"/>
              <a:gd name="connsiteY133" fmla="*/ 6838578 h 6858000"/>
              <a:gd name="connsiteX134" fmla="*/ 5979671 w 6127689"/>
              <a:gd name="connsiteY134" fmla="*/ 6858000 h 6858000"/>
              <a:gd name="connsiteX135" fmla="*/ 0 w 6127689"/>
              <a:gd name="connsiteY135" fmla="*/ 6858000 h 6858000"/>
              <a:gd name="connsiteX136" fmla="*/ 0 w 6127689"/>
              <a:gd name="connsiteY136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898339 w 6127689"/>
              <a:gd name="connsiteY73" fmla="*/ 4140800 h 6858000"/>
              <a:gd name="connsiteX74" fmla="*/ 5903513 w 6127689"/>
              <a:gd name="connsiteY74" fmla="*/ 4187661 h 6858000"/>
              <a:gd name="connsiteX75" fmla="*/ 5917114 w 6127689"/>
              <a:gd name="connsiteY75" fmla="*/ 4213096 h 6858000"/>
              <a:gd name="connsiteX76" fmla="*/ 5924233 w 6127689"/>
              <a:gd name="connsiteY76" fmla="*/ 4242060 h 6858000"/>
              <a:gd name="connsiteX77" fmla="*/ 5928910 w 6127689"/>
              <a:gd name="connsiteY77" fmla="*/ 4300973 h 6858000"/>
              <a:gd name="connsiteX78" fmla="*/ 5939320 w 6127689"/>
              <a:gd name="connsiteY78" fmla="*/ 4340435 h 6858000"/>
              <a:gd name="connsiteX79" fmla="*/ 5946705 w 6127689"/>
              <a:gd name="connsiteY79" fmla="*/ 4428051 h 6858000"/>
              <a:gd name="connsiteX80" fmla="*/ 5949261 w 6127689"/>
              <a:gd name="connsiteY80" fmla="*/ 4449185 h 6858000"/>
              <a:gd name="connsiteX81" fmla="*/ 5968960 w 6127689"/>
              <a:gd name="connsiteY81" fmla="*/ 4482655 h 6858000"/>
              <a:gd name="connsiteX82" fmla="*/ 5980106 w 6127689"/>
              <a:gd name="connsiteY82" fmla="*/ 4585087 h 6858000"/>
              <a:gd name="connsiteX83" fmla="*/ 5998138 w 6127689"/>
              <a:gd name="connsiteY83" fmla="*/ 4697518 h 6858000"/>
              <a:gd name="connsiteX84" fmla="*/ 6013516 w 6127689"/>
              <a:gd name="connsiteY84" fmla="*/ 4786619 h 6858000"/>
              <a:gd name="connsiteX85" fmla="*/ 6025404 w 6127689"/>
              <a:gd name="connsiteY85" fmla="*/ 4858148 h 6858000"/>
              <a:gd name="connsiteX86" fmla="*/ 6007749 w 6127689"/>
              <a:gd name="connsiteY86" fmla="*/ 4964715 h 6858000"/>
              <a:gd name="connsiteX87" fmla="*/ 6005269 w 6127689"/>
              <a:gd name="connsiteY87" fmla="*/ 5150567 h 6858000"/>
              <a:gd name="connsiteX88" fmla="*/ 6001127 w 6127689"/>
              <a:gd name="connsiteY88" fmla="*/ 5164609 h 6858000"/>
              <a:gd name="connsiteX89" fmla="*/ 5996647 w 6127689"/>
              <a:gd name="connsiteY89" fmla="*/ 5185640 h 6858000"/>
              <a:gd name="connsiteX90" fmla="*/ 5998514 w 6127689"/>
              <a:gd name="connsiteY90" fmla="*/ 5189673 h 6858000"/>
              <a:gd name="connsiteX91" fmla="*/ 6018409 w 6127689"/>
              <a:gd name="connsiteY91" fmla="*/ 5227157 h 6858000"/>
              <a:gd name="connsiteX92" fmla="*/ 6036748 w 6127689"/>
              <a:gd name="connsiteY92" fmla="*/ 5322752 h 6858000"/>
              <a:gd name="connsiteX93" fmla="*/ 6036943 w 6127689"/>
              <a:gd name="connsiteY93" fmla="*/ 5329480 h 6858000"/>
              <a:gd name="connsiteX94" fmla="*/ 6037236 w 6127689"/>
              <a:gd name="connsiteY94" fmla="*/ 5329634 h 6858000"/>
              <a:gd name="connsiteX95" fmla="*/ 6038019 w 6127689"/>
              <a:gd name="connsiteY95" fmla="*/ 5336764 h 6858000"/>
              <a:gd name="connsiteX96" fmla="*/ 6037298 w 6127689"/>
              <a:gd name="connsiteY96" fmla="*/ 5341753 h 6858000"/>
              <a:gd name="connsiteX97" fmla="*/ 6037677 w 6127689"/>
              <a:gd name="connsiteY97" fmla="*/ 5354807 h 6858000"/>
              <a:gd name="connsiteX98" fmla="*/ 6039728 w 6127689"/>
              <a:gd name="connsiteY98" fmla="*/ 5359416 h 6858000"/>
              <a:gd name="connsiteX99" fmla="*/ 6043311 w 6127689"/>
              <a:gd name="connsiteY99" fmla="*/ 5361407 h 6858000"/>
              <a:gd name="connsiteX100" fmla="*/ 6042954 w 6127689"/>
              <a:gd name="connsiteY100" fmla="*/ 5362576 h 6858000"/>
              <a:gd name="connsiteX101" fmla="*/ 6053435 w 6127689"/>
              <a:gd name="connsiteY101" fmla="*/ 5387547 h 6858000"/>
              <a:gd name="connsiteX102" fmla="*/ 6065933 w 6127689"/>
              <a:gd name="connsiteY102" fmla="*/ 5443002 h 6858000"/>
              <a:gd name="connsiteX103" fmla="*/ 6068640 w 6127689"/>
              <a:gd name="connsiteY103" fmla="*/ 5474503 h 6858000"/>
              <a:gd name="connsiteX104" fmla="*/ 6080922 w 6127689"/>
              <a:gd name="connsiteY104" fmla="*/ 5561070 h 6858000"/>
              <a:gd name="connsiteX105" fmla="*/ 6096949 w 6127689"/>
              <a:gd name="connsiteY105" fmla="*/ 5648179 h 6858000"/>
              <a:gd name="connsiteX106" fmla="*/ 6125703 w 6127689"/>
              <a:gd name="connsiteY106" fmla="*/ 5692894 h 6858000"/>
              <a:gd name="connsiteX107" fmla="*/ 6126670 w 6127689"/>
              <a:gd name="connsiteY107" fmla="*/ 5697882 h 6858000"/>
              <a:gd name="connsiteX108" fmla="*/ 6124061 w 6127689"/>
              <a:gd name="connsiteY108" fmla="*/ 5710294 h 6858000"/>
              <a:gd name="connsiteX109" fmla="*/ 6122213 w 6127689"/>
              <a:gd name="connsiteY109" fmla="*/ 5714762 h 6858000"/>
              <a:gd name="connsiteX110" fmla="*/ 6121353 w 6127689"/>
              <a:gd name="connsiteY110" fmla="*/ 5721725 h 6858000"/>
              <a:gd name="connsiteX111" fmla="*/ 6121607 w 6127689"/>
              <a:gd name="connsiteY111" fmla="*/ 5721959 h 6858000"/>
              <a:gd name="connsiteX112" fmla="*/ 6120262 w 6127689"/>
              <a:gd name="connsiteY112" fmla="*/ 5728358 h 6858000"/>
              <a:gd name="connsiteX113" fmla="*/ 6127024 w 6127689"/>
              <a:gd name="connsiteY113" fmla="*/ 5786902 h 6858000"/>
              <a:gd name="connsiteX114" fmla="*/ 6127519 w 6127689"/>
              <a:gd name="connsiteY114" fmla="*/ 5865775 h 6858000"/>
              <a:gd name="connsiteX115" fmla="*/ 6119217 w 6127689"/>
              <a:gd name="connsiteY115" fmla="*/ 5888542 h 6858000"/>
              <a:gd name="connsiteX116" fmla="*/ 6102493 w 6127689"/>
              <a:gd name="connsiteY116" fmla="*/ 5928602 h 6858000"/>
              <a:gd name="connsiteX117" fmla="*/ 6056863 w 6127689"/>
              <a:gd name="connsiteY117" fmla="*/ 6000643 h 6858000"/>
              <a:gd name="connsiteX118" fmla="*/ 6045436 w 6127689"/>
              <a:gd name="connsiteY118" fmla="*/ 6124480 h 6858000"/>
              <a:gd name="connsiteX119" fmla="*/ 6030489 w 6127689"/>
              <a:gd name="connsiteY119" fmla="*/ 6317666 h 6858000"/>
              <a:gd name="connsiteX120" fmla="*/ 6007492 w 6127689"/>
              <a:gd name="connsiteY120" fmla="*/ 6440818 h 6858000"/>
              <a:gd name="connsiteX121" fmla="*/ 6009467 w 6127689"/>
              <a:gd name="connsiteY121" fmla="*/ 6487076 h 6858000"/>
              <a:gd name="connsiteX122" fmla="*/ 5995064 w 6127689"/>
              <a:gd name="connsiteY122" fmla="*/ 6540791 h 6858000"/>
              <a:gd name="connsiteX123" fmla="*/ 5996309 w 6127689"/>
              <a:gd name="connsiteY123" fmla="*/ 6543961 h 6858000"/>
              <a:gd name="connsiteX124" fmla="*/ 5996048 w 6127689"/>
              <a:gd name="connsiteY124" fmla="*/ 6555444 h 6858000"/>
              <a:gd name="connsiteX125" fmla="*/ 6002524 w 6127689"/>
              <a:gd name="connsiteY125" fmla="*/ 6560188 h 6858000"/>
              <a:gd name="connsiteX126" fmla="*/ 6006823 w 6127689"/>
              <a:gd name="connsiteY126" fmla="*/ 6578546 h 6858000"/>
              <a:gd name="connsiteX127" fmla="*/ 6004510 w 6127689"/>
              <a:gd name="connsiteY127" fmla="*/ 6599256 h 6858000"/>
              <a:gd name="connsiteX128" fmla="*/ 5986207 w 6127689"/>
              <a:gd name="connsiteY128" fmla="*/ 6695855 h 6858000"/>
              <a:gd name="connsiteX129" fmla="*/ 5979428 w 6127689"/>
              <a:gd name="connsiteY129" fmla="*/ 6754678 h 6858000"/>
              <a:gd name="connsiteX130" fmla="*/ 5983398 w 6127689"/>
              <a:gd name="connsiteY130" fmla="*/ 6778641 h 6858000"/>
              <a:gd name="connsiteX131" fmla="*/ 5984543 w 6127689"/>
              <a:gd name="connsiteY131" fmla="*/ 6811016 h 6858000"/>
              <a:gd name="connsiteX132" fmla="*/ 5981802 w 6127689"/>
              <a:gd name="connsiteY132" fmla="*/ 6838578 h 6858000"/>
              <a:gd name="connsiteX133" fmla="*/ 5979671 w 6127689"/>
              <a:gd name="connsiteY133" fmla="*/ 6858000 h 6858000"/>
              <a:gd name="connsiteX134" fmla="*/ 0 w 6127689"/>
              <a:gd name="connsiteY134" fmla="*/ 6858000 h 6858000"/>
              <a:gd name="connsiteX135" fmla="*/ 0 w 6127689"/>
              <a:gd name="connsiteY135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6647 w 6127689"/>
              <a:gd name="connsiteY88" fmla="*/ 5185640 h 6858000"/>
              <a:gd name="connsiteX89" fmla="*/ 5998514 w 6127689"/>
              <a:gd name="connsiteY89" fmla="*/ 5189673 h 6858000"/>
              <a:gd name="connsiteX90" fmla="*/ 6018409 w 6127689"/>
              <a:gd name="connsiteY90" fmla="*/ 5227157 h 6858000"/>
              <a:gd name="connsiteX91" fmla="*/ 6036748 w 6127689"/>
              <a:gd name="connsiteY91" fmla="*/ 5322752 h 6858000"/>
              <a:gd name="connsiteX92" fmla="*/ 6036943 w 6127689"/>
              <a:gd name="connsiteY92" fmla="*/ 5329480 h 6858000"/>
              <a:gd name="connsiteX93" fmla="*/ 6037236 w 6127689"/>
              <a:gd name="connsiteY93" fmla="*/ 5329634 h 6858000"/>
              <a:gd name="connsiteX94" fmla="*/ 6038019 w 6127689"/>
              <a:gd name="connsiteY94" fmla="*/ 5336764 h 6858000"/>
              <a:gd name="connsiteX95" fmla="*/ 6037298 w 6127689"/>
              <a:gd name="connsiteY95" fmla="*/ 5341753 h 6858000"/>
              <a:gd name="connsiteX96" fmla="*/ 6037677 w 6127689"/>
              <a:gd name="connsiteY96" fmla="*/ 5354807 h 6858000"/>
              <a:gd name="connsiteX97" fmla="*/ 6039728 w 6127689"/>
              <a:gd name="connsiteY97" fmla="*/ 5359416 h 6858000"/>
              <a:gd name="connsiteX98" fmla="*/ 6043311 w 6127689"/>
              <a:gd name="connsiteY98" fmla="*/ 5361407 h 6858000"/>
              <a:gd name="connsiteX99" fmla="*/ 6042954 w 6127689"/>
              <a:gd name="connsiteY99" fmla="*/ 5362576 h 6858000"/>
              <a:gd name="connsiteX100" fmla="*/ 6053435 w 6127689"/>
              <a:gd name="connsiteY100" fmla="*/ 5387547 h 6858000"/>
              <a:gd name="connsiteX101" fmla="*/ 6065933 w 6127689"/>
              <a:gd name="connsiteY101" fmla="*/ 5443002 h 6858000"/>
              <a:gd name="connsiteX102" fmla="*/ 6068640 w 6127689"/>
              <a:gd name="connsiteY102" fmla="*/ 5474503 h 6858000"/>
              <a:gd name="connsiteX103" fmla="*/ 6080922 w 6127689"/>
              <a:gd name="connsiteY103" fmla="*/ 5561070 h 6858000"/>
              <a:gd name="connsiteX104" fmla="*/ 6096949 w 6127689"/>
              <a:gd name="connsiteY104" fmla="*/ 5648179 h 6858000"/>
              <a:gd name="connsiteX105" fmla="*/ 6125703 w 6127689"/>
              <a:gd name="connsiteY105" fmla="*/ 5692894 h 6858000"/>
              <a:gd name="connsiteX106" fmla="*/ 6126670 w 6127689"/>
              <a:gd name="connsiteY106" fmla="*/ 5697882 h 6858000"/>
              <a:gd name="connsiteX107" fmla="*/ 6124061 w 6127689"/>
              <a:gd name="connsiteY107" fmla="*/ 5710294 h 6858000"/>
              <a:gd name="connsiteX108" fmla="*/ 6122213 w 6127689"/>
              <a:gd name="connsiteY108" fmla="*/ 5714762 h 6858000"/>
              <a:gd name="connsiteX109" fmla="*/ 6121353 w 6127689"/>
              <a:gd name="connsiteY109" fmla="*/ 5721725 h 6858000"/>
              <a:gd name="connsiteX110" fmla="*/ 6121607 w 6127689"/>
              <a:gd name="connsiteY110" fmla="*/ 5721959 h 6858000"/>
              <a:gd name="connsiteX111" fmla="*/ 6120262 w 6127689"/>
              <a:gd name="connsiteY111" fmla="*/ 5728358 h 6858000"/>
              <a:gd name="connsiteX112" fmla="*/ 6127024 w 6127689"/>
              <a:gd name="connsiteY112" fmla="*/ 5786902 h 6858000"/>
              <a:gd name="connsiteX113" fmla="*/ 6127519 w 6127689"/>
              <a:gd name="connsiteY113" fmla="*/ 5865775 h 6858000"/>
              <a:gd name="connsiteX114" fmla="*/ 6119217 w 6127689"/>
              <a:gd name="connsiteY114" fmla="*/ 5888542 h 6858000"/>
              <a:gd name="connsiteX115" fmla="*/ 6102493 w 6127689"/>
              <a:gd name="connsiteY115" fmla="*/ 5928602 h 6858000"/>
              <a:gd name="connsiteX116" fmla="*/ 6056863 w 6127689"/>
              <a:gd name="connsiteY116" fmla="*/ 6000643 h 6858000"/>
              <a:gd name="connsiteX117" fmla="*/ 6045436 w 6127689"/>
              <a:gd name="connsiteY117" fmla="*/ 6124480 h 6858000"/>
              <a:gd name="connsiteX118" fmla="*/ 6030489 w 6127689"/>
              <a:gd name="connsiteY118" fmla="*/ 6317666 h 6858000"/>
              <a:gd name="connsiteX119" fmla="*/ 6007492 w 6127689"/>
              <a:gd name="connsiteY119" fmla="*/ 6440818 h 6858000"/>
              <a:gd name="connsiteX120" fmla="*/ 6009467 w 6127689"/>
              <a:gd name="connsiteY120" fmla="*/ 6487076 h 6858000"/>
              <a:gd name="connsiteX121" fmla="*/ 5995064 w 6127689"/>
              <a:gd name="connsiteY121" fmla="*/ 6540791 h 6858000"/>
              <a:gd name="connsiteX122" fmla="*/ 5996309 w 6127689"/>
              <a:gd name="connsiteY122" fmla="*/ 6543961 h 6858000"/>
              <a:gd name="connsiteX123" fmla="*/ 5996048 w 6127689"/>
              <a:gd name="connsiteY123" fmla="*/ 6555444 h 6858000"/>
              <a:gd name="connsiteX124" fmla="*/ 6002524 w 6127689"/>
              <a:gd name="connsiteY124" fmla="*/ 6560188 h 6858000"/>
              <a:gd name="connsiteX125" fmla="*/ 6006823 w 6127689"/>
              <a:gd name="connsiteY125" fmla="*/ 6578546 h 6858000"/>
              <a:gd name="connsiteX126" fmla="*/ 6004510 w 6127689"/>
              <a:gd name="connsiteY126" fmla="*/ 6599256 h 6858000"/>
              <a:gd name="connsiteX127" fmla="*/ 5986207 w 6127689"/>
              <a:gd name="connsiteY127" fmla="*/ 6695855 h 6858000"/>
              <a:gd name="connsiteX128" fmla="*/ 5979428 w 6127689"/>
              <a:gd name="connsiteY128" fmla="*/ 6754678 h 6858000"/>
              <a:gd name="connsiteX129" fmla="*/ 5983398 w 6127689"/>
              <a:gd name="connsiteY129" fmla="*/ 6778641 h 6858000"/>
              <a:gd name="connsiteX130" fmla="*/ 5984543 w 6127689"/>
              <a:gd name="connsiteY130" fmla="*/ 6811016 h 6858000"/>
              <a:gd name="connsiteX131" fmla="*/ 5981802 w 6127689"/>
              <a:gd name="connsiteY131" fmla="*/ 6838578 h 6858000"/>
              <a:gd name="connsiteX132" fmla="*/ 5979671 w 6127689"/>
              <a:gd name="connsiteY132" fmla="*/ 6858000 h 6858000"/>
              <a:gd name="connsiteX133" fmla="*/ 0 w 6127689"/>
              <a:gd name="connsiteY133" fmla="*/ 6858000 h 6858000"/>
              <a:gd name="connsiteX134" fmla="*/ 0 w 6127689"/>
              <a:gd name="connsiteY134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6647 w 6127689"/>
              <a:gd name="connsiteY88" fmla="*/ 5185640 h 6858000"/>
              <a:gd name="connsiteX89" fmla="*/ 5998514 w 6127689"/>
              <a:gd name="connsiteY89" fmla="*/ 5189673 h 6858000"/>
              <a:gd name="connsiteX90" fmla="*/ 6018409 w 6127689"/>
              <a:gd name="connsiteY90" fmla="*/ 5227157 h 6858000"/>
              <a:gd name="connsiteX91" fmla="*/ 6036748 w 6127689"/>
              <a:gd name="connsiteY91" fmla="*/ 5322752 h 6858000"/>
              <a:gd name="connsiteX92" fmla="*/ 6036943 w 6127689"/>
              <a:gd name="connsiteY92" fmla="*/ 5329480 h 6858000"/>
              <a:gd name="connsiteX93" fmla="*/ 6037236 w 6127689"/>
              <a:gd name="connsiteY93" fmla="*/ 5329634 h 6858000"/>
              <a:gd name="connsiteX94" fmla="*/ 6038019 w 6127689"/>
              <a:gd name="connsiteY94" fmla="*/ 5336764 h 6858000"/>
              <a:gd name="connsiteX95" fmla="*/ 6037298 w 6127689"/>
              <a:gd name="connsiteY95" fmla="*/ 5341753 h 6858000"/>
              <a:gd name="connsiteX96" fmla="*/ 6037677 w 6127689"/>
              <a:gd name="connsiteY96" fmla="*/ 5354807 h 6858000"/>
              <a:gd name="connsiteX97" fmla="*/ 6039728 w 6127689"/>
              <a:gd name="connsiteY97" fmla="*/ 5359416 h 6858000"/>
              <a:gd name="connsiteX98" fmla="*/ 6043311 w 6127689"/>
              <a:gd name="connsiteY98" fmla="*/ 5361407 h 6858000"/>
              <a:gd name="connsiteX99" fmla="*/ 6053435 w 6127689"/>
              <a:gd name="connsiteY99" fmla="*/ 5387547 h 6858000"/>
              <a:gd name="connsiteX100" fmla="*/ 6065933 w 6127689"/>
              <a:gd name="connsiteY100" fmla="*/ 5443002 h 6858000"/>
              <a:gd name="connsiteX101" fmla="*/ 6068640 w 6127689"/>
              <a:gd name="connsiteY101" fmla="*/ 5474503 h 6858000"/>
              <a:gd name="connsiteX102" fmla="*/ 6080922 w 6127689"/>
              <a:gd name="connsiteY102" fmla="*/ 5561070 h 6858000"/>
              <a:gd name="connsiteX103" fmla="*/ 6096949 w 6127689"/>
              <a:gd name="connsiteY103" fmla="*/ 5648179 h 6858000"/>
              <a:gd name="connsiteX104" fmla="*/ 6125703 w 6127689"/>
              <a:gd name="connsiteY104" fmla="*/ 5692894 h 6858000"/>
              <a:gd name="connsiteX105" fmla="*/ 6126670 w 6127689"/>
              <a:gd name="connsiteY105" fmla="*/ 5697882 h 6858000"/>
              <a:gd name="connsiteX106" fmla="*/ 6124061 w 6127689"/>
              <a:gd name="connsiteY106" fmla="*/ 5710294 h 6858000"/>
              <a:gd name="connsiteX107" fmla="*/ 6122213 w 6127689"/>
              <a:gd name="connsiteY107" fmla="*/ 5714762 h 6858000"/>
              <a:gd name="connsiteX108" fmla="*/ 6121353 w 6127689"/>
              <a:gd name="connsiteY108" fmla="*/ 5721725 h 6858000"/>
              <a:gd name="connsiteX109" fmla="*/ 6121607 w 6127689"/>
              <a:gd name="connsiteY109" fmla="*/ 5721959 h 6858000"/>
              <a:gd name="connsiteX110" fmla="*/ 6120262 w 6127689"/>
              <a:gd name="connsiteY110" fmla="*/ 5728358 h 6858000"/>
              <a:gd name="connsiteX111" fmla="*/ 6127024 w 6127689"/>
              <a:gd name="connsiteY111" fmla="*/ 5786902 h 6858000"/>
              <a:gd name="connsiteX112" fmla="*/ 6127519 w 6127689"/>
              <a:gd name="connsiteY112" fmla="*/ 5865775 h 6858000"/>
              <a:gd name="connsiteX113" fmla="*/ 6119217 w 6127689"/>
              <a:gd name="connsiteY113" fmla="*/ 5888542 h 6858000"/>
              <a:gd name="connsiteX114" fmla="*/ 6102493 w 6127689"/>
              <a:gd name="connsiteY114" fmla="*/ 5928602 h 6858000"/>
              <a:gd name="connsiteX115" fmla="*/ 6056863 w 6127689"/>
              <a:gd name="connsiteY115" fmla="*/ 6000643 h 6858000"/>
              <a:gd name="connsiteX116" fmla="*/ 6045436 w 6127689"/>
              <a:gd name="connsiteY116" fmla="*/ 6124480 h 6858000"/>
              <a:gd name="connsiteX117" fmla="*/ 6030489 w 6127689"/>
              <a:gd name="connsiteY117" fmla="*/ 6317666 h 6858000"/>
              <a:gd name="connsiteX118" fmla="*/ 6007492 w 6127689"/>
              <a:gd name="connsiteY118" fmla="*/ 6440818 h 6858000"/>
              <a:gd name="connsiteX119" fmla="*/ 6009467 w 6127689"/>
              <a:gd name="connsiteY119" fmla="*/ 6487076 h 6858000"/>
              <a:gd name="connsiteX120" fmla="*/ 5995064 w 6127689"/>
              <a:gd name="connsiteY120" fmla="*/ 6540791 h 6858000"/>
              <a:gd name="connsiteX121" fmla="*/ 5996309 w 6127689"/>
              <a:gd name="connsiteY121" fmla="*/ 6543961 h 6858000"/>
              <a:gd name="connsiteX122" fmla="*/ 5996048 w 6127689"/>
              <a:gd name="connsiteY122" fmla="*/ 6555444 h 6858000"/>
              <a:gd name="connsiteX123" fmla="*/ 6002524 w 6127689"/>
              <a:gd name="connsiteY123" fmla="*/ 6560188 h 6858000"/>
              <a:gd name="connsiteX124" fmla="*/ 6006823 w 6127689"/>
              <a:gd name="connsiteY124" fmla="*/ 6578546 h 6858000"/>
              <a:gd name="connsiteX125" fmla="*/ 6004510 w 6127689"/>
              <a:gd name="connsiteY125" fmla="*/ 6599256 h 6858000"/>
              <a:gd name="connsiteX126" fmla="*/ 5986207 w 6127689"/>
              <a:gd name="connsiteY126" fmla="*/ 6695855 h 6858000"/>
              <a:gd name="connsiteX127" fmla="*/ 5979428 w 6127689"/>
              <a:gd name="connsiteY127" fmla="*/ 6754678 h 6858000"/>
              <a:gd name="connsiteX128" fmla="*/ 5983398 w 6127689"/>
              <a:gd name="connsiteY128" fmla="*/ 6778641 h 6858000"/>
              <a:gd name="connsiteX129" fmla="*/ 5984543 w 6127689"/>
              <a:gd name="connsiteY129" fmla="*/ 6811016 h 6858000"/>
              <a:gd name="connsiteX130" fmla="*/ 5981802 w 6127689"/>
              <a:gd name="connsiteY130" fmla="*/ 6838578 h 6858000"/>
              <a:gd name="connsiteX131" fmla="*/ 5979671 w 6127689"/>
              <a:gd name="connsiteY131" fmla="*/ 6858000 h 6858000"/>
              <a:gd name="connsiteX132" fmla="*/ 0 w 6127689"/>
              <a:gd name="connsiteY132" fmla="*/ 6858000 h 6858000"/>
              <a:gd name="connsiteX133" fmla="*/ 0 w 6127689"/>
              <a:gd name="connsiteY133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6647 w 6127689"/>
              <a:gd name="connsiteY88" fmla="*/ 5185640 h 6858000"/>
              <a:gd name="connsiteX89" fmla="*/ 5998514 w 6127689"/>
              <a:gd name="connsiteY89" fmla="*/ 5189673 h 6858000"/>
              <a:gd name="connsiteX90" fmla="*/ 6018409 w 6127689"/>
              <a:gd name="connsiteY90" fmla="*/ 5227157 h 6858000"/>
              <a:gd name="connsiteX91" fmla="*/ 6036748 w 6127689"/>
              <a:gd name="connsiteY91" fmla="*/ 5322752 h 6858000"/>
              <a:gd name="connsiteX92" fmla="*/ 6036943 w 6127689"/>
              <a:gd name="connsiteY92" fmla="*/ 5329480 h 6858000"/>
              <a:gd name="connsiteX93" fmla="*/ 6037236 w 6127689"/>
              <a:gd name="connsiteY93" fmla="*/ 5329634 h 6858000"/>
              <a:gd name="connsiteX94" fmla="*/ 6038019 w 6127689"/>
              <a:gd name="connsiteY94" fmla="*/ 5336764 h 6858000"/>
              <a:gd name="connsiteX95" fmla="*/ 6037677 w 6127689"/>
              <a:gd name="connsiteY95" fmla="*/ 5354807 h 6858000"/>
              <a:gd name="connsiteX96" fmla="*/ 6039728 w 6127689"/>
              <a:gd name="connsiteY96" fmla="*/ 5359416 h 6858000"/>
              <a:gd name="connsiteX97" fmla="*/ 6043311 w 6127689"/>
              <a:gd name="connsiteY97" fmla="*/ 5361407 h 6858000"/>
              <a:gd name="connsiteX98" fmla="*/ 6053435 w 6127689"/>
              <a:gd name="connsiteY98" fmla="*/ 5387547 h 6858000"/>
              <a:gd name="connsiteX99" fmla="*/ 6065933 w 6127689"/>
              <a:gd name="connsiteY99" fmla="*/ 5443002 h 6858000"/>
              <a:gd name="connsiteX100" fmla="*/ 6068640 w 6127689"/>
              <a:gd name="connsiteY100" fmla="*/ 5474503 h 6858000"/>
              <a:gd name="connsiteX101" fmla="*/ 6080922 w 6127689"/>
              <a:gd name="connsiteY101" fmla="*/ 5561070 h 6858000"/>
              <a:gd name="connsiteX102" fmla="*/ 6096949 w 6127689"/>
              <a:gd name="connsiteY102" fmla="*/ 5648179 h 6858000"/>
              <a:gd name="connsiteX103" fmla="*/ 6125703 w 6127689"/>
              <a:gd name="connsiteY103" fmla="*/ 5692894 h 6858000"/>
              <a:gd name="connsiteX104" fmla="*/ 6126670 w 6127689"/>
              <a:gd name="connsiteY104" fmla="*/ 5697882 h 6858000"/>
              <a:gd name="connsiteX105" fmla="*/ 6124061 w 6127689"/>
              <a:gd name="connsiteY105" fmla="*/ 5710294 h 6858000"/>
              <a:gd name="connsiteX106" fmla="*/ 6122213 w 6127689"/>
              <a:gd name="connsiteY106" fmla="*/ 5714762 h 6858000"/>
              <a:gd name="connsiteX107" fmla="*/ 6121353 w 6127689"/>
              <a:gd name="connsiteY107" fmla="*/ 5721725 h 6858000"/>
              <a:gd name="connsiteX108" fmla="*/ 6121607 w 6127689"/>
              <a:gd name="connsiteY108" fmla="*/ 5721959 h 6858000"/>
              <a:gd name="connsiteX109" fmla="*/ 6120262 w 6127689"/>
              <a:gd name="connsiteY109" fmla="*/ 5728358 h 6858000"/>
              <a:gd name="connsiteX110" fmla="*/ 6127024 w 6127689"/>
              <a:gd name="connsiteY110" fmla="*/ 5786902 h 6858000"/>
              <a:gd name="connsiteX111" fmla="*/ 6127519 w 6127689"/>
              <a:gd name="connsiteY111" fmla="*/ 5865775 h 6858000"/>
              <a:gd name="connsiteX112" fmla="*/ 6119217 w 6127689"/>
              <a:gd name="connsiteY112" fmla="*/ 5888542 h 6858000"/>
              <a:gd name="connsiteX113" fmla="*/ 6102493 w 6127689"/>
              <a:gd name="connsiteY113" fmla="*/ 5928602 h 6858000"/>
              <a:gd name="connsiteX114" fmla="*/ 6056863 w 6127689"/>
              <a:gd name="connsiteY114" fmla="*/ 6000643 h 6858000"/>
              <a:gd name="connsiteX115" fmla="*/ 6045436 w 6127689"/>
              <a:gd name="connsiteY115" fmla="*/ 6124480 h 6858000"/>
              <a:gd name="connsiteX116" fmla="*/ 6030489 w 6127689"/>
              <a:gd name="connsiteY116" fmla="*/ 6317666 h 6858000"/>
              <a:gd name="connsiteX117" fmla="*/ 6007492 w 6127689"/>
              <a:gd name="connsiteY117" fmla="*/ 6440818 h 6858000"/>
              <a:gd name="connsiteX118" fmla="*/ 6009467 w 6127689"/>
              <a:gd name="connsiteY118" fmla="*/ 6487076 h 6858000"/>
              <a:gd name="connsiteX119" fmla="*/ 5995064 w 6127689"/>
              <a:gd name="connsiteY119" fmla="*/ 6540791 h 6858000"/>
              <a:gd name="connsiteX120" fmla="*/ 5996309 w 6127689"/>
              <a:gd name="connsiteY120" fmla="*/ 6543961 h 6858000"/>
              <a:gd name="connsiteX121" fmla="*/ 5996048 w 6127689"/>
              <a:gd name="connsiteY121" fmla="*/ 6555444 h 6858000"/>
              <a:gd name="connsiteX122" fmla="*/ 6002524 w 6127689"/>
              <a:gd name="connsiteY122" fmla="*/ 6560188 h 6858000"/>
              <a:gd name="connsiteX123" fmla="*/ 6006823 w 6127689"/>
              <a:gd name="connsiteY123" fmla="*/ 6578546 h 6858000"/>
              <a:gd name="connsiteX124" fmla="*/ 6004510 w 6127689"/>
              <a:gd name="connsiteY124" fmla="*/ 6599256 h 6858000"/>
              <a:gd name="connsiteX125" fmla="*/ 5986207 w 6127689"/>
              <a:gd name="connsiteY125" fmla="*/ 6695855 h 6858000"/>
              <a:gd name="connsiteX126" fmla="*/ 5979428 w 6127689"/>
              <a:gd name="connsiteY126" fmla="*/ 6754678 h 6858000"/>
              <a:gd name="connsiteX127" fmla="*/ 5983398 w 6127689"/>
              <a:gd name="connsiteY127" fmla="*/ 6778641 h 6858000"/>
              <a:gd name="connsiteX128" fmla="*/ 5984543 w 6127689"/>
              <a:gd name="connsiteY128" fmla="*/ 6811016 h 6858000"/>
              <a:gd name="connsiteX129" fmla="*/ 5981802 w 6127689"/>
              <a:gd name="connsiteY129" fmla="*/ 6838578 h 6858000"/>
              <a:gd name="connsiteX130" fmla="*/ 5979671 w 6127689"/>
              <a:gd name="connsiteY130" fmla="*/ 6858000 h 6858000"/>
              <a:gd name="connsiteX131" fmla="*/ 0 w 6127689"/>
              <a:gd name="connsiteY131" fmla="*/ 6858000 h 6858000"/>
              <a:gd name="connsiteX132" fmla="*/ 0 w 6127689"/>
              <a:gd name="connsiteY132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6647 w 6127689"/>
              <a:gd name="connsiteY88" fmla="*/ 5185640 h 6858000"/>
              <a:gd name="connsiteX89" fmla="*/ 5998514 w 6127689"/>
              <a:gd name="connsiteY89" fmla="*/ 5189673 h 6858000"/>
              <a:gd name="connsiteX90" fmla="*/ 6018409 w 6127689"/>
              <a:gd name="connsiteY90" fmla="*/ 5227157 h 6858000"/>
              <a:gd name="connsiteX91" fmla="*/ 6036748 w 6127689"/>
              <a:gd name="connsiteY91" fmla="*/ 5322752 h 6858000"/>
              <a:gd name="connsiteX92" fmla="*/ 6036943 w 6127689"/>
              <a:gd name="connsiteY92" fmla="*/ 5329480 h 6858000"/>
              <a:gd name="connsiteX93" fmla="*/ 6037236 w 6127689"/>
              <a:gd name="connsiteY93" fmla="*/ 5329634 h 6858000"/>
              <a:gd name="connsiteX94" fmla="*/ 6037677 w 6127689"/>
              <a:gd name="connsiteY94" fmla="*/ 5354807 h 6858000"/>
              <a:gd name="connsiteX95" fmla="*/ 6039728 w 6127689"/>
              <a:gd name="connsiteY95" fmla="*/ 5359416 h 6858000"/>
              <a:gd name="connsiteX96" fmla="*/ 6043311 w 6127689"/>
              <a:gd name="connsiteY96" fmla="*/ 5361407 h 6858000"/>
              <a:gd name="connsiteX97" fmla="*/ 6053435 w 6127689"/>
              <a:gd name="connsiteY97" fmla="*/ 5387547 h 6858000"/>
              <a:gd name="connsiteX98" fmla="*/ 6065933 w 6127689"/>
              <a:gd name="connsiteY98" fmla="*/ 5443002 h 6858000"/>
              <a:gd name="connsiteX99" fmla="*/ 6068640 w 6127689"/>
              <a:gd name="connsiteY99" fmla="*/ 5474503 h 6858000"/>
              <a:gd name="connsiteX100" fmla="*/ 6080922 w 6127689"/>
              <a:gd name="connsiteY100" fmla="*/ 5561070 h 6858000"/>
              <a:gd name="connsiteX101" fmla="*/ 6096949 w 6127689"/>
              <a:gd name="connsiteY101" fmla="*/ 5648179 h 6858000"/>
              <a:gd name="connsiteX102" fmla="*/ 6125703 w 6127689"/>
              <a:gd name="connsiteY102" fmla="*/ 5692894 h 6858000"/>
              <a:gd name="connsiteX103" fmla="*/ 6126670 w 6127689"/>
              <a:gd name="connsiteY103" fmla="*/ 5697882 h 6858000"/>
              <a:gd name="connsiteX104" fmla="*/ 6124061 w 6127689"/>
              <a:gd name="connsiteY104" fmla="*/ 5710294 h 6858000"/>
              <a:gd name="connsiteX105" fmla="*/ 6122213 w 6127689"/>
              <a:gd name="connsiteY105" fmla="*/ 5714762 h 6858000"/>
              <a:gd name="connsiteX106" fmla="*/ 6121353 w 6127689"/>
              <a:gd name="connsiteY106" fmla="*/ 5721725 h 6858000"/>
              <a:gd name="connsiteX107" fmla="*/ 6121607 w 6127689"/>
              <a:gd name="connsiteY107" fmla="*/ 5721959 h 6858000"/>
              <a:gd name="connsiteX108" fmla="*/ 6120262 w 6127689"/>
              <a:gd name="connsiteY108" fmla="*/ 5728358 h 6858000"/>
              <a:gd name="connsiteX109" fmla="*/ 6127024 w 6127689"/>
              <a:gd name="connsiteY109" fmla="*/ 5786902 h 6858000"/>
              <a:gd name="connsiteX110" fmla="*/ 6127519 w 6127689"/>
              <a:gd name="connsiteY110" fmla="*/ 5865775 h 6858000"/>
              <a:gd name="connsiteX111" fmla="*/ 6119217 w 6127689"/>
              <a:gd name="connsiteY111" fmla="*/ 5888542 h 6858000"/>
              <a:gd name="connsiteX112" fmla="*/ 6102493 w 6127689"/>
              <a:gd name="connsiteY112" fmla="*/ 5928602 h 6858000"/>
              <a:gd name="connsiteX113" fmla="*/ 6056863 w 6127689"/>
              <a:gd name="connsiteY113" fmla="*/ 6000643 h 6858000"/>
              <a:gd name="connsiteX114" fmla="*/ 6045436 w 6127689"/>
              <a:gd name="connsiteY114" fmla="*/ 6124480 h 6858000"/>
              <a:gd name="connsiteX115" fmla="*/ 6030489 w 6127689"/>
              <a:gd name="connsiteY115" fmla="*/ 6317666 h 6858000"/>
              <a:gd name="connsiteX116" fmla="*/ 6007492 w 6127689"/>
              <a:gd name="connsiteY116" fmla="*/ 6440818 h 6858000"/>
              <a:gd name="connsiteX117" fmla="*/ 6009467 w 6127689"/>
              <a:gd name="connsiteY117" fmla="*/ 6487076 h 6858000"/>
              <a:gd name="connsiteX118" fmla="*/ 5995064 w 6127689"/>
              <a:gd name="connsiteY118" fmla="*/ 6540791 h 6858000"/>
              <a:gd name="connsiteX119" fmla="*/ 5996309 w 6127689"/>
              <a:gd name="connsiteY119" fmla="*/ 6543961 h 6858000"/>
              <a:gd name="connsiteX120" fmla="*/ 5996048 w 6127689"/>
              <a:gd name="connsiteY120" fmla="*/ 6555444 h 6858000"/>
              <a:gd name="connsiteX121" fmla="*/ 6002524 w 6127689"/>
              <a:gd name="connsiteY121" fmla="*/ 6560188 h 6858000"/>
              <a:gd name="connsiteX122" fmla="*/ 6006823 w 6127689"/>
              <a:gd name="connsiteY122" fmla="*/ 6578546 h 6858000"/>
              <a:gd name="connsiteX123" fmla="*/ 6004510 w 6127689"/>
              <a:gd name="connsiteY123" fmla="*/ 6599256 h 6858000"/>
              <a:gd name="connsiteX124" fmla="*/ 5986207 w 6127689"/>
              <a:gd name="connsiteY124" fmla="*/ 6695855 h 6858000"/>
              <a:gd name="connsiteX125" fmla="*/ 5979428 w 6127689"/>
              <a:gd name="connsiteY125" fmla="*/ 6754678 h 6858000"/>
              <a:gd name="connsiteX126" fmla="*/ 5983398 w 6127689"/>
              <a:gd name="connsiteY126" fmla="*/ 6778641 h 6858000"/>
              <a:gd name="connsiteX127" fmla="*/ 5984543 w 6127689"/>
              <a:gd name="connsiteY127" fmla="*/ 6811016 h 6858000"/>
              <a:gd name="connsiteX128" fmla="*/ 5981802 w 6127689"/>
              <a:gd name="connsiteY128" fmla="*/ 6838578 h 6858000"/>
              <a:gd name="connsiteX129" fmla="*/ 5979671 w 6127689"/>
              <a:gd name="connsiteY129" fmla="*/ 6858000 h 6858000"/>
              <a:gd name="connsiteX130" fmla="*/ 0 w 6127689"/>
              <a:gd name="connsiteY130" fmla="*/ 6858000 h 6858000"/>
              <a:gd name="connsiteX131" fmla="*/ 0 w 6127689"/>
              <a:gd name="connsiteY131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8514 w 6127689"/>
              <a:gd name="connsiteY88" fmla="*/ 5189673 h 6858000"/>
              <a:gd name="connsiteX89" fmla="*/ 6018409 w 6127689"/>
              <a:gd name="connsiteY89" fmla="*/ 5227157 h 6858000"/>
              <a:gd name="connsiteX90" fmla="*/ 6036748 w 6127689"/>
              <a:gd name="connsiteY90" fmla="*/ 5322752 h 6858000"/>
              <a:gd name="connsiteX91" fmla="*/ 6036943 w 6127689"/>
              <a:gd name="connsiteY91" fmla="*/ 5329480 h 6858000"/>
              <a:gd name="connsiteX92" fmla="*/ 6037236 w 6127689"/>
              <a:gd name="connsiteY92" fmla="*/ 5329634 h 6858000"/>
              <a:gd name="connsiteX93" fmla="*/ 6037677 w 6127689"/>
              <a:gd name="connsiteY93" fmla="*/ 5354807 h 6858000"/>
              <a:gd name="connsiteX94" fmla="*/ 6039728 w 6127689"/>
              <a:gd name="connsiteY94" fmla="*/ 5359416 h 6858000"/>
              <a:gd name="connsiteX95" fmla="*/ 6043311 w 6127689"/>
              <a:gd name="connsiteY95" fmla="*/ 5361407 h 6858000"/>
              <a:gd name="connsiteX96" fmla="*/ 6053435 w 6127689"/>
              <a:gd name="connsiteY96" fmla="*/ 5387547 h 6858000"/>
              <a:gd name="connsiteX97" fmla="*/ 6065933 w 6127689"/>
              <a:gd name="connsiteY97" fmla="*/ 5443002 h 6858000"/>
              <a:gd name="connsiteX98" fmla="*/ 6068640 w 6127689"/>
              <a:gd name="connsiteY98" fmla="*/ 5474503 h 6858000"/>
              <a:gd name="connsiteX99" fmla="*/ 6080922 w 6127689"/>
              <a:gd name="connsiteY99" fmla="*/ 5561070 h 6858000"/>
              <a:gd name="connsiteX100" fmla="*/ 6096949 w 6127689"/>
              <a:gd name="connsiteY100" fmla="*/ 5648179 h 6858000"/>
              <a:gd name="connsiteX101" fmla="*/ 6125703 w 6127689"/>
              <a:gd name="connsiteY101" fmla="*/ 5692894 h 6858000"/>
              <a:gd name="connsiteX102" fmla="*/ 6126670 w 6127689"/>
              <a:gd name="connsiteY102" fmla="*/ 5697882 h 6858000"/>
              <a:gd name="connsiteX103" fmla="*/ 6124061 w 6127689"/>
              <a:gd name="connsiteY103" fmla="*/ 5710294 h 6858000"/>
              <a:gd name="connsiteX104" fmla="*/ 6122213 w 6127689"/>
              <a:gd name="connsiteY104" fmla="*/ 5714762 h 6858000"/>
              <a:gd name="connsiteX105" fmla="*/ 6121353 w 6127689"/>
              <a:gd name="connsiteY105" fmla="*/ 5721725 h 6858000"/>
              <a:gd name="connsiteX106" fmla="*/ 6121607 w 6127689"/>
              <a:gd name="connsiteY106" fmla="*/ 5721959 h 6858000"/>
              <a:gd name="connsiteX107" fmla="*/ 6120262 w 6127689"/>
              <a:gd name="connsiteY107" fmla="*/ 5728358 h 6858000"/>
              <a:gd name="connsiteX108" fmla="*/ 6127024 w 6127689"/>
              <a:gd name="connsiteY108" fmla="*/ 5786902 h 6858000"/>
              <a:gd name="connsiteX109" fmla="*/ 6127519 w 6127689"/>
              <a:gd name="connsiteY109" fmla="*/ 5865775 h 6858000"/>
              <a:gd name="connsiteX110" fmla="*/ 6119217 w 6127689"/>
              <a:gd name="connsiteY110" fmla="*/ 5888542 h 6858000"/>
              <a:gd name="connsiteX111" fmla="*/ 6102493 w 6127689"/>
              <a:gd name="connsiteY111" fmla="*/ 5928602 h 6858000"/>
              <a:gd name="connsiteX112" fmla="*/ 6056863 w 6127689"/>
              <a:gd name="connsiteY112" fmla="*/ 6000643 h 6858000"/>
              <a:gd name="connsiteX113" fmla="*/ 6045436 w 6127689"/>
              <a:gd name="connsiteY113" fmla="*/ 6124480 h 6858000"/>
              <a:gd name="connsiteX114" fmla="*/ 6030489 w 6127689"/>
              <a:gd name="connsiteY114" fmla="*/ 6317666 h 6858000"/>
              <a:gd name="connsiteX115" fmla="*/ 6007492 w 6127689"/>
              <a:gd name="connsiteY115" fmla="*/ 6440818 h 6858000"/>
              <a:gd name="connsiteX116" fmla="*/ 6009467 w 6127689"/>
              <a:gd name="connsiteY116" fmla="*/ 6487076 h 6858000"/>
              <a:gd name="connsiteX117" fmla="*/ 5995064 w 6127689"/>
              <a:gd name="connsiteY117" fmla="*/ 6540791 h 6858000"/>
              <a:gd name="connsiteX118" fmla="*/ 5996309 w 6127689"/>
              <a:gd name="connsiteY118" fmla="*/ 6543961 h 6858000"/>
              <a:gd name="connsiteX119" fmla="*/ 5996048 w 6127689"/>
              <a:gd name="connsiteY119" fmla="*/ 6555444 h 6858000"/>
              <a:gd name="connsiteX120" fmla="*/ 6002524 w 6127689"/>
              <a:gd name="connsiteY120" fmla="*/ 6560188 h 6858000"/>
              <a:gd name="connsiteX121" fmla="*/ 6006823 w 6127689"/>
              <a:gd name="connsiteY121" fmla="*/ 6578546 h 6858000"/>
              <a:gd name="connsiteX122" fmla="*/ 6004510 w 6127689"/>
              <a:gd name="connsiteY122" fmla="*/ 6599256 h 6858000"/>
              <a:gd name="connsiteX123" fmla="*/ 5986207 w 6127689"/>
              <a:gd name="connsiteY123" fmla="*/ 6695855 h 6858000"/>
              <a:gd name="connsiteX124" fmla="*/ 5979428 w 6127689"/>
              <a:gd name="connsiteY124" fmla="*/ 6754678 h 6858000"/>
              <a:gd name="connsiteX125" fmla="*/ 5983398 w 6127689"/>
              <a:gd name="connsiteY125" fmla="*/ 6778641 h 6858000"/>
              <a:gd name="connsiteX126" fmla="*/ 5984543 w 6127689"/>
              <a:gd name="connsiteY126" fmla="*/ 6811016 h 6858000"/>
              <a:gd name="connsiteX127" fmla="*/ 5981802 w 6127689"/>
              <a:gd name="connsiteY127" fmla="*/ 6838578 h 6858000"/>
              <a:gd name="connsiteX128" fmla="*/ 5979671 w 6127689"/>
              <a:gd name="connsiteY128" fmla="*/ 6858000 h 6858000"/>
              <a:gd name="connsiteX129" fmla="*/ 0 w 6127689"/>
              <a:gd name="connsiteY129" fmla="*/ 6858000 h 6858000"/>
              <a:gd name="connsiteX130" fmla="*/ 0 w 6127689"/>
              <a:gd name="connsiteY130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8514 w 6127689"/>
              <a:gd name="connsiteY88" fmla="*/ 5189673 h 6858000"/>
              <a:gd name="connsiteX89" fmla="*/ 6018409 w 6127689"/>
              <a:gd name="connsiteY89" fmla="*/ 5227157 h 6858000"/>
              <a:gd name="connsiteX90" fmla="*/ 6036748 w 6127689"/>
              <a:gd name="connsiteY90" fmla="*/ 5322752 h 6858000"/>
              <a:gd name="connsiteX91" fmla="*/ 6036943 w 6127689"/>
              <a:gd name="connsiteY91" fmla="*/ 5329480 h 6858000"/>
              <a:gd name="connsiteX92" fmla="*/ 6037236 w 6127689"/>
              <a:gd name="connsiteY92" fmla="*/ 5329634 h 6858000"/>
              <a:gd name="connsiteX93" fmla="*/ 6037677 w 6127689"/>
              <a:gd name="connsiteY93" fmla="*/ 5354807 h 6858000"/>
              <a:gd name="connsiteX94" fmla="*/ 6039728 w 6127689"/>
              <a:gd name="connsiteY94" fmla="*/ 5359416 h 6858000"/>
              <a:gd name="connsiteX95" fmla="*/ 6053435 w 6127689"/>
              <a:gd name="connsiteY95" fmla="*/ 5387547 h 6858000"/>
              <a:gd name="connsiteX96" fmla="*/ 6065933 w 6127689"/>
              <a:gd name="connsiteY96" fmla="*/ 5443002 h 6858000"/>
              <a:gd name="connsiteX97" fmla="*/ 6068640 w 6127689"/>
              <a:gd name="connsiteY97" fmla="*/ 5474503 h 6858000"/>
              <a:gd name="connsiteX98" fmla="*/ 6080922 w 6127689"/>
              <a:gd name="connsiteY98" fmla="*/ 5561070 h 6858000"/>
              <a:gd name="connsiteX99" fmla="*/ 6096949 w 6127689"/>
              <a:gd name="connsiteY99" fmla="*/ 5648179 h 6858000"/>
              <a:gd name="connsiteX100" fmla="*/ 6125703 w 6127689"/>
              <a:gd name="connsiteY100" fmla="*/ 5692894 h 6858000"/>
              <a:gd name="connsiteX101" fmla="*/ 6126670 w 6127689"/>
              <a:gd name="connsiteY101" fmla="*/ 5697882 h 6858000"/>
              <a:gd name="connsiteX102" fmla="*/ 6124061 w 6127689"/>
              <a:gd name="connsiteY102" fmla="*/ 5710294 h 6858000"/>
              <a:gd name="connsiteX103" fmla="*/ 6122213 w 6127689"/>
              <a:gd name="connsiteY103" fmla="*/ 5714762 h 6858000"/>
              <a:gd name="connsiteX104" fmla="*/ 6121353 w 6127689"/>
              <a:gd name="connsiteY104" fmla="*/ 5721725 h 6858000"/>
              <a:gd name="connsiteX105" fmla="*/ 6121607 w 6127689"/>
              <a:gd name="connsiteY105" fmla="*/ 5721959 h 6858000"/>
              <a:gd name="connsiteX106" fmla="*/ 6120262 w 6127689"/>
              <a:gd name="connsiteY106" fmla="*/ 5728358 h 6858000"/>
              <a:gd name="connsiteX107" fmla="*/ 6127024 w 6127689"/>
              <a:gd name="connsiteY107" fmla="*/ 5786902 h 6858000"/>
              <a:gd name="connsiteX108" fmla="*/ 6127519 w 6127689"/>
              <a:gd name="connsiteY108" fmla="*/ 5865775 h 6858000"/>
              <a:gd name="connsiteX109" fmla="*/ 6119217 w 6127689"/>
              <a:gd name="connsiteY109" fmla="*/ 5888542 h 6858000"/>
              <a:gd name="connsiteX110" fmla="*/ 6102493 w 6127689"/>
              <a:gd name="connsiteY110" fmla="*/ 5928602 h 6858000"/>
              <a:gd name="connsiteX111" fmla="*/ 6056863 w 6127689"/>
              <a:gd name="connsiteY111" fmla="*/ 6000643 h 6858000"/>
              <a:gd name="connsiteX112" fmla="*/ 6045436 w 6127689"/>
              <a:gd name="connsiteY112" fmla="*/ 6124480 h 6858000"/>
              <a:gd name="connsiteX113" fmla="*/ 6030489 w 6127689"/>
              <a:gd name="connsiteY113" fmla="*/ 6317666 h 6858000"/>
              <a:gd name="connsiteX114" fmla="*/ 6007492 w 6127689"/>
              <a:gd name="connsiteY114" fmla="*/ 6440818 h 6858000"/>
              <a:gd name="connsiteX115" fmla="*/ 6009467 w 6127689"/>
              <a:gd name="connsiteY115" fmla="*/ 6487076 h 6858000"/>
              <a:gd name="connsiteX116" fmla="*/ 5995064 w 6127689"/>
              <a:gd name="connsiteY116" fmla="*/ 6540791 h 6858000"/>
              <a:gd name="connsiteX117" fmla="*/ 5996309 w 6127689"/>
              <a:gd name="connsiteY117" fmla="*/ 6543961 h 6858000"/>
              <a:gd name="connsiteX118" fmla="*/ 5996048 w 6127689"/>
              <a:gd name="connsiteY118" fmla="*/ 6555444 h 6858000"/>
              <a:gd name="connsiteX119" fmla="*/ 6002524 w 6127689"/>
              <a:gd name="connsiteY119" fmla="*/ 6560188 h 6858000"/>
              <a:gd name="connsiteX120" fmla="*/ 6006823 w 6127689"/>
              <a:gd name="connsiteY120" fmla="*/ 6578546 h 6858000"/>
              <a:gd name="connsiteX121" fmla="*/ 6004510 w 6127689"/>
              <a:gd name="connsiteY121" fmla="*/ 6599256 h 6858000"/>
              <a:gd name="connsiteX122" fmla="*/ 5986207 w 6127689"/>
              <a:gd name="connsiteY122" fmla="*/ 6695855 h 6858000"/>
              <a:gd name="connsiteX123" fmla="*/ 5979428 w 6127689"/>
              <a:gd name="connsiteY123" fmla="*/ 6754678 h 6858000"/>
              <a:gd name="connsiteX124" fmla="*/ 5983398 w 6127689"/>
              <a:gd name="connsiteY124" fmla="*/ 6778641 h 6858000"/>
              <a:gd name="connsiteX125" fmla="*/ 5984543 w 6127689"/>
              <a:gd name="connsiteY125" fmla="*/ 6811016 h 6858000"/>
              <a:gd name="connsiteX126" fmla="*/ 5981802 w 6127689"/>
              <a:gd name="connsiteY126" fmla="*/ 6838578 h 6858000"/>
              <a:gd name="connsiteX127" fmla="*/ 5979671 w 6127689"/>
              <a:gd name="connsiteY127" fmla="*/ 6858000 h 6858000"/>
              <a:gd name="connsiteX128" fmla="*/ 0 w 6127689"/>
              <a:gd name="connsiteY128" fmla="*/ 6858000 h 6858000"/>
              <a:gd name="connsiteX129" fmla="*/ 0 w 6127689"/>
              <a:gd name="connsiteY129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83705 w 6127689"/>
              <a:gd name="connsiteY71" fmla="*/ 4101899 h 6858000"/>
              <a:gd name="connsiteX72" fmla="*/ 5894095 w 6127689"/>
              <a:gd name="connsiteY72" fmla="*/ 4128857 h 6858000"/>
              <a:gd name="connsiteX73" fmla="*/ 5903513 w 6127689"/>
              <a:gd name="connsiteY73" fmla="*/ 4187661 h 6858000"/>
              <a:gd name="connsiteX74" fmla="*/ 5917114 w 6127689"/>
              <a:gd name="connsiteY74" fmla="*/ 4213096 h 6858000"/>
              <a:gd name="connsiteX75" fmla="*/ 5924233 w 6127689"/>
              <a:gd name="connsiteY75" fmla="*/ 4242060 h 6858000"/>
              <a:gd name="connsiteX76" fmla="*/ 5928910 w 6127689"/>
              <a:gd name="connsiteY76" fmla="*/ 4300973 h 6858000"/>
              <a:gd name="connsiteX77" fmla="*/ 5939320 w 6127689"/>
              <a:gd name="connsiteY77" fmla="*/ 4340435 h 6858000"/>
              <a:gd name="connsiteX78" fmla="*/ 5946705 w 6127689"/>
              <a:gd name="connsiteY78" fmla="*/ 4428051 h 6858000"/>
              <a:gd name="connsiteX79" fmla="*/ 5949261 w 6127689"/>
              <a:gd name="connsiteY79" fmla="*/ 4449185 h 6858000"/>
              <a:gd name="connsiteX80" fmla="*/ 5968960 w 6127689"/>
              <a:gd name="connsiteY80" fmla="*/ 4482655 h 6858000"/>
              <a:gd name="connsiteX81" fmla="*/ 5980106 w 6127689"/>
              <a:gd name="connsiteY81" fmla="*/ 4585087 h 6858000"/>
              <a:gd name="connsiteX82" fmla="*/ 5998138 w 6127689"/>
              <a:gd name="connsiteY82" fmla="*/ 4697518 h 6858000"/>
              <a:gd name="connsiteX83" fmla="*/ 6013516 w 6127689"/>
              <a:gd name="connsiteY83" fmla="*/ 4786619 h 6858000"/>
              <a:gd name="connsiteX84" fmla="*/ 6025404 w 6127689"/>
              <a:gd name="connsiteY84" fmla="*/ 4858148 h 6858000"/>
              <a:gd name="connsiteX85" fmla="*/ 6007749 w 6127689"/>
              <a:gd name="connsiteY85" fmla="*/ 4964715 h 6858000"/>
              <a:gd name="connsiteX86" fmla="*/ 6005269 w 6127689"/>
              <a:gd name="connsiteY86" fmla="*/ 5150567 h 6858000"/>
              <a:gd name="connsiteX87" fmla="*/ 6001127 w 6127689"/>
              <a:gd name="connsiteY87" fmla="*/ 5164609 h 6858000"/>
              <a:gd name="connsiteX88" fmla="*/ 5998514 w 6127689"/>
              <a:gd name="connsiteY88" fmla="*/ 5189673 h 6858000"/>
              <a:gd name="connsiteX89" fmla="*/ 6018409 w 6127689"/>
              <a:gd name="connsiteY89" fmla="*/ 5227157 h 6858000"/>
              <a:gd name="connsiteX90" fmla="*/ 6036748 w 6127689"/>
              <a:gd name="connsiteY90" fmla="*/ 5322752 h 6858000"/>
              <a:gd name="connsiteX91" fmla="*/ 6036943 w 6127689"/>
              <a:gd name="connsiteY91" fmla="*/ 5329480 h 6858000"/>
              <a:gd name="connsiteX92" fmla="*/ 6037677 w 6127689"/>
              <a:gd name="connsiteY92" fmla="*/ 5354807 h 6858000"/>
              <a:gd name="connsiteX93" fmla="*/ 6039728 w 6127689"/>
              <a:gd name="connsiteY93" fmla="*/ 5359416 h 6858000"/>
              <a:gd name="connsiteX94" fmla="*/ 6053435 w 6127689"/>
              <a:gd name="connsiteY94" fmla="*/ 5387547 h 6858000"/>
              <a:gd name="connsiteX95" fmla="*/ 6065933 w 6127689"/>
              <a:gd name="connsiteY95" fmla="*/ 5443002 h 6858000"/>
              <a:gd name="connsiteX96" fmla="*/ 6068640 w 6127689"/>
              <a:gd name="connsiteY96" fmla="*/ 5474503 h 6858000"/>
              <a:gd name="connsiteX97" fmla="*/ 6080922 w 6127689"/>
              <a:gd name="connsiteY97" fmla="*/ 5561070 h 6858000"/>
              <a:gd name="connsiteX98" fmla="*/ 6096949 w 6127689"/>
              <a:gd name="connsiteY98" fmla="*/ 5648179 h 6858000"/>
              <a:gd name="connsiteX99" fmla="*/ 6125703 w 6127689"/>
              <a:gd name="connsiteY99" fmla="*/ 5692894 h 6858000"/>
              <a:gd name="connsiteX100" fmla="*/ 6126670 w 6127689"/>
              <a:gd name="connsiteY100" fmla="*/ 5697882 h 6858000"/>
              <a:gd name="connsiteX101" fmla="*/ 6124061 w 6127689"/>
              <a:gd name="connsiteY101" fmla="*/ 5710294 h 6858000"/>
              <a:gd name="connsiteX102" fmla="*/ 6122213 w 6127689"/>
              <a:gd name="connsiteY102" fmla="*/ 5714762 h 6858000"/>
              <a:gd name="connsiteX103" fmla="*/ 6121353 w 6127689"/>
              <a:gd name="connsiteY103" fmla="*/ 5721725 h 6858000"/>
              <a:gd name="connsiteX104" fmla="*/ 6121607 w 6127689"/>
              <a:gd name="connsiteY104" fmla="*/ 5721959 h 6858000"/>
              <a:gd name="connsiteX105" fmla="*/ 6120262 w 6127689"/>
              <a:gd name="connsiteY105" fmla="*/ 5728358 h 6858000"/>
              <a:gd name="connsiteX106" fmla="*/ 6127024 w 6127689"/>
              <a:gd name="connsiteY106" fmla="*/ 5786902 h 6858000"/>
              <a:gd name="connsiteX107" fmla="*/ 6127519 w 6127689"/>
              <a:gd name="connsiteY107" fmla="*/ 5865775 h 6858000"/>
              <a:gd name="connsiteX108" fmla="*/ 6119217 w 6127689"/>
              <a:gd name="connsiteY108" fmla="*/ 5888542 h 6858000"/>
              <a:gd name="connsiteX109" fmla="*/ 6102493 w 6127689"/>
              <a:gd name="connsiteY109" fmla="*/ 5928602 h 6858000"/>
              <a:gd name="connsiteX110" fmla="*/ 6056863 w 6127689"/>
              <a:gd name="connsiteY110" fmla="*/ 6000643 h 6858000"/>
              <a:gd name="connsiteX111" fmla="*/ 6045436 w 6127689"/>
              <a:gd name="connsiteY111" fmla="*/ 6124480 h 6858000"/>
              <a:gd name="connsiteX112" fmla="*/ 6030489 w 6127689"/>
              <a:gd name="connsiteY112" fmla="*/ 6317666 h 6858000"/>
              <a:gd name="connsiteX113" fmla="*/ 6007492 w 6127689"/>
              <a:gd name="connsiteY113" fmla="*/ 6440818 h 6858000"/>
              <a:gd name="connsiteX114" fmla="*/ 6009467 w 6127689"/>
              <a:gd name="connsiteY114" fmla="*/ 6487076 h 6858000"/>
              <a:gd name="connsiteX115" fmla="*/ 5995064 w 6127689"/>
              <a:gd name="connsiteY115" fmla="*/ 6540791 h 6858000"/>
              <a:gd name="connsiteX116" fmla="*/ 5996309 w 6127689"/>
              <a:gd name="connsiteY116" fmla="*/ 6543961 h 6858000"/>
              <a:gd name="connsiteX117" fmla="*/ 5996048 w 6127689"/>
              <a:gd name="connsiteY117" fmla="*/ 6555444 h 6858000"/>
              <a:gd name="connsiteX118" fmla="*/ 6002524 w 6127689"/>
              <a:gd name="connsiteY118" fmla="*/ 6560188 h 6858000"/>
              <a:gd name="connsiteX119" fmla="*/ 6006823 w 6127689"/>
              <a:gd name="connsiteY119" fmla="*/ 6578546 h 6858000"/>
              <a:gd name="connsiteX120" fmla="*/ 6004510 w 6127689"/>
              <a:gd name="connsiteY120" fmla="*/ 6599256 h 6858000"/>
              <a:gd name="connsiteX121" fmla="*/ 5986207 w 6127689"/>
              <a:gd name="connsiteY121" fmla="*/ 6695855 h 6858000"/>
              <a:gd name="connsiteX122" fmla="*/ 5979428 w 6127689"/>
              <a:gd name="connsiteY122" fmla="*/ 6754678 h 6858000"/>
              <a:gd name="connsiteX123" fmla="*/ 5983398 w 6127689"/>
              <a:gd name="connsiteY123" fmla="*/ 6778641 h 6858000"/>
              <a:gd name="connsiteX124" fmla="*/ 5984543 w 6127689"/>
              <a:gd name="connsiteY124" fmla="*/ 6811016 h 6858000"/>
              <a:gd name="connsiteX125" fmla="*/ 5981802 w 6127689"/>
              <a:gd name="connsiteY125" fmla="*/ 6838578 h 6858000"/>
              <a:gd name="connsiteX126" fmla="*/ 5979671 w 6127689"/>
              <a:gd name="connsiteY126" fmla="*/ 6858000 h 6858000"/>
              <a:gd name="connsiteX127" fmla="*/ 0 w 6127689"/>
              <a:gd name="connsiteY127" fmla="*/ 6858000 h 6858000"/>
              <a:gd name="connsiteX128" fmla="*/ 0 w 6127689"/>
              <a:gd name="connsiteY128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94095 w 6127689"/>
              <a:gd name="connsiteY71" fmla="*/ 4128857 h 6858000"/>
              <a:gd name="connsiteX72" fmla="*/ 5903513 w 6127689"/>
              <a:gd name="connsiteY72" fmla="*/ 4187661 h 6858000"/>
              <a:gd name="connsiteX73" fmla="*/ 5917114 w 6127689"/>
              <a:gd name="connsiteY73" fmla="*/ 4213096 h 6858000"/>
              <a:gd name="connsiteX74" fmla="*/ 5924233 w 6127689"/>
              <a:gd name="connsiteY74" fmla="*/ 4242060 h 6858000"/>
              <a:gd name="connsiteX75" fmla="*/ 5928910 w 6127689"/>
              <a:gd name="connsiteY75" fmla="*/ 4300973 h 6858000"/>
              <a:gd name="connsiteX76" fmla="*/ 5939320 w 6127689"/>
              <a:gd name="connsiteY76" fmla="*/ 4340435 h 6858000"/>
              <a:gd name="connsiteX77" fmla="*/ 5946705 w 6127689"/>
              <a:gd name="connsiteY77" fmla="*/ 4428051 h 6858000"/>
              <a:gd name="connsiteX78" fmla="*/ 5949261 w 6127689"/>
              <a:gd name="connsiteY78" fmla="*/ 4449185 h 6858000"/>
              <a:gd name="connsiteX79" fmla="*/ 5968960 w 6127689"/>
              <a:gd name="connsiteY79" fmla="*/ 4482655 h 6858000"/>
              <a:gd name="connsiteX80" fmla="*/ 5980106 w 6127689"/>
              <a:gd name="connsiteY80" fmla="*/ 4585087 h 6858000"/>
              <a:gd name="connsiteX81" fmla="*/ 5998138 w 6127689"/>
              <a:gd name="connsiteY81" fmla="*/ 4697518 h 6858000"/>
              <a:gd name="connsiteX82" fmla="*/ 6013516 w 6127689"/>
              <a:gd name="connsiteY82" fmla="*/ 4786619 h 6858000"/>
              <a:gd name="connsiteX83" fmla="*/ 6025404 w 6127689"/>
              <a:gd name="connsiteY83" fmla="*/ 4858148 h 6858000"/>
              <a:gd name="connsiteX84" fmla="*/ 6007749 w 6127689"/>
              <a:gd name="connsiteY84" fmla="*/ 4964715 h 6858000"/>
              <a:gd name="connsiteX85" fmla="*/ 6005269 w 6127689"/>
              <a:gd name="connsiteY85" fmla="*/ 5150567 h 6858000"/>
              <a:gd name="connsiteX86" fmla="*/ 6001127 w 6127689"/>
              <a:gd name="connsiteY86" fmla="*/ 5164609 h 6858000"/>
              <a:gd name="connsiteX87" fmla="*/ 5998514 w 6127689"/>
              <a:gd name="connsiteY87" fmla="*/ 5189673 h 6858000"/>
              <a:gd name="connsiteX88" fmla="*/ 6018409 w 6127689"/>
              <a:gd name="connsiteY88" fmla="*/ 5227157 h 6858000"/>
              <a:gd name="connsiteX89" fmla="*/ 6036748 w 6127689"/>
              <a:gd name="connsiteY89" fmla="*/ 5322752 h 6858000"/>
              <a:gd name="connsiteX90" fmla="*/ 6036943 w 6127689"/>
              <a:gd name="connsiteY90" fmla="*/ 5329480 h 6858000"/>
              <a:gd name="connsiteX91" fmla="*/ 6037677 w 6127689"/>
              <a:gd name="connsiteY91" fmla="*/ 5354807 h 6858000"/>
              <a:gd name="connsiteX92" fmla="*/ 6039728 w 6127689"/>
              <a:gd name="connsiteY92" fmla="*/ 5359416 h 6858000"/>
              <a:gd name="connsiteX93" fmla="*/ 6053435 w 6127689"/>
              <a:gd name="connsiteY93" fmla="*/ 5387547 h 6858000"/>
              <a:gd name="connsiteX94" fmla="*/ 6065933 w 6127689"/>
              <a:gd name="connsiteY94" fmla="*/ 5443002 h 6858000"/>
              <a:gd name="connsiteX95" fmla="*/ 6068640 w 6127689"/>
              <a:gd name="connsiteY95" fmla="*/ 5474503 h 6858000"/>
              <a:gd name="connsiteX96" fmla="*/ 6080922 w 6127689"/>
              <a:gd name="connsiteY96" fmla="*/ 5561070 h 6858000"/>
              <a:gd name="connsiteX97" fmla="*/ 6096949 w 6127689"/>
              <a:gd name="connsiteY97" fmla="*/ 5648179 h 6858000"/>
              <a:gd name="connsiteX98" fmla="*/ 6125703 w 6127689"/>
              <a:gd name="connsiteY98" fmla="*/ 5692894 h 6858000"/>
              <a:gd name="connsiteX99" fmla="*/ 6126670 w 6127689"/>
              <a:gd name="connsiteY99" fmla="*/ 5697882 h 6858000"/>
              <a:gd name="connsiteX100" fmla="*/ 6124061 w 6127689"/>
              <a:gd name="connsiteY100" fmla="*/ 5710294 h 6858000"/>
              <a:gd name="connsiteX101" fmla="*/ 6122213 w 6127689"/>
              <a:gd name="connsiteY101" fmla="*/ 5714762 h 6858000"/>
              <a:gd name="connsiteX102" fmla="*/ 6121353 w 6127689"/>
              <a:gd name="connsiteY102" fmla="*/ 5721725 h 6858000"/>
              <a:gd name="connsiteX103" fmla="*/ 6121607 w 6127689"/>
              <a:gd name="connsiteY103" fmla="*/ 5721959 h 6858000"/>
              <a:gd name="connsiteX104" fmla="*/ 6120262 w 6127689"/>
              <a:gd name="connsiteY104" fmla="*/ 5728358 h 6858000"/>
              <a:gd name="connsiteX105" fmla="*/ 6127024 w 6127689"/>
              <a:gd name="connsiteY105" fmla="*/ 5786902 h 6858000"/>
              <a:gd name="connsiteX106" fmla="*/ 6127519 w 6127689"/>
              <a:gd name="connsiteY106" fmla="*/ 5865775 h 6858000"/>
              <a:gd name="connsiteX107" fmla="*/ 6119217 w 6127689"/>
              <a:gd name="connsiteY107" fmla="*/ 5888542 h 6858000"/>
              <a:gd name="connsiteX108" fmla="*/ 6102493 w 6127689"/>
              <a:gd name="connsiteY108" fmla="*/ 5928602 h 6858000"/>
              <a:gd name="connsiteX109" fmla="*/ 6056863 w 6127689"/>
              <a:gd name="connsiteY109" fmla="*/ 6000643 h 6858000"/>
              <a:gd name="connsiteX110" fmla="*/ 6045436 w 6127689"/>
              <a:gd name="connsiteY110" fmla="*/ 6124480 h 6858000"/>
              <a:gd name="connsiteX111" fmla="*/ 6030489 w 6127689"/>
              <a:gd name="connsiteY111" fmla="*/ 6317666 h 6858000"/>
              <a:gd name="connsiteX112" fmla="*/ 6007492 w 6127689"/>
              <a:gd name="connsiteY112" fmla="*/ 6440818 h 6858000"/>
              <a:gd name="connsiteX113" fmla="*/ 6009467 w 6127689"/>
              <a:gd name="connsiteY113" fmla="*/ 6487076 h 6858000"/>
              <a:gd name="connsiteX114" fmla="*/ 5995064 w 6127689"/>
              <a:gd name="connsiteY114" fmla="*/ 6540791 h 6858000"/>
              <a:gd name="connsiteX115" fmla="*/ 5996309 w 6127689"/>
              <a:gd name="connsiteY115" fmla="*/ 6543961 h 6858000"/>
              <a:gd name="connsiteX116" fmla="*/ 5996048 w 6127689"/>
              <a:gd name="connsiteY116" fmla="*/ 6555444 h 6858000"/>
              <a:gd name="connsiteX117" fmla="*/ 6002524 w 6127689"/>
              <a:gd name="connsiteY117" fmla="*/ 6560188 h 6858000"/>
              <a:gd name="connsiteX118" fmla="*/ 6006823 w 6127689"/>
              <a:gd name="connsiteY118" fmla="*/ 6578546 h 6858000"/>
              <a:gd name="connsiteX119" fmla="*/ 6004510 w 6127689"/>
              <a:gd name="connsiteY119" fmla="*/ 6599256 h 6858000"/>
              <a:gd name="connsiteX120" fmla="*/ 5986207 w 6127689"/>
              <a:gd name="connsiteY120" fmla="*/ 6695855 h 6858000"/>
              <a:gd name="connsiteX121" fmla="*/ 5979428 w 6127689"/>
              <a:gd name="connsiteY121" fmla="*/ 6754678 h 6858000"/>
              <a:gd name="connsiteX122" fmla="*/ 5983398 w 6127689"/>
              <a:gd name="connsiteY122" fmla="*/ 6778641 h 6858000"/>
              <a:gd name="connsiteX123" fmla="*/ 5984543 w 6127689"/>
              <a:gd name="connsiteY123" fmla="*/ 6811016 h 6858000"/>
              <a:gd name="connsiteX124" fmla="*/ 5981802 w 6127689"/>
              <a:gd name="connsiteY124" fmla="*/ 6838578 h 6858000"/>
              <a:gd name="connsiteX125" fmla="*/ 5979671 w 6127689"/>
              <a:gd name="connsiteY125" fmla="*/ 6858000 h 6858000"/>
              <a:gd name="connsiteX126" fmla="*/ 0 w 6127689"/>
              <a:gd name="connsiteY126" fmla="*/ 6858000 h 6858000"/>
              <a:gd name="connsiteX127" fmla="*/ 0 w 6127689"/>
              <a:gd name="connsiteY127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94095 w 6127689"/>
              <a:gd name="connsiteY71" fmla="*/ 4128857 h 6858000"/>
              <a:gd name="connsiteX72" fmla="*/ 5903513 w 6127689"/>
              <a:gd name="connsiteY72" fmla="*/ 4187661 h 6858000"/>
              <a:gd name="connsiteX73" fmla="*/ 5917114 w 6127689"/>
              <a:gd name="connsiteY73" fmla="*/ 4213096 h 6858000"/>
              <a:gd name="connsiteX74" fmla="*/ 5924233 w 6127689"/>
              <a:gd name="connsiteY74" fmla="*/ 4242060 h 6858000"/>
              <a:gd name="connsiteX75" fmla="*/ 5928910 w 6127689"/>
              <a:gd name="connsiteY75" fmla="*/ 4300973 h 6858000"/>
              <a:gd name="connsiteX76" fmla="*/ 5939320 w 6127689"/>
              <a:gd name="connsiteY76" fmla="*/ 4340435 h 6858000"/>
              <a:gd name="connsiteX77" fmla="*/ 5946705 w 6127689"/>
              <a:gd name="connsiteY77" fmla="*/ 4428051 h 6858000"/>
              <a:gd name="connsiteX78" fmla="*/ 5949261 w 6127689"/>
              <a:gd name="connsiteY78" fmla="*/ 4449185 h 6858000"/>
              <a:gd name="connsiteX79" fmla="*/ 5968960 w 6127689"/>
              <a:gd name="connsiteY79" fmla="*/ 4482655 h 6858000"/>
              <a:gd name="connsiteX80" fmla="*/ 5980106 w 6127689"/>
              <a:gd name="connsiteY80" fmla="*/ 4585087 h 6858000"/>
              <a:gd name="connsiteX81" fmla="*/ 5998138 w 6127689"/>
              <a:gd name="connsiteY81" fmla="*/ 4697518 h 6858000"/>
              <a:gd name="connsiteX82" fmla="*/ 6013516 w 6127689"/>
              <a:gd name="connsiteY82" fmla="*/ 4786619 h 6858000"/>
              <a:gd name="connsiteX83" fmla="*/ 6025404 w 6127689"/>
              <a:gd name="connsiteY83" fmla="*/ 4858148 h 6858000"/>
              <a:gd name="connsiteX84" fmla="*/ 6007749 w 6127689"/>
              <a:gd name="connsiteY84" fmla="*/ 4964715 h 6858000"/>
              <a:gd name="connsiteX85" fmla="*/ 6005269 w 6127689"/>
              <a:gd name="connsiteY85" fmla="*/ 5150567 h 6858000"/>
              <a:gd name="connsiteX86" fmla="*/ 6001127 w 6127689"/>
              <a:gd name="connsiteY86" fmla="*/ 5164609 h 6858000"/>
              <a:gd name="connsiteX87" fmla="*/ 5998514 w 6127689"/>
              <a:gd name="connsiteY87" fmla="*/ 5189673 h 6858000"/>
              <a:gd name="connsiteX88" fmla="*/ 6018409 w 6127689"/>
              <a:gd name="connsiteY88" fmla="*/ 5227157 h 6858000"/>
              <a:gd name="connsiteX89" fmla="*/ 6036748 w 6127689"/>
              <a:gd name="connsiteY89" fmla="*/ 5322752 h 6858000"/>
              <a:gd name="connsiteX90" fmla="*/ 6036943 w 6127689"/>
              <a:gd name="connsiteY90" fmla="*/ 5329480 h 6858000"/>
              <a:gd name="connsiteX91" fmla="*/ 6037677 w 6127689"/>
              <a:gd name="connsiteY91" fmla="*/ 5354807 h 6858000"/>
              <a:gd name="connsiteX92" fmla="*/ 6039728 w 6127689"/>
              <a:gd name="connsiteY92" fmla="*/ 5359416 h 6858000"/>
              <a:gd name="connsiteX93" fmla="*/ 6053435 w 6127689"/>
              <a:gd name="connsiteY93" fmla="*/ 5387547 h 6858000"/>
              <a:gd name="connsiteX94" fmla="*/ 6065933 w 6127689"/>
              <a:gd name="connsiteY94" fmla="*/ 5443002 h 6858000"/>
              <a:gd name="connsiteX95" fmla="*/ 6068640 w 6127689"/>
              <a:gd name="connsiteY95" fmla="*/ 5474503 h 6858000"/>
              <a:gd name="connsiteX96" fmla="*/ 6080922 w 6127689"/>
              <a:gd name="connsiteY96" fmla="*/ 5561070 h 6858000"/>
              <a:gd name="connsiteX97" fmla="*/ 6096949 w 6127689"/>
              <a:gd name="connsiteY97" fmla="*/ 5648179 h 6858000"/>
              <a:gd name="connsiteX98" fmla="*/ 6125703 w 6127689"/>
              <a:gd name="connsiteY98" fmla="*/ 5692894 h 6858000"/>
              <a:gd name="connsiteX99" fmla="*/ 6126670 w 6127689"/>
              <a:gd name="connsiteY99" fmla="*/ 5697882 h 6858000"/>
              <a:gd name="connsiteX100" fmla="*/ 6124061 w 6127689"/>
              <a:gd name="connsiteY100" fmla="*/ 5710294 h 6858000"/>
              <a:gd name="connsiteX101" fmla="*/ 6121353 w 6127689"/>
              <a:gd name="connsiteY101" fmla="*/ 5721725 h 6858000"/>
              <a:gd name="connsiteX102" fmla="*/ 6121607 w 6127689"/>
              <a:gd name="connsiteY102" fmla="*/ 5721959 h 6858000"/>
              <a:gd name="connsiteX103" fmla="*/ 6120262 w 6127689"/>
              <a:gd name="connsiteY103" fmla="*/ 5728358 h 6858000"/>
              <a:gd name="connsiteX104" fmla="*/ 6127024 w 6127689"/>
              <a:gd name="connsiteY104" fmla="*/ 5786902 h 6858000"/>
              <a:gd name="connsiteX105" fmla="*/ 6127519 w 6127689"/>
              <a:gd name="connsiteY105" fmla="*/ 5865775 h 6858000"/>
              <a:gd name="connsiteX106" fmla="*/ 6119217 w 6127689"/>
              <a:gd name="connsiteY106" fmla="*/ 5888542 h 6858000"/>
              <a:gd name="connsiteX107" fmla="*/ 6102493 w 6127689"/>
              <a:gd name="connsiteY107" fmla="*/ 5928602 h 6858000"/>
              <a:gd name="connsiteX108" fmla="*/ 6056863 w 6127689"/>
              <a:gd name="connsiteY108" fmla="*/ 6000643 h 6858000"/>
              <a:gd name="connsiteX109" fmla="*/ 6045436 w 6127689"/>
              <a:gd name="connsiteY109" fmla="*/ 6124480 h 6858000"/>
              <a:gd name="connsiteX110" fmla="*/ 6030489 w 6127689"/>
              <a:gd name="connsiteY110" fmla="*/ 6317666 h 6858000"/>
              <a:gd name="connsiteX111" fmla="*/ 6007492 w 6127689"/>
              <a:gd name="connsiteY111" fmla="*/ 6440818 h 6858000"/>
              <a:gd name="connsiteX112" fmla="*/ 6009467 w 6127689"/>
              <a:gd name="connsiteY112" fmla="*/ 6487076 h 6858000"/>
              <a:gd name="connsiteX113" fmla="*/ 5995064 w 6127689"/>
              <a:gd name="connsiteY113" fmla="*/ 6540791 h 6858000"/>
              <a:gd name="connsiteX114" fmla="*/ 5996309 w 6127689"/>
              <a:gd name="connsiteY114" fmla="*/ 6543961 h 6858000"/>
              <a:gd name="connsiteX115" fmla="*/ 5996048 w 6127689"/>
              <a:gd name="connsiteY115" fmla="*/ 6555444 h 6858000"/>
              <a:gd name="connsiteX116" fmla="*/ 6002524 w 6127689"/>
              <a:gd name="connsiteY116" fmla="*/ 6560188 h 6858000"/>
              <a:gd name="connsiteX117" fmla="*/ 6006823 w 6127689"/>
              <a:gd name="connsiteY117" fmla="*/ 6578546 h 6858000"/>
              <a:gd name="connsiteX118" fmla="*/ 6004510 w 6127689"/>
              <a:gd name="connsiteY118" fmla="*/ 6599256 h 6858000"/>
              <a:gd name="connsiteX119" fmla="*/ 5986207 w 6127689"/>
              <a:gd name="connsiteY119" fmla="*/ 6695855 h 6858000"/>
              <a:gd name="connsiteX120" fmla="*/ 5979428 w 6127689"/>
              <a:gd name="connsiteY120" fmla="*/ 6754678 h 6858000"/>
              <a:gd name="connsiteX121" fmla="*/ 5983398 w 6127689"/>
              <a:gd name="connsiteY121" fmla="*/ 6778641 h 6858000"/>
              <a:gd name="connsiteX122" fmla="*/ 5984543 w 6127689"/>
              <a:gd name="connsiteY122" fmla="*/ 6811016 h 6858000"/>
              <a:gd name="connsiteX123" fmla="*/ 5981802 w 6127689"/>
              <a:gd name="connsiteY123" fmla="*/ 6838578 h 6858000"/>
              <a:gd name="connsiteX124" fmla="*/ 5979671 w 6127689"/>
              <a:gd name="connsiteY124" fmla="*/ 6858000 h 6858000"/>
              <a:gd name="connsiteX125" fmla="*/ 0 w 6127689"/>
              <a:gd name="connsiteY125" fmla="*/ 6858000 h 6858000"/>
              <a:gd name="connsiteX126" fmla="*/ 0 w 6127689"/>
              <a:gd name="connsiteY126" fmla="*/ 0 h 6858000"/>
              <a:gd name="connsiteX0" fmla="*/ 0 w 6127689"/>
              <a:gd name="connsiteY0" fmla="*/ 0 h 6858000"/>
              <a:gd name="connsiteX1" fmla="*/ 4965888 w 6127689"/>
              <a:gd name="connsiteY1" fmla="*/ 0 h 6858000"/>
              <a:gd name="connsiteX2" fmla="*/ 4967767 w 6127689"/>
              <a:gd name="connsiteY2" fmla="*/ 7930 h 6858000"/>
              <a:gd name="connsiteX3" fmla="*/ 4979444 w 6127689"/>
              <a:gd name="connsiteY3" fmla="*/ 43921 h 6858000"/>
              <a:gd name="connsiteX4" fmla="*/ 5021173 w 6127689"/>
              <a:gd name="connsiteY4" fmla="*/ 123738 h 6858000"/>
              <a:gd name="connsiteX5" fmla="*/ 5075458 w 6127689"/>
              <a:gd name="connsiteY5" fmla="*/ 264355 h 6858000"/>
              <a:gd name="connsiteX6" fmla="*/ 5081175 w 6127689"/>
              <a:gd name="connsiteY6" fmla="*/ 277448 h 6858000"/>
              <a:gd name="connsiteX7" fmla="*/ 5097011 w 6127689"/>
              <a:gd name="connsiteY7" fmla="*/ 355616 h 6858000"/>
              <a:gd name="connsiteX8" fmla="*/ 5130982 w 6127689"/>
              <a:gd name="connsiteY8" fmla="*/ 412030 h 6858000"/>
              <a:gd name="connsiteX9" fmla="*/ 5153000 w 6127689"/>
              <a:gd name="connsiteY9" fmla="*/ 507134 h 6858000"/>
              <a:gd name="connsiteX10" fmla="*/ 5171282 w 6127689"/>
              <a:gd name="connsiteY10" fmla="*/ 602071 h 6858000"/>
              <a:gd name="connsiteX11" fmla="*/ 5176196 w 6127689"/>
              <a:gd name="connsiteY11" fmla="*/ 636822 h 6858000"/>
              <a:gd name="connsiteX12" fmla="*/ 5189051 w 6127689"/>
              <a:gd name="connsiteY12" fmla="*/ 782518 h 6858000"/>
              <a:gd name="connsiteX13" fmla="*/ 5210428 w 6127689"/>
              <a:gd name="connsiteY13" fmla="*/ 815772 h 6858000"/>
              <a:gd name="connsiteX14" fmla="*/ 5221088 w 6127689"/>
              <a:gd name="connsiteY14" fmla="*/ 860193 h 6858000"/>
              <a:gd name="connsiteX15" fmla="*/ 5230806 w 6127689"/>
              <a:gd name="connsiteY15" fmla="*/ 961354 h 6858000"/>
              <a:gd name="connsiteX16" fmla="*/ 5201018 w 6127689"/>
              <a:gd name="connsiteY16" fmla="*/ 1095027 h 6858000"/>
              <a:gd name="connsiteX17" fmla="*/ 5202153 w 6127689"/>
              <a:gd name="connsiteY17" fmla="*/ 1133224 h 6858000"/>
              <a:gd name="connsiteX18" fmla="*/ 5207370 w 6127689"/>
              <a:gd name="connsiteY18" fmla="*/ 1138097 h 6858000"/>
              <a:gd name="connsiteX19" fmla="*/ 5189234 w 6127689"/>
              <a:gd name="connsiteY19" fmla="*/ 1193495 h 6858000"/>
              <a:gd name="connsiteX20" fmla="*/ 5202769 w 6127689"/>
              <a:gd name="connsiteY20" fmla="*/ 1269450 h 6858000"/>
              <a:gd name="connsiteX21" fmla="*/ 5225968 w 6127689"/>
              <a:gd name="connsiteY21" fmla="*/ 1357994 h 6858000"/>
              <a:gd name="connsiteX22" fmla="*/ 5233819 w 6127689"/>
              <a:gd name="connsiteY22" fmla="*/ 1380922 h 6858000"/>
              <a:gd name="connsiteX23" fmla="*/ 5237226 w 6127689"/>
              <a:gd name="connsiteY23" fmla="*/ 1441327 h 6858000"/>
              <a:gd name="connsiteX24" fmla="*/ 5255653 w 6127689"/>
              <a:gd name="connsiteY24" fmla="*/ 1524712 h 6858000"/>
              <a:gd name="connsiteX25" fmla="*/ 5263491 w 6127689"/>
              <a:gd name="connsiteY25" fmla="*/ 1642938 h 6858000"/>
              <a:gd name="connsiteX26" fmla="*/ 5261314 w 6127689"/>
              <a:gd name="connsiteY26" fmla="*/ 1689177 h 6858000"/>
              <a:gd name="connsiteX27" fmla="*/ 5259788 w 6127689"/>
              <a:gd name="connsiteY27" fmla="*/ 1768516 h 6858000"/>
              <a:gd name="connsiteX28" fmla="*/ 5255696 w 6127689"/>
              <a:gd name="connsiteY28" fmla="*/ 1953770 h 6858000"/>
              <a:gd name="connsiteX29" fmla="*/ 5252592 w 6127689"/>
              <a:gd name="connsiteY29" fmla="*/ 2092210 h 6858000"/>
              <a:gd name="connsiteX30" fmla="*/ 5264303 w 6127689"/>
              <a:gd name="connsiteY30" fmla="*/ 2225157 h 6858000"/>
              <a:gd name="connsiteX31" fmla="*/ 5254949 w 6127689"/>
              <a:gd name="connsiteY31" fmla="*/ 2236160 h 6858000"/>
              <a:gd name="connsiteX32" fmla="*/ 5250104 w 6127689"/>
              <a:gd name="connsiteY32" fmla="*/ 2249166 h 6858000"/>
              <a:gd name="connsiteX33" fmla="*/ 5251214 w 6127689"/>
              <a:gd name="connsiteY33" fmla="*/ 2250944 h 6858000"/>
              <a:gd name="connsiteX34" fmla="*/ 5250644 w 6127689"/>
              <a:gd name="connsiteY34" fmla="*/ 2266619 h 6858000"/>
              <a:gd name="connsiteX35" fmla="*/ 5293877 w 6127689"/>
              <a:gd name="connsiteY35" fmla="*/ 2368649 h 6858000"/>
              <a:gd name="connsiteX36" fmla="*/ 5311338 w 6127689"/>
              <a:gd name="connsiteY36" fmla="*/ 2404034 h 6858000"/>
              <a:gd name="connsiteX37" fmla="*/ 5338366 w 6127689"/>
              <a:gd name="connsiteY37" fmla="*/ 2465052 h 6858000"/>
              <a:gd name="connsiteX38" fmla="*/ 5371263 w 6127689"/>
              <a:gd name="connsiteY38" fmla="*/ 2586413 h 6858000"/>
              <a:gd name="connsiteX39" fmla="*/ 5407503 w 6127689"/>
              <a:gd name="connsiteY39" fmla="*/ 2786290 h 6858000"/>
              <a:gd name="connsiteX40" fmla="*/ 5407356 w 6127689"/>
              <a:gd name="connsiteY40" fmla="*/ 2787545 h 6858000"/>
              <a:gd name="connsiteX41" fmla="*/ 5411130 w 6127689"/>
              <a:gd name="connsiteY41" fmla="*/ 2788640 h 6858000"/>
              <a:gd name="connsiteX42" fmla="*/ 5416439 w 6127689"/>
              <a:gd name="connsiteY42" fmla="*/ 2805666 h 6858000"/>
              <a:gd name="connsiteX43" fmla="*/ 5457023 w 6127689"/>
              <a:gd name="connsiteY43" fmla="*/ 2858292 h 6858000"/>
              <a:gd name="connsiteX44" fmla="*/ 5479298 w 6127689"/>
              <a:gd name="connsiteY44" fmla="*/ 2947791 h 6858000"/>
              <a:gd name="connsiteX45" fmla="*/ 5481770 w 6127689"/>
              <a:gd name="connsiteY45" fmla="*/ 2951352 h 6858000"/>
              <a:gd name="connsiteX46" fmla="*/ 5482045 w 6127689"/>
              <a:gd name="connsiteY46" fmla="*/ 2984371 h 6858000"/>
              <a:gd name="connsiteX47" fmla="*/ 5482415 w 6127689"/>
              <a:gd name="connsiteY47" fmla="*/ 3004079 h 6858000"/>
              <a:gd name="connsiteX48" fmla="*/ 5503944 w 6127689"/>
              <a:gd name="connsiteY48" fmla="*/ 3123335 h 6858000"/>
              <a:gd name="connsiteX49" fmla="*/ 5516007 w 6127689"/>
              <a:gd name="connsiteY49" fmla="*/ 3258473 h 6858000"/>
              <a:gd name="connsiteX50" fmla="*/ 5566839 w 6127689"/>
              <a:gd name="connsiteY50" fmla="*/ 3345295 h 6858000"/>
              <a:gd name="connsiteX51" fmla="*/ 5589758 w 6127689"/>
              <a:gd name="connsiteY51" fmla="*/ 3506453 h 6858000"/>
              <a:gd name="connsiteX52" fmla="*/ 5596144 w 6127689"/>
              <a:gd name="connsiteY52" fmla="*/ 3534624 h 6858000"/>
              <a:gd name="connsiteX53" fmla="*/ 5597750 w 6127689"/>
              <a:gd name="connsiteY53" fmla="*/ 3534129 h 6858000"/>
              <a:gd name="connsiteX54" fmla="*/ 5599700 w 6127689"/>
              <a:gd name="connsiteY54" fmla="*/ 3547221 h 6858000"/>
              <a:gd name="connsiteX55" fmla="*/ 5615031 w 6127689"/>
              <a:gd name="connsiteY55" fmla="*/ 3557482 h 6858000"/>
              <a:gd name="connsiteX56" fmla="*/ 5618377 w 6127689"/>
              <a:gd name="connsiteY56" fmla="*/ 3588431 h 6858000"/>
              <a:gd name="connsiteX57" fmla="*/ 5612155 w 6127689"/>
              <a:gd name="connsiteY57" fmla="*/ 3589869 h 6858000"/>
              <a:gd name="connsiteX58" fmla="*/ 5620843 w 6127689"/>
              <a:gd name="connsiteY58" fmla="*/ 3606745 h 6858000"/>
              <a:gd name="connsiteX59" fmla="*/ 5655472 w 6127689"/>
              <a:gd name="connsiteY59" fmla="*/ 3678877 h 6858000"/>
              <a:gd name="connsiteX60" fmla="*/ 5683015 w 6127689"/>
              <a:gd name="connsiteY60" fmla="*/ 3762025 h 6858000"/>
              <a:gd name="connsiteX61" fmla="*/ 5696643 w 6127689"/>
              <a:gd name="connsiteY61" fmla="*/ 3773888 h 6858000"/>
              <a:gd name="connsiteX62" fmla="*/ 5699203 w 6127689"/>
              <a:gd name="connsiteY62" fmla="*/ 3775823 h 6858000"/>
              <a:gd name="connsiteX63" fmla="*/ 5704824 w 6127689"/>
              <a:gd name="connsiteY63" fmla="*/ 3785966 h 6858000"/>
              <a:gd name="connsiteX64" fmla="*/ 5733539 w 6127689"/>
              <a:gd name="connsiteY64" fmla="*/ 3818457 h 6858000"/>
              <a:gd name="connsiteX65" fmla="*/ 5768491 w 6127689"/>
              <a:gd name="connsiteY65" fmla="*/ 3914399 h 6858000"/>
              <a:gd name="connsiteX66" fmla="*/ 5793123 w 6127689"/>
              <a:gd name="connsiteY66" fmla="*/ 3969952 h 6858000"/>
              <a:gd name="connsiteX67" fmla="*/ 5808321 w 6127689"/>
              <a:gd name="connsiteY67" fmla="*/ 3988153 h 6858000"/>
              <a:gd name="connsiteX68" fmla="*/ 5825621 w 6127689"/>
              <a:gd name="connsiteY68" fmla="*/ 4015525 h 6858000"/>
              <a:gd name="connsiteX69" fmla="*/ 5860672 w 6127689"/>
              <a:gd name="connsiteY69" fmla="*/ 4061579 h 6858000"/>
              <a:gd name="connsiteX70" fmla="*/ 5872173 w 6127689"/>
              <a:gd name="connsiteY70" fmla="*/ 4088497 h 6858000"/>
              <a:gd name="connsiteX71" fmla="*/ 5894095 w 6127689"/>
              <a:gd name="connsiteY71" fmla="*/ 4128857 h 6858000"/>
              <a:gd name="connsiteX72" fmla="*/ 5903513 w 6127689"/>
              <a:gd name="connsiteY72" fmla="*/ 4187661 h 6858000"/>
              <a:gd name="connsiteX73" fmla="*/ 5917114 w 6127689"/>
              <a:gd name="connsiteY73" fmla="*/ 4213096 h 6858000"/>
              <a:gd name="connsiteX74" fmla="*/ 5924233 w 6127689"/>
              <a:gd name="connsiteY74" fmla="*/ 4242060 h 6858000"/>
              <a:gd name="connsiteX75" fmla="*/ 5928910 w 6127689"/>
              <a:gd name="connsiteY75" fmla="*/ 4300973 h 6858000"/>
              <a:gd name="connsiteX76" fmla="*/ 5939320 w 6127689"/>
              <a:gd name="connsiteY76" fmla="*/ 4340435 h 6858000"/>
              <a:gd name="connsiteX77" fmla="*/ 5946705 w 6127689"/>
              <a:gd name="connsiteY77" fmla="*/ 4428051 h 6858000"/>
              <a:gd name="connsiteX78" fmla="*/ 5949261 w 6127689"/>
              <a:gd name="connsiteY78" fmla="*/ 4449185 h 6858000"/>
              <a:gd name="connsiteX79" fmla="*/ 5968960 w 6127689"/>
              <a:gd name="connsiteY79" fmla="*/ 4482655 h 6858000"/>
              <a:gd name="connsiteX80" fmla="*/ 5980106 w 6127689"/>
              <a:gd name="connsiteY80" fmla="*/ 4585087 h 6858000"/>
              <a:gd name="connsiteX81" fmla="*/ 5998138 w 6127689"/>
              <a:gd name="connsiteY81" fmla="*/ 4697518 h 6858000"/>
              <a:gd name="connsiteX82" fmla="*/ 6013516 w 6127689"/>
              <a:gd name="connsiteY82" fmla="*/ 4786619 h 6858000"/>
              <a:gd name="connsiteX83" fmla="*/ 6025404 w 6127689"/>
              <a:gd name="connsiteY83" fmla="*/ 4858148 h 6858000"/>
              <a:gd name="connsiteX84" fmla="*/ 6007749 w 6127689"/>
              <a:gd name="connsiteY84" fmla="*/ 4964715 h 6858000"/>
              <a:gd name="connsiteX85" fmla="*/ 6005269 w 6127689"/>
              <a:gd name="connsiteY85" fmla="*/ 5150567 h 6858000"/>
              <a:gd name="connsiteX86" fmla="*/ 6001127 w 6127689"/>
              <a:gd name="connsiteY86" fmla="*/ 5164609 h 6858000"/>
              <a:gd name="connsiteX87" fmla="*/ 5998514 w 6127689"/>
              <a:gd name="connsiteY87" fmla="*/ 5189673 h 6858000"/>
              <a:gd name="connsiteX88" fmla="*/ 6018409 w 6127689"/>
              <a:gd name="connsiteY88" fmla="*/ 5227157 h 6858000"/>
              <a:gd name="connsiteX89" fmla="*/ 6036748 w 6127689"/>
              <a:gd name="connsiteY89" fmla="*/ 5322752 h 6858000"/>
              <a:gd name="connsiteX90" fmla="*/ 6036943 w 6127689"/>
              <a:gd name="connsiteY90" fmla="*/ 5329480 h 6858000"/>
              <a:gd name="connsiteX91" fmla="*/ 6037677 w 6127689"/>
              <a:gd name="connsiteY91" fmla="*/ 5354807 h 6858000"/>
              <a:gd name="connsiteX92" fmla="*/ 6039728 w 6127689"/>
              <a:gd name="connsiteY92" fmla="*/ 5359416 h 6858000"/>
              <a:gd name="connsiteX93" fmla="*/ 6053435 w 6127689"/>
              <a:gd name="connsiteY93" fmla="*/ 5387547 h 6858000"/>
              <a:gd name="connsiteX94" fmla="*/ 6065933 w 6127689"/>
              <a:gd name="connsiteY94" fmla="*/ 5443002 h 6858000"/>
              <a:gd name="connsiteX95" fmla="*/ 6068640 w 6127689"/>
              <a:gd name="connsiteY95" fmla="*/ 5474503 h 6858000"/>
              <a:gd name="connsiteX96" fmla="*/ 6080922 w 6127689"/>
              <a:gd name="connsiteY96" fmla="*/ 5561070 h 6858000"/>
              <a:gd name="connsiteX97" fmla="*/ 6096949 w 6127689"/>
              <a:gd name="connsiteY97" fmla="*/ 5648179 h 6858000"/>
              <a:gd name="connsiteX98" fmla="*/ 6125703 w 6127689"/>
              <a:gd name="connsiteY98" fmla="*/ 5692894 h 6858000"/>
              <a:gd name="connsiteX99" fmla="*/ 6126670 w 6127689"/>
              <a:gd name="connsiteY99" fmla="*/ 5697882 h 6858000"/>
              <a:gd name="connsiteX100" fmla="*/ 6121353 w 6127689"/>
              <a:gd name="connsiteY100" fmla="*/ 5721725 h 6858000"/>
              <a:gd name="connsiteX101" fmla="*/ 6121607 w 6127689"/>
              <a:gd name="connsiteY101" fmla="*/ 5721959 h 6858000"/>
              <a:gd name="connsiteX102" fmla="*/ 6120262 w 6127689"/>
              <a:gd name="connsiteY102" fmla="*/ 5728358 h 6858000"/>
              <a:gd name="connsiteX103" fmla="*/ 6127024 w 6127689"/>
              <a:gd name="connsiteY103" fmla="*/ 5786902 h 6858000"/>
              <a:gd name="connsiteX104" fmla="*/ 6127519 w 6127689"/>
              <a:gd name="connsiteY104" fmla="*/ 5865775 h 6858000"/>
              <a:gd name="connsiteX105" fmla="*/ 6119217 w 6127689"/>
              <a:gd name="connsiteY105" fmla="*/ 5888542 h 6858000"/>
              <a:gd name="connsiteX106" fmla="*/ 6102493 w 6127689"/>
              <a:gd name="connsiteY106" fmla="*/ 5928602 h 6858000"/>
              <a:gd name="connsiteX107" fmla="*/ 6056863 w 6127689"/>
              <a:gd name="connsiteY107" fmla="*/ 6000643 h 6858000"/>
              <a:gd name="connsiteX108" fmla="*/ 6045436 w 6127689"/>
              <a:gd name="connsiteY108" fmla="*/ 6124480 h 6858000"/>
              <a:gd name="connsiteX109" fmla="*/ 6030489 w 6127689"/>
              <a:gd name="connsiteY109" fmla="*/ 6317666 h 6858000"/>
              <a:gd name="connsiteX110" fmla="*/ 6007492 w 6127689"/>
              <a:gd name="connsiteY110" fmla="*/ 6440818 h 6858000"/>
              <a:gd name="connsiteX111" fmla="*/ 6009467 w 6127689"/>
              <a:gd name="connsiteY111" fmla="*/ 6487076 h 6858000"/>
              <a:gd name="connsiteX112" fmla="*/ 5995064 w 6127689"/>
              <a:gd name="connsiteY112" fmla="*/ 6540791 h 6858000"/>
              <a:gd name="connsiteX113" fmla="*/ 5996309 w 6127689"/>
              <a:gd name="connsiteY113" fmla="*/ 6543961 h 6858000"/>
              <a:gd name="connsiteX114" fmla="*/ 5996048 w 6127689"/>
              <a:gd name="connsiteY114" fmla="*/ 6555444 h 6858000"/>
              <a:gd name="connsiteX115" fmla="*/ 6002524 w 6127689"/>
              <a:gd name="connsiteY115" fmla="*/ 6560188 h 6858000"/>
              <a:gd name="connsiteX116" fmla="*/ 6006823 w 6127689"/>
              <a:gd name="connsiteY116" fmla="*/ 6578546 h 6858000"/>
              <a:gd name="connsiteX117" fmla="*/ 6004510 w 6127689"/>
              <a:gd name="connsiteY117" fmla="*/ 6599256 h 6858000"/>
              <a:gd name="connsiteX118" fmla="*/ 5986207 w 6127689"/>
              <a:gd name="connsiteY118" fmla="*/ 6695855 h 6858000"/>
              <a:gd name="connsiteX119" fmla="*/ 5979428 w 6127689"/>
              <a:gd name="connsiteY119" fmla="*/ 6754678 h 6858000"/>
              <a:gd name="connsiteX120" fmla="*/ 5983398 w 6127689"/>
              <a:gd name="connsiteY120" fmla="*/ 6778641 h 6858000"/>
              <a:gd name="connsiteX121" fmla="*/ 5984543 w 6127689"/>
              <a:gd name="connsiteY121" fmla="*/ 6811016 h 6858000"/>
              <a:gd name="connsiteX122" fmla="*/ 5981802 w 6127689"/>
              <a:gd name="connsiteY122" fmla="*/ 6838578 h 6858000"/>
              <a:gd name="connsiteX123" fmla="*/ 5979671 w 6127689"/>
              <a:gd name="connsiteY123" fmla="*/ 6858000 h 6858000"/>
              <a:gd name="connsiteX124" fmla="*/ 0 w 6127689"/>
              <a:gd name="connsiteY124" fmla="*/ 6858000 h 6858000"/>
              <a:gd name="connsiteX125" fmla="*/ 0 w 6127689"/>
              <a:gd name="connsiteY125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6670 w 6127519"/>
              <a:gd name="connsiteY99" fmla="*/ 5697882 h 6858000"/>
              <a:gd name="connsiteX100" fmla="*/ 6121353 w 6127519"/>
              <a:gd name="connsiteY100" fmla="*/ 5721725 h 6858000"/>
              <a:gd name="connsiteX101" fmla="*/ 6121607 w 6127519"/>
              <a:gd name="connsiteY101" fmla="*/ 5721959 h 6858000"/>
              <a:gd name="connsiteX102" fmla="*/ 6127024 w 6127519"/>
              <a:gd name="connsiteY102" fmla="*/ 5786902 h 6858000"/>
              <a:gd name="connsiteX103" fmla="*/ 6127519 w 6127519"/>
              <a:gd name="connsiteY103" fmla="*/ 5865775 h 6858000"/>
              <a:gd name="connsiteX104" fmla="*/ 6119217 w 6127519"/>
              <a:gd name="connsiteY104" fmla="*/ 5888542 h 6858000"/>
              <a:gd name="connsiteX105" fmla="*/ 6102493 w 6127519"/>
              <a:gd name="connsiteY105" fmla="*/ 5928602 h 6858000"/>
              <a:gd name="connsiteX106" fmla="*/ 6056863 w 6127519"/>
              <a:gd name="connsiteY106" fmla="*/ 6000643 h 6858000"/>
              <a:gd name="connsiteX107" fmla="*/ 6045436 w 6127519"/>
              <a:gd name="connsiteY107" fmla="*/ 6124480 h 6858000"/>
              <a:gd name="connsiteX108" fmla="*/ 6030489 w 6127519"/>
              <a:gd name="connsiteY108" fmla="*/ 6317666 h 6858000"/>
              <a:gd name="connsiteX109" fmla="*/ 6007492 w 6127519"/>
              <a:gd name="connsiteY109" fmla="*/ 6440818 h 6858000"/>
              <a:gd name="connsiteX110" fmla="*/ 6009467 w 6127519"/>
              <a:gd name="connsiteY110" fmla="*/ 6487076 h 6858000"/>
              <a:gd name="connsiteX111" fmla="*/ 5995064 w 6127519"/>
              <a:gd name="connsiteY111" fmla="*/ 6540791 h 6858000"/>
              <a:gd name="connsiteX112" fmla="*/ 5996309 w 6127519"/>
              <a:gd name="connsiteY112" fmla="*/ 6543961 h 6858000"/>
              <a:gd name="connsiteX113" fmla="*/ 5996048 w 6127519"/>
              <a:gd name="connsiteY113" fmla="*/ 6555444 h 6858000"/>
              <a:gd name="connsiteX114" fmla="*/ 6002524 w 6127519"/>
              <a:gd name="connsiteY114" fmla="*/ 6560188 h 6858000"/>
              <a:gd name="connsiteX115" fmla="*/ 6006823 w 6127519"/>
              <a:gd name="connsiteY115" fmla="*/ 6578546 h 6858000"/>
              <a:gd name="connsiteX116" fmla="*/ 6004510 w 6127519"/>
              <a:gd name="connsiteY116" fmla="*/ 6599256 h 6858000"/>
              <a:gd name="connsiteX117" fmla="*/ 5986207 w 6127519"/>
              <a:gd name="connsiteY117" fmla="*/ 6695855 h 6858000"/>
              <a:gd name="connsiteX118" fmla="*/ 5979428 w 6127519"/>
              <a:gd name="connsiteY118" fmla="*/ 6754678 h 6858000"/>
              <a:gd name="connsiteX119" fmla="*/ 5983398 w 6127519"/>
              <a:gd name="connsiteY119" fmla="*/ 6778641 h 6858000"/>
              <a:gd name="connsiteX120" fmla="*/ 5984543 w 6127519"/>
              <a:gd name="connsiteY120" fmla="*/ 6811016 h 6858000"/>
              <a:gd name="connsiteX121" fmla="*/ 5981802 w 6127519"/>
              <a:gd name="connsiteY121" fmla="*/ 6838578 h 6858000"/>
              <a:gd name="connsiteX122" fmla="*/ 5979671 w 6127519"/>
              <a:gd name="connsiteY122" fmla="*/ 6858000 h 6858000"/>
              <a:gd name="connsiteX123" fmla="*/ 0 w 6127519"/>
              <a:gd name="connsiteY123" fmla="*/ 6858000 h 6858000"/>
              <a:gd name="connsiteX124" fmla="*/ 0 w 6127519"/>
              <a:gd name="connsiteY124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5996309 w 6127519"/>
              <a:gd name="connsiteY111" fmla="*/ 6543961 h 6858000"/>
              <a:gd name="connsiteX112" fmla="*/ 5996048 w 6127519"/>
              <a:gd name="connsiteY112" fmla="*/ 6555444 h 6858000"/>
              <a:gd name="connsiteX113" fmla="*/ 6002524 w 6127519"/>
              <a:gd name="connsiteY113" fmla="*/ 6560188 h 6858000"/>
              <a:gd name="connsiteX114" fmla="*/ 6006823 w 6127519"/>
              <a:gd name="connsiteY114" fmla="*/ 6578546 h 6858000"/>
              <a:gd name="connsiteX115" fmla="*/ 6004510 w 6127519"/>
              <a:gd name="connsiteY115" fmla="*/ 6599256 h 6858000"/>
              <a:gd name="connsiteX116" fmla="*/ 5986207 w 6127519"/>
              <a:gd name="connsiteY116" fmla="*/ 6695855 h 6858000"/>
              <a:gd name="connsiteX117" fmla="*/ 5979428 w 6127519"/>
              <a:gd name="connsiteY117" fmla="*/ 6754678 h 6858000"/>
              <a:gd name="connsiteX118" fmla="*/ 5983398 w 6127519"/>
              <a:gd name="connsiteY118" fmla="*/ 6778641 h 6858000"/>
              <a:gd name="connsiteX119" fmla="*/ 5984543 w 6127519"/>
              <a:gd name="connsiteY119" fmla="*/ 6811016 h 6858000"/>
              <a:gd name="connsiteX120" fmla="*/ 5981802 w 6127519"/>
              <a:gd name="connsiteY120" fmla="*/ 6838578 h 6858000"/>
              <a:gd name="connsiteX121" fmla="*/ 5979671 w 6127519"/>
              <a:gd name="connsiteY121" fmla="*/ 6858000 h 6858000"/>
              <a:gd name="connsiteX122" fmla="*/ 0 w 6127519"/>
              <a:gd name="connsiteY122" fmla="*/ 6858000 h 6858000"/>
              <a:gd name="connsiteX123" fmla="*/ 0 w 6127519"/>
              <a:gd name="connsiteY123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5996309 w 6127519"/>
              <a:gd name="connsiteY111" fmla="*/ 6543961 h 6858000"/>
              <a:gd name="connsiteX112" fmla="*/ 5996048 w 6127519"/>
              <a:gd name="connsiteY112" fmla="*/ 6555444 h 6858000"/>
              <a:gd name="connsiteX113" fmla="*/ 6002524 w 6127519"/>
              <a:gd name="connsiteY113" fmla="*/ 6560188 h 6858000"/>
              <a:gd name="connsiteX114" fmla="*/ 6004510 w 6127519"/>
              <a:gd name="connsiteY114" fmla="*/ 6599256 h 6858000"/>
              <a:gd name="connsiteX115" fmla="*/ 5986207 w 6127519"/>
              <a:gd name="connsiteY115" fmla="*/ 6695855 h 6858000"/>
              <a:gd name="connsiteX116" fmla="*/ 5979428 w 6127519"/>
              <a:gd name="connsiteY116" fmla="*/ 6754678 h 6858000"/>
              <a:gd name="connsiteX117" fmla="*/ 5983398 w 6127519"/>
              <a:gd name="connsiteY117" fmla="*/ 6778641 h 6858000"/>
              <a:gd name="connsiteX118" fmla="*/ 5984543 w 6127519"/>
              <a:gd name="connsiteY118" fmla="*/ 6811016 h 6858000"/>
              <a:gd name="connsiteX119" fmla="*/ 5981802 w 6127519"/>
              <a:gd name="connsiteY119" fmla="*/ 6838578 h 6858000"/>
              <a:gd name="connsiteX120" fmla="*/ 5979671 w 6127519"/>
              <a:gd name="connsiteY120" fmla="*/ 6858000 h 6858000"/>
              <a:gd name="connsiteX121" fmla="*/ 0 w 6127519"/>
              <a:gd name="connsiteY121" fmla="*/ 6858000 h 6858000"/>
              <a:gd name="connsiteX122" fmla="*/ 0 w 6127519"/>
              <a:gd name="connsiteY122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5996309 w 6127519"/>
              <a:gd name="connsiteY111" fmla="*/ 6543961 h 6858000"/>
              <a:gd name="connsiteX112" fmla="*/ 5996048 w 6127519"/>
              <a:gd name="connsiteY112" fmla="*/ 6555444 h 6858000"/>
              <a:gd name="connsiteX113" fmla="*/ 6004510 w 6127519"/>
              <a:gd name="connsiteY113" fmla="*/ 6599256 h 6858000"/>
              <a:gd name="connsiteX114" fmla="*/ 5986207 w 6127519"/>
              <a:gd name="connsiteY114" fmla="*/ 6695855 h 6858000"/>
              <a:gd name="connsiteX115" fmla="*/ 5979428 w 6127519"/>
              <a:gd name="connsiteY115" fmla="*/ 6754678 h 6858000"/>
              <a:gd name="connsiteX116" fmla="*/ 5983398 w 6127519"/>
              <a:gd name="connsiteY116" fmla="*/ 6778641 h 6858000"/>
              <a:gd name="connsiteX117" fmla="*/ 5984543 w 6127519"/>
              <a:gd name="connsiteY117" fmla="*/ 6811016 h 6858000"/>
              <a:gd name="connsiteX118" fmla="*/ 5981802 w 6127519"/>
              <a:gd name="connsiteY118" fmla="*/ 6838578 h 6858000"/>
              <a:gd name="connsiteX119" fmla="*/ 5979671 w 6127519"/>
              <a:gd name="connsiteY119" fmla="*/ 6858000 h 6858000"/>
              <a:gd name="connsiteX120" fmla="*/ 0 w 6127519"/>
              <a:gd name="connsiteY120" fmla="*/ 6858000 h 6858000"/>
              <a:gd name="connsiteX121" fmla="*/ 0 w 6127519"/>
              <a:gd name="connsiteY121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5996309 w 6127519"/>
              <a:gd name="connsiteY111" fmla="*/ 6543961 h 6858000"/>
              <a:gd name="connsiteX112" fmla="*/ 6004510 w 6127519"/>
              <a:gd name="connsiteY112" fmla="*/ 6599256 h 6858000"/>
              <a:gd name="connsiteX113" fmla="*/ 5986207 w 6127519"/>
              <a:gd name="connsiteY113" fmla="*/ 6695855 h 6858000"/>
              <a:gd name="connsiteX114" fmla="*/ 5979428 w 6127519"/>
              <a:gd name="connsiteY114" fmla="*/ 6754678 h 6858000"/>
              <a:gd name="connsiteX115" fmla="*/ 5983398 w 6127519"/>
              <a:gd name="connsiteY115" fmla="*/ 6778641 h 6858000"/>
              <a:gd name="connsiteX116" fmla="*/ 5984543 w 6127519"/>
              <a:gd name="connsiteY116" fmla="*/ 6811016 h 6858000"/>
              <a:gd name="connsiteX117" fmla="*/ 5981802 w 6127519"/>
              <a:gd name="connsiteY117" fmla="*/ 6838578 h 6858000"/>
              <a:gd name="connsiteX118" fmla="*/ 5979671 w 6127519"/>
              <a:gd name="connsiteY118" fmla="*/ 6858000 h 6858000"/>
              <a:gd name="connsiteX119" fmla="*/ 0 w 6127519"/>
              <a:gd name="connsiteY119" fmla="*/ 6858000 h 6858000"/>
              <a:gd name="connsiteX120" fmla="*/ 0 w 6127519"/>
              <a:gd name="connsiteY120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6004510 w 6127519"/>
              <a:gd name="connsiteY111" fmla="*/ 6599256 h 6858000"/>
              <a:gd name="connsiteX112" fmla="*/ 5986207 w 6127519"/>
              <a:gd name="connsiteY112" fmla="*/ 6695855 h 6858000"/>
              <a:gd name="connsiteX113" fmla="*/ 5979428 w 6127519"/>
              <a:gd name="connsiteY113" fmla="*/ 6754678 h 6858000"/>
              <a:gd name="connsiteX114" fmla="*/ 5983398 w 6127519"/>
              <a:gd name="connsiteY114" fmla="*/ 6778641 h 6858000"/>
              <a:gd name="connsiteX115" fmla="*/ 5984543 w 6127519"/>
              <a:gd name="connsiteY115" fmla="*/ 6811016 h 6858000"/>
              <a:gd name="connsiteX116" fmla="*/ 5981802 w 6127519"/>
              <a:gd name="connsiteY116" fmla="*/ 6838578 h 6858000"/>
              <a:gd name="connsiteX117" fmla="*/ 5979671 w 6127519"/>
              <a:gd name="connsiteY117" fmla="*/ 6858000 h 6858000"/>
              <a:gd name="connsiteX118" fmla="*/ 0 w 6127519"/>
              <a:gd name="connsiteY118" fmla="*/ 6858000 h 6858000"/>
              <a:gd name="connsiteX119" fmla="*/ 0 w 6127519"/>
              <a:gd name="connsiteY119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6004510 w 6127519"/>
              <a:gd name="connsiteY111" fmla="*/ 6599256 h 6858000"/>
              <a:gd name="connsiteX112" fmla="*/ 5986207 w 6127519"/>
              <a:gd name="connsiteY112" fmla="*/ 6695855 h 6858000"/>
              <a:gd name="connsiteX113" fmla="*/ 5979428 w 6127519"/>
              <a:gd name="connsiteY113" fmla="*/ 6754678 h 6858000"/>
              <a:gd name="connsiteX114" fmla="*/ 5983398 w 6127519"/>
              <a:gd name="connsiteY114" fmla="*/ 6778641 h 6858000"/>
              <a:gd name="connsiteX115" fmla="*/ 5984543 w 6127519"/>
              <a:gd name="connsiteY115" fmla="*/ 6811016 h 6858000"/>
              <a:gd name="connsiteX116" fmla="*/ 5981802 w 6127519"/>
              <a:gd name="connsiteY116" fmla="*/ 6838578 h 6858000"/>
              <a:gd name="connsiteX117" fmla="*/ 5979671 w 6127519"/>
              <a:gd name="connsiteY117" fmla="*/ 6858000 h 6858000"/>
              <a:gd name="connsiteX118" fmla="*/ 0 w 6127519"/>
              <a:gd name="connsiteY118" fmla="*/ 6858000 h 6858000"/>
              <a:gd name="connsiteX119" fmla="*/ 0 w 6127519"/>
              <a:gd name="connsiteY119" fmla="*/ 0 h 6858000"/>
              <a:gd name="connsiteX0" fmla="*/ 0 w 6424098"/>
              <a:gd name="connsiteY0" fmla="*/ 0 h 6858000"/>
              <a:gd name="connsiteX1" fmla="*/ 4965888 w 6424098"/>
              <a:gd name="connsiteY1" fmla="*/ 0 h 6858000"/>
              <a:gd name="connsiteX2" fmla="*/ 4967767 w 6424098"/>
              <a:gd name="connsiteY2" fmla="*/ 7930 h 6858000"/>
              <a:gd name="connsiteX3" fmla="*/ 4979444 w 6424098"/>
              <a:gd name="connsiteY3" fmla="*/ 43921 h 6858000"/>
              <a:gd name="connsiteX4" fmla="*/ 5021173 w 6424098"/>
              <a:gd name="connsiteY4" fmla="*/ 123738 h 6858000"/>
              <a:gd name="connsiteX5" fmla="*/ 5075458 w 6424098"/>
              <a:gd name="connsiteY5" fmla="*/ 264355 h 6858000"/>
              <a:gd name="connsiteX6" fmla="*/ 5081175 w 6424098"/>
              <a:gd name="connsiteY6" fmla="*/ 277448 h 6858000"/>
              <a:gd name="connsiteX7" fmla="*/ 5097011 w 6424098"/>
              <a:gd name="connsiteY7" fmla="*/ 355616 h 6858000"/>
              <a:gd name="connsiteX8" fmla="*/ 5130982 w 6424098"/>
              <a:gd name="connsiteY8" fmla="*/ 412030 h 6858000"/>
              <a:gd name="connsiteX9" fmla="*/ 5153000 w 6424098"/>
              <a:gd name="connsiteY9" fmla="*/ 507134 h 6858000"/>
              <a:gd name="connsiteX10" fmla="*/ 5171282 w 6424098"/>
              <a:gd name="connsiteY10" fmla="*/ 602071 h 6858000"/>
              <a:gd name="connsiteX11" fmla="*/ 5176196 w 6424098"/>
              <a:gd name="connsiteY11" fmla="*/ 636822 h 6858000"/>
              <a:gd name="connsiteX12" fmla="*/ 5189051 w 6424098"/>
              <a:gd name="connsiteY12" fmla="*/ 782518 h 6858000"/>
              <a:gd name="connsiteX13" fmla="*/ 5210428 w 6424098"/>
              <a:gd name="connsiteY13" fmla="*/ 815772 h 6858000"/>
              <a:gd name="connsiteX14" fmla="*/ 5221088 w 6424098"/>
              <a:gd name="connsiteY14" fmla="*/ 860193 h 6858000"/>
              <a:gd name="connsiteX15" fmla="*/ 5230806 w 6424098"/>
              <a:gd name="connsiteY15" fmla="*/ 961354 h 6858000"/>
              <a:gd name="connsiteX16" fmla="*/ 5201018 w 6424098"/>
              <a:gd name="connsiteY16" fmla="*/ 1095027 h 6858000"/>
              <a:gd name="connsiteX17" fmla="*/ 5202153 w 6424098"/>
              <a:gd name="connsiteY17" fmla="*/ 1133224 h 6858000"/>
              <a:gd name="connsiteX18" fmla="*/ 5207370 w 6424098"/>
              <a:gd name="connsiteY18" fmla="*/ 1138097 h 6858000"/>
              <a:gd name="connsiteX19" fmla="*/ 5189234 w 6424098"/>
              <a:gd name="connsiteY19" fmla="*/ 1193495 h 6858000"/>
              <a:gd name="connsiteX20" fmla="*/ 5202769 w 6424098"/>
              <a:gd name="connsiteY20" fmla="*/ 1269450 h 6858000"/>
              <a:gd name="connsiteX21" fmla="*/ 5225968 w 6424098"/>
              <a:gd name="connsiteY21" fmla="*/ 1357994 h 6858000"/>
              <a:gd name="connsiteX22" fmla="*/ 5233819 w 6424098"/>
              <a:gd name="connsiteY22" fmla="*/ 1380922 h 6858000"/>
              <a:gd name="connsiteX23" fmla="*/ 5237226 w 6424098"/>
              <a:gd name="connsiteY23" fmla="*/ 1441327 h 6858000"/>
              <a:gd name="connsiteX24" fmla="*/ 5255653 w 6424098"/>
              <a:gd name="connsiteY24" fmla="*/ 1524712 h 6858000"/>
              <a:gd name="connsiteX25" fmla="*/ 5263491 w 6424098"/>
              <a:gd name="connsiteY25" fmla="*/ 1642938 h 6858000"/>
              <a:gd name="connsiteX26" fmla="*/ 5261314 w 6424098"/>
              <a:gd name="connsiteY26" fmla="*/ 1689177 h 6858000"/>
              <a:gd name="connsiteX27" fmla="*/ 5259788 w 6424098"/>
              <a:gd name="connsiteY27" fmla="*/ 1768516 h 6858000"/>
              <a:gd name="connsiteX28" fmla="*/ 5255696 w 6424098"/>
              <a:gd name="connsiteY28" fmla="*/ 1953770 h 6858000"/>
              <a:gd name="connsiteX29" fmla="*/ 5252592 w 6424098"/>
              <a:gd name="connsiteY29" fmla="*/ 2092210 h 6858000"/>
              <a:gd name="connsiteX30" fmla="*/ 5264303 w 6424098"/>
              <a:gd name="connsiteY30" fmla="*/ 2225157 h 6858000"/>
              <a:gd name="connsiteX31" fmla="*/ 5254949 w 6424098"/>
              <a:gd name="connsiteY31" fmla="*/ 2236160 h 6858000"/>
              <a:gd name="connsiteX32" fmla="*/ 5250104 w 6424098"/>
              <a:gd name="connsiteY32" fmla="*/ 2249166 h 6858000"/>
              <a:gd name="connsiteX33" fmla="*/ 5251214 w 6424098"/>
              <a:gd name="connsiteY33" fmla="*/ 2250944 h 6858000"/>
              <a:gd name="connsiteX34" fmla="*/ 5250644 w 6424098"/>
              <a:gd name="connsiteY34" fmla="*/ 2266619 h 6858000"/>
              <a:gd name="connsiteX35" fmla="*/ 5293877 w 6424098"/>
              <a:gd name="connsiteY35" fmla="*/ 2368649 h 6858000"/>
              <a:gd name="connsiteX36" fmla="*/ 5311338 w 6424098"/>
              <a:gd name="connsiteY36" fmla="*/ 2404034 h 6858000"/>
              <a:gd name="connsiteX37" fmla="*/ 5338366 w 6424098"/>
              <a:gd name="connsiteY37" fmla="*/ 2465052 h 6858000"/>
              <a:gd name="connsiteX38" fmla="*/ 5371263 w 6424098"/>
              <a:gd name="connsiteY38" fmla="*/ 2586413 h 6858000"/>
              <a:gd name="connsiteX39" fmla="*/ 5407503 w 6424098"/>
              <a:gd name="connsiteY39" fmla="*/ 2786290 h 6858000"/>
              <a:gd name="connsiteX40" fmla="*/ 5407356 w 6424098"/>
              <a:gd name="connsiteY40" fmla="*/ 2787545 h 6858000"/>
              <a:gd name="connsiteX41" fmla="*/ 5411130 w 6424098"/>
              <a:gd name="connsiteY41" fmla="*/ 2788640 h 6858000"/>
              <a:gd name="connsiteX42" fmla="*/ 5416439 w 6424098"/>
              <a:gd name="connsiteY42" fmla="*/ 2805666 h 6858000"/>
              <a:gd name="connsiteX43" fmla="*/ 5457023 w 6424098"/>
              <a:gd name="connsiteY43" fmla="*/ 2858292 h 6858000"/>
              <a:gd name="connsiteX44" fmla="*/ 5479298 w 6424098"/>
              <a:gd name="connsiteY44" fmla="*/ 2947791 h 6858000"/>
              <a:gd name="connsiteX45" fmla="*/ 5481770 w 6424098"/>
              <a:gd name="connsiteY45" fmla="*/ 2951352 h 6858000"/>
              <a:gd name="connsiteX46" fmla="*/ 5482045 w 6424098"/>
              <a:gd name="connsiteY46" fmla="*/ 2984371 h 6858000"/>
              <a:gd name="connsiteX47" fmla="*/ 5482415 w 6424098"/>
              <a:gd name="connsiteY47" fmla="*/ 3004079 h 6858000"/>
              <a:gd name="connsiteX48" fmla="*/ 5503944 w 6424098"/>
              <a:gd name="connsiteY48" fmla="*/ 3123335 h 6858000"/>
              <a:gd name="connsiteX49" fmla="*/ 5516007 w 6424098"/>
              <a:gd name="connsiteY49" fmla="*/ 3258473 h 6858000"/>
              <a:gd name="connsiteX50" fmla="*/ 5566839 w 6424098"/>
              <a:gd name="connsiteY50" fmla="*/ 3345295 h 6858000"/>
              <a:gd name="connsiteX51" fmla="*/ 5589758 w 6424098"/>
              <a:gd name="connsiteY51" fmla="*/ 3506453 h 6858000"/>
              <a:gd name="connsiteX52" fmla="*/ 5596144 w 6424098"/>
              <a:gd name="connsiteY52" fmla="*/ 3534624 h 6858000"/>
              <a:gd name="connsiteX53" fmla="*/ 5597750 w 6424098"/>
              <a:gd name="connsiteY53" fmla="*/ 3534129 h 6858000"/>
              <a:gd name="connsiteX54" fmla="*/ 5599700 w 6424098"/>
              <a:gd name="connsiteY54" fmla="*/ 3547221 h 6858000"/>
              <a:gd name="connsiteX55" fmla="*/ 5615031 w 6424098"/>
              <a:gd name="connsiteY55" fmla="*/ 3557482 h 6858000"/>
              <a:gd name="connsiteX56" fmla="*/ 5618377 w 6424098"/>
              <a:gd name="connsiteY56" fmla="*/ 3588431 h 6858000"/>
              <a:gd name="connsiteX57" fmla="*/ 5612155 w 6424098"/>
              <a:gd name="connsiteY57" fmla="*/ 3589869 h 6858000"/>
              <a:gd name="connsiteX58" fmla="*/ 5620843 w 6424098"/>
              <a:gd name="connsiteY58" fmla="*/ 3606745 h 6858000"/>
              <a:gd name="connsiteX59" fmla="*/ 5655472 w 6424098"/>
              <a:gd name="connsiteY59" fmla="*/ 3678877 h 6858000"/>
              <a:gd name="connsiteX60" fmla="*/ 5683015 w 6424098"/>
              <a:gd name="connsiteY60" fmla="*/ 3762025 h 6858000"/>
              <a:gd name="connsiteX61" fmla="*/ 5696643 w 6424098"/>
              <a:gd name="connsiteY61" fmla="*/ 3773888 h 6858000"/>
              <a:gd name="connsiteX62" fmla="*/ 5699203 w 6424098"/>
              <a:gd name="connsiteY62" fmla="*/ 3775823 h 6858000"/>
              <a:gd name="connsiteX63" fmla="*/ 5704824 w 6424098"/>
              <a:gd name="connsiteY63" fmla="*/ 3785966 h 6858000"/>
              <a:gd name="connsiteX64" fmla="*/ 5733539 w 6424098"/>
              <a:gd name="connsiteY64" fmla="*/ 3818457 h 6858000"/>
              <a:gd name="connsiteX65" fmla="*/ 5768491 w 6424098"/>
              <a:gd name="connsiteY65" fmla="*/ 3914399 h 6858000"/>
              <a:gd name="connsiteX66" fmla="*/ 5793123 w 6424098"/>
              <a:gd name="connsiteY66" fmla="*/ 3969952 h 6858000"/>
              <a:gd name="connsiteX67" fmla="*/ 5808321 w 6424098"/>
              <a:gd name="connsiteY67" fmla="*/ 3988153 h 6858000"/>
              <a:gd name="connsiteX68" fmla="*/ 5825621 w 6424098"/>
              <a:gd name="connsiteY68" fmla="*/ 4015525 h 6858000"/>
              <a:gd name="connsiteX69" fmla="*/ 5860672 w 6424098"/>
              <a:gd name="connsiteY69" fmla="*/ 4061579 h 6858000"/>
              <a:gd name="connsiteX70" fmla="*/ 5872173 w 6424098"/>
              <a:gd name="connsiteY70" fmla="*/ 4088497 h 6858000"/>
              <a:gd name="connsiteX71" fmla="*/ 5894095 w 6424098"/>
              <a:gd name="connsiteY71" fmla="*/ 4128857 h 6858000"/>
              <a:gd name="connsiteX72" fmla="*/ 5903513 w 6424098"/>
              <a:gd name="connsiteY72" fmla="*/ 4187661 h 6858000"/>
              <a:gd name="connsiteX73" fmla="*/ 5917114 w 6424098"/>
              <a:gd name="connsiteY73" fmla="*/ 4213096 h 6858000"/>
              <a:gd name="connsiteX74" fmla="*/ 5924233 w 6424098"/>
              <a:gd name="connsiteY74" fmla="*/ 4242060 h 6858000"/>
              <a:gd name="connsiteX75" fmla="*/ 5928910 w 6424098"/>
              <a:gd name="connsiteY75" fmla="*/ 4300973 h 6858000"/>
              <a:gd name="connsiteX76" fmla="*/ 5939320 w 6424098"/>
              <a:gd name="connsiteY76" fmla="*/ 4340435 h 6858000"/>
              <a:gd name="connsiteX77" fmla="*/ 5946705 w 6424098"/>
              <a:gd name="connsiteY77" fmla="*/ 4428051 h 6858000"/>
              <a:gd name="connsiteX78" fmla="*/ 5949261 w 6424098"/>
              <a:gd name="connsiteY78" fmla="*/ 4449185 h 6858000"/>
              <a:gd name="connsiteX79" fmla="*/ 5968960 w 6424098"/>
              <a:gd name="connsiteY79" fmla="*/ 4482655 h 6858000"/>
              <a:gd name="connsiteX80" fmla="*/ 5980106 w 6424098"/>
              <a:gd name="connsiteY80" fmla="*/ 4585087 h 6858000"/>
              <a:gd name="connsiteX81" fmla="*/ 5998138 w 6424098"/>
              <a:gd name="connsiteY81" fmla="*/ 4697518 h 6858000"/>
              <a:gd name="connsiteX82" fmla="*/ 6013516 w 6424098"/>
              <a:gd name="connsiteY82" fmla="*/ 4786619 h 6858000"/>
              <a:gd name="connsiteX83" fmla="*/ 6025404 w 6424098"/>
              <a:gd name="connsiteY83" fmla="*/ 4858148 h 6858000"/>
              <a:gd name="connsiteX84" fmla="*/ 6007749 w 6424098"/>
              <a:gd name="connsiteY84" fmla="*/ 4964715 h 6858000"/>
              <a:gd name="connsiteX85" fmla="*/ 6005269 w 6424098"/>
              <a:gd name="connsiteY85" fmla="*/ 5150567 h 6858000"/>
              <a:gd name="connsiteX86" fmla="*/ 6001127 w 6424098"/>
              <a:gd name="connsiteY86" fmla="*/ 5164609 h 6858000"/>
              <a:gd name="connsiteX87" fmla="*/ 5998514 w 6424098"/>
              <a:gd name="connsiteY87" fmla="*/ 5189673 h 6858000"/>
              <a:gd name="connsiteX88" fmla="*/ 6018409 w 6424098"/>
              <a:gd name="connsiteY88" fmla="*/ 5227157 h 6858000"/>
              <a:gd name="connsiteX89" fmla="*/ 6036748 w 6424098"/>
              <a:gd name="connsiteY89" fmla="*/ 5322752 h 6858000"/>
              <a:gd name="connsiteX90" fmla="*/ 6036943 w 6424098"/>
              <a:gd name="connsiteY90" fmla="*/ 5329480 h 6858000"/>
              <a:gd name="connsiteX91" fmla="*/ 6037677 w 6424098"/>
              <a:gd name="connsiteY91" fmla="*/ 5354807 h 6858000"/>
              <a:gd name="connsiteX92" fmla="*/ 6039728 w 6424098"/>
              <a:gd name="connsiteY92" fmla="*/ 5359416 h 6858000"/>
              <a:gd name="connsiteX93" fmla="*/ 6053435 w 6424098"/>
              <a:gd name="connsiteY93" fmla="*/ 5387547 h 6858000"/>
              <a:gd name="connsiteX94" fmla="*/ 6065933 w 6424098"/>
              <a:gd name="connsiteY94" fmla="*/ 5443002 h 6858000"/>
              <a:gd name="connsiteX95" fmla="*/ 6068640 w 6424098"/>
              <a:gd name="connsiteY95" fmla="*/ 5474503 h 6858000"/>
              <a:gd name="connsiteX96" fmla="*/ 6080922 w 6424098"/>
              <a:gd name="connsiteY96" fmla="*/ 5561070 h 6858000"/>
              <a:gd name="connsiteX97" fmla="*/ 6096949 w 6424098"/>
              <a:gd name="connsiteY97" fmla="*/ 5648179 h 6858000"/>
              <a:gd name="connsiteX98" fmla="*/ 6125703 w 6424098"/>
              <a:gd name="connsiteY98" fmla="*/ 5692894 h 6858000"/>
              <a:gd name="connsiteX99" fmla="*/ 6121353 w 6424098"/>
              <a:gd name="connsiteY99" fmla="*/ 5721725 h 6858000"/>
              <a:gd name="connsiteX100" fmla="*/ 6121607 w 6424098"/>
              <a:gd name="connsiteY100" fmla="*/ 5721959 h 6858000"/>
              <a:gd name="connsiteX101" fmla="*/ 6127024 w 6424098"/>
              <a:gd name="connsiteY101" fmla="*/ 5786902 h 6858000"/>
              <a:gd name="connsiteX102" fmla="*/ 6127519 w 6424098"/>
              <a:gd name="connsiteY102" fmla="*/ 5865775 h 6858000"/>
              <a:gd name="connsiteX103" fmla="*/ 6119217 w 6424098"/>
              <a:gd name="connsiteY103" fmla="*/ 5888542 h 6858000"/>
              <a:gd name="connsiteX104" fmla="*/ 6102493 w 6424098"/>
              <a:gd name="connsiteY104" fmla="*/ 5928602 h 6858000"/>
              <a:gd name="connsiteX105" fmla="*/ 6056863 w 6424098"/>
              <a:gd name="connsiteY105" fmla="*/ 6000643 h 6858000"/>
              <a:gd name="connsiteX106" fmla="*/ 6045436 w 6424098"/>
              <a:gd name="connsiteY106" fmla="*/ 6124480 h 6858000"/>
              <a:gd name="connsiteX107" fmla="*/ 6030489 w 6424098"/>
              <a:gd name="connsiteY107" fmla="*/ 6317666 h 6858000"/>
              <a:gd name="connsiteX108" fmla="*/ 6007492 w 6424098"/>
              <a:gd name="connsiteY108" fmla="*/ 6440818 h 6858000"/>
              <a:gd name="connsiteX109" fmla="*/ 6009467 w 6424098"/>
              <a:gd name="connsiteY109" fmla="*/ 6487076 h 6858000"/>
              <a:gd name="connsiteX110" fmla="*/ 5995064 w 6424098"/>
              <a:gd name="connsiteY110" fmla="*/ 6540791 h 6858000"/>
              <a:gd name="connsiteX111" fmla="*/ 6004510 w 6424098"/>
              <a:gd name="connsiteY111" fmla="*/ 6599256 h 6858000"/>
              <a:gd name="connsiteX112" fmla="*/ 5986207 w 6424098"/>
              <a:gd name="connsiteY112" fmla="*/ 6695855 h 6858000"/>
              <a:gd name="connsiteX113" fmla="*/ 5979428 w 6424098"/>
              <a:gd name="connsiteY113" fmla="*/ 6754678 h 6858000"/>
              <a:gd name="connsiteX114" fmla="*/ 5983398 w 6424098"/>
              <a:gd name="connsiteY114" fmla="*/ 6778641 h 6858000"/>
              <a:gd name="connsiteX115" fmla="*/ 5984543 w 6424098"/>
              <a:gd name="connsiteY115" fmla="*/ 6811016 h 6858000"/>
              <a:gd name="connsiteX116" fmla="*/ 5979671 w 6424098"/>
              <a:gd name="connsiteY116" fmla="*/ 6858000 h 6858000"/>
              <a:gd name="connsiteX117" fmla="*/ 0 w 6424098"/>
              <a:gd name="connsiteY117" fmla="*/ 6858000 h 6858000"/>
              <a:gd name="connsiteX118" fmla="*/ 0 w 6424098"/>
              <a:gd name="connsiteY118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13516 w 6127519"/>
              <a:gd name="connsiteY82" fmla="*/ 4786619 h 6858000"/>
              <a:gd name="connsiteX83" fmla="*/ 6025404 w 6127519"/>
              <a:gd name="connsiteY83" fmla="*/ 4858148 h 6858000"/>
              <a:gd name="connsiteX84" fmla="*/ 6007749 w 6127519"/>
              <a:gd name="connsiteY84" fmla="*/ 4964715 h 6858000"/>
              <a:gd name="connsiteX85" fmla="*/ 6005269 w 6127519"/>
              <a:gd name="connsiteY85" fmla="*/ 5150567 h 6858000"/>
              <a:gd name="connsiteX86" fmla="*/ 6001127 w 6127519"/>
              <a:gd name="connsiteY86" fmla="*/ 5164609 h 6858000"/>
              <a:gd name="connsiteX87" fmla="*/ 5998514 w 6127519"/>
              <a:gd name="connsiteY87" fmla="*/ 5189673 h 6858000"/>
              <a:gd name="connsiteX88" fmla="*/ 6018409 w 6127519"/>
              <a:gd name="connsiteY88" fmla="*/ 5227157 h 6858000"/>
              <a:gd name="connsiteX89" fmla="*/ 6036748 w 6127519"/>
              <a:gd name="connsiteY89" fmla="*/ 5322752 h 6858000"/>
              <a:gd name="connsiteX90" fmla="*/ 6036943 w 6127519"/>
              <a:gd name="connsiteY90" fmla="*/ 5329480 h 6858000"/>
              <a:gd name="connsiteX91" fmla="*/ 6037677 w 6127519"/>
              <a:gd name="connsiteY91" fmla="*/ 5354807 h 6858000"/>
              <a:gd name="connsiteX92" fmla="*/ 6039728 w 6127519"/>
              <a:gd name="connsiteY92" fmla="*/ 5359416 h 6858000"/>
              <a:gd name="connsiteX93" fmla="*/ 6053435 w 6127519"/>
              <a:gd name="connsiteY93" fmla="*/ 5387547 h 6858000"/>
              <a:gd name="connsiteX94" fmla="*/ 6065933 w 6127519"/>
              <a:gd name="connsiteY94" fmla="*/ 5443002 h 6858000"/>
              <a:gd name="connsiteX95" fmla="*/ 6068640 w 6127519"/>
              <a:gd name="connsiteY95" fmla="*/ 5474503 h 6858000"/>
              <a:gd name="connsiteX96" fmla="*/ 6080922 w 6127519"/>
              <a:gd name="connsiteY96" fmla="*/ 5561070 h 6858000"/>
              <a:gd name="connsiteX97" fmla="*/ 6096949 w 6127519"/>
              <a:gd name="connsiteY97" fmla="*/ 5648179 h 6858000"/>
              <a:gd name="connsiteX98" fmla="*/ 6125703 w 6127519"/>
              <a:gd name="connsiteY98" fmla="*/ 5692894 h 6858000"/>
              <a:gd name="connsiteX99" fmla="*/ 6121353 w 6127519"/>
              <a:gd name="connsiteY99" fmla="*/ 5721725 h 6858000"/>
              <a:gd name="connsiteX100" fmla="*/ 6121607 w 6127519"/>
              <a:gd name="connsiteY100" fmla="*/ 5721959 h 6858000"/>
              <a:gd name="connsiteX101" fmla="*/ 6127024 w 6127519"/>
              <a:gd name="connsiteY101" fmla="*/ 5786902 h 6858000"/>
              <a:gd name="connsiteX102" fmla="*/ 6127519 w 6127519"/>
              <a:gd name="connsiteY102" fmla="*/ 5865775 h 6858000"/>
              <a:gd name="connsiteX103" fmla="*/ 6119217 w 6127519"/>
              <a:gd name="connsiteY103" fmla="*/ 5888542 h 6858000"/>
              <a:gd name="connsiteX104" fmla="*/ 6102493 w 6127519"/>
              <a:gd name="connsiteY104" fmla="*/ 5928602 h 6858000"/>
              <a:gd name="connsiteX105" fmla="*/ 6056863 w 6127519"/>
              <a:gd name="connsiteY105" fmla="*/ 6000643 h 6858000"/>
              <a:gd name="connsiteX106" fmla="*/ 6045436 w 6127519"/>
              <a:gd name="connsiteY106" fmla="*/ 6124480 h 6858000"/>
              <a:gd name="connsiteX107" fmla="*/ 6030489 w 6127519"/>
              <a:gd name="connsiteY107" fmla="*/ 6317666 h 6858000"/>
              <a:gd name="connsiteX108" fmla="*/ 6007492 w 6127519"/>
              <a:gd name="connsiteY108" fmla="*/ 6440818 h 6858000"/>
              <a:gd name="connsiteX109" fmla="*/ 6009467 w 6127519"/>
              <a:gd name="connsiteY109" fmla="*/ 6487076 h 6858000"/>
              <a:gd name="connsiteX110" fmla="*/ 5995064 w 6127519"/>
              <a:gd name="connsiteY110" fmla="*/ 6540791 h 6858000"/>
              <a:gd name="connsiteX111" fmla="*/ 6004510 w 6127519"/>
              <a:gd name="connsiteY111" fmla="*/ 6599256 h 6858000"/>
              <a:gd name="connsiteX112" fmla="*/ 5986207 w 6127519"/>
              <a:gd name="connsiteY112" fmla="*/ 6695855 h 6858000"/>
              <a:gd name="connsiteX113" fmla="*/ 5979428 w 6127519"/>
              <a:gd name="connsiteY113" fmla="*/ 6754678 h 6858000"/>
              <a:gd name="connsiteX114" fmla="*/ 5983398 w 6127519"/>
              <a:gd name="connsiteY114" fmla="*/ 6778641 h 6858000"/>
              <a:gd name="connsiteX115" fmla="*/ 5984543 w 6127519"/>
              <a:gd name="connsiteY115" fmla="*/ 6811016 h 6858000"/>
              <a:gd name="connsiteX116" fmla="*/ 5979671 w 6127519"/>
              <a:gd name="connsiteY116" fmla="*/ 6858000 h 6858000"/>
              <a:gd name="connsiteX117" fmla="*/ 0 w 6127519"/>
              <a:gd name="connsiteY117" fmla="*/ 6858000 h 6858000"/>
              <a:gd name="connsiteX118" fmla="*/ 0 w 6127519"/>
              <a:gd name="connsiteY118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25404 w 6127519"/>
              <a:gd name="connsiteY82" fmla="*/ 4858148 h 6858000"/>
              <a:gd name="connsiteX83" fmla="*/ 6007749 w 6127519"/>
              <a:gd name="connsiteY83" fmla="*/ 4964715 h 6858000"/>
              <a:gd name="connsiteX84" fmla="*/ 6005269 w 6127519"/>
              <a:gd name="connsiteY84" fmla="*/ 5150567 h 6858000"/>
              <a:gd name="connsiteX85" fmla="*/ 6001127 w 6127519"/>
              <a:gd name="connsiteY85" fmla="*/ 5164609 h 6858000"/>
              <a:gd name="connsiteX86" fmla="*/ 5998514 w 6127519"/>
              <a:gd name="connsiteY86" fmla="*/ 5189673 h 6858000"/>
              <a:gd name="connsiteX87" fmla="*/ 6018409 w 6127519"/>
              <a:gd name="connsiteY87" fmla="*/ 5227157 h 6858000"/>
              <a:gd name="connsiteX88" fmla="*/ 6036748 w 6127519"/>
              <a:gd name="connsiteY88" fmla="*/ 5322752 h 6858000"/>
              <a:gd name="connsiteX89" fmla="*/ 6036943 w 6127519"/>
              <a:gd name="connsiteY89" fmla="*/ 5329480 h 6858000"/>
              <a:gd name="connsiteX90" fmla="*/ 6037677 w 6127519"/>
              <a:gd name="connsiteY90" fmla="*/ 5354807 h 6858000"/>
              <a:gd name="connsiteX91" fmla="*/ 6039728 w 6127519"/>
              <a:gd name="connsiteY91" fmla="*/ 5359416 h 6858000"/>
              <a:gd name="connsiteX92" fmla="*/ 6053435 w 6127519"/>
              <a:gd name="connsiteY92" fmla="*/ 5387547 h 6858000"/>
              <a:gd name="connsiteX93" fmla="*/ 6065933 w 6127519"/>
              <a:gd name="connsiteY93" fmla="*/ 5443002 h 6858000"/>
              <a:gd name="connsiteX94" fmla="*/ 6068640 w 6127519"/>
              <a:gd name="connsiteY94" fmla="*/ 5474503 h 6858000"/>
              <a:gd name="connsiteX95" fmla="*/ 6080922 w 6127519"/>
              <a:gd name="connsiteY95" fmla="*/ 5561070 h 6858000"/>
              <a:gd name="connsiteX96" fmla="*/ 6096949 w 6127519"/>
              <a:gd name="connsiteY96" fmla="*/ 5648179 h 6858000"/>
              <a:gd name="connsiteX97" fmla="*/ 6125703 w 6127519"/>
              <a:gd name="connsiteY97" fmla="*/ 5692894 h 6858000"/>
              <a:gd name="connsiteX98" fmla="*/ 6121353 w 6127519"/>
              <a:gd name="connsiteY98" fmla="*/ 5721725 h 6858000"/>
              <a:gd name="connsiteX99" fmla="*/ 6121607 w 6127519"/>
              <a:gd name="connsiteY99" fmla="*/ 5721959 h 6858000"/>
              <a:gd name="connsiteX100" fmla="*/ 6127024 w 6127519"/>
              <a:gd name="connsiteY100" fmla="*/ 5786902 h 6858000"/>
              <a:gd name="connsiteX101" fmla="*/ 6127519 w 6127519"/>
              <a:gd name="connsiteY101" fmla="*/ 5865775 h 6858000"/>
              <a:gd name="connsiteX102" fmla="*/ 6119217 w 6127519"/>
              <a:gd name="connsiteY102" fmla="*/ 5888542 h 6858000"/>
              <a:gd name="connsiteX103" fmla="*/ 6102493 w 6127519"/>
              <a:gd name="connsiteY103" fmla="*/ 5928602 h 6858000"/>
              <a:gd name="connsiteX104" fmla="*/ 6056863 w 6127519"/>
              <a:gd name="connsiteY104" fmla="*/ 6000643 h 6858000"/>
              <a:gd name="connsiteX105" fmla="*/ 6045436 w 6127519"/>
              <a:gd name="connsiteY105" fmla="*/ 6124480 h 6858000"/>
              <a:gd name="connsiteX106" fmla="*/ 6030489 w 6127519"/>
              <a:gd name="connsiteY106" fmla="*/ 6317666 h 6858000"/>
              <a:gd name="connsiteX107" fmla="*/ 6007492 w 6127519"/>
              <a:gd name="connsiteY107" fmla="*/ 6440818 h 6858000"/>
              <a:gd name="connsiteX108" fmla="*/ 6009467 w 6127519"/>
              <a:gd name="connsiteY108" fmla="*/ 6487076 h 6858000"/>
              <a:gd name="connsiteX109" fmla="*/ 5995064 w 6127519"/>
              <a:gd name="connsiteY109" fmla="*/ 6540791 h 6858000"/>
              <a:gd name="connsiteX110" fmla="*/ 6004510 w 6127519"/>
              <a:gd name="connsiteY110" fmla="*/ 6599256 h 6858000"/>
              <a:gd name="connsiteX111" fmla="*/ 5986207 w 6127519"/>
              <a:gd name="connsiteY111" fmla="*/ 6695855 h 6858000"/>
              <a:gd name="connsiteX112" fmla="*/ 5979428 w 6127519"/>
              <a:gd name="connsiteY112" fmla="*/ 6754678 h 6858000"/>
              <a:gd name="connsiteX113" fmla="*/ 5983398 w 6127519"/>
              <a:gd name="connsiteY113" fmla="*/ 6778641 h 6858000"/>
              <a:gd name="connsiteX114" fmla="*/ 5984543 w 6127519"/>
              <a:gd name="connsiteY114" fmla="*/ 6811016 h 6858000"/>
              <a:gd name="connsiteX115" fmla="*/ 5979671 w 6127519"/>
              <a:gd name="connsiteY115" fmla="*/ 6858000 h 6858000"/>
              <a:gd name="connsiteX116" fmla="*/ 0 w 6127519"/>
              <a:gd name="connsiteY116" fmla="*/ 6858000 h 6858000"/>
              <a:gd name="connsiteX117" fmla="*/ 0 w 6127519"/>
              <a:gd name="connsiteY117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33539 w 6127519"/>
              <a:gd name="connsiteY64" fmla="*/ 3818457 h 6858000"/>
              <a:gd name="connsiteX65" fmla="*/ 5768491 w 6127519"/>
              <a:gd name="connsiteY65" fmla="*/ 3914399 h 6858000"/>
              <a:gd name="connsiteX66" fmla="*/ 5793123 w 6127519"/>
              <a:gd name="connsiteY66" fmla="*/ 3969952 h 6858000"/>
              <a:gd name="connsiteX67" fmla="*/ 5808321 w 6127519"/>
              <a:gd name="connsiteY67" fmla="*/ 3988153 h 6858000"/>
              <a:gd name="connsiteX68" fmla="*/ 5825621 w 6127519"/>
              <a:gd name="connsiteY68" fmla="*/ 4015525 h 6858000"/>
              <a:gd name="connsiteX69" fmla="*/ 5860672 w 6127519"/>
              <a:gd name="connsiteY69" fmla="*/ 4061579 h 6858000"/>
              <a:gd name="connsiteX70" fmla="*/ 5872173 w 6127519"/>
              <a:gd name="connsiteY70" fmla="*/ 4088497 h 6858000"/>
              <a:gd name="connsiteX71" fmla="*/ 5894095 w 6127519"/>
              <a:gd name="connsiteY71" fmla="*/ 4128857 h 6858000"/>
              <a:gd name="connsiteX72" fmla="*/ 5903513 w 6127519"/>
              <a:gd name="connsiteY72" fmla="*/ 4187661 h 6858000"/>
              <a:gd name="connsiteX73" fmla="*/ 5917114 w 6127519"/>
              <a:gd name="connsiteY73" fmla="*/ 4213096 h 6858000"/>
              <a:gd name="connsiteX74" fmla="*/ 5924233 w 6127519"/>
              <a:gd name="connsiteY74" fmla="*/ 4242060 h 6858000"/>
              <a:gd name="connsiteX75" fmla="*/ 5928910 w 6127519"/>
              <a:gd name="connsiteY75" fmla="*/ 4300973 h 6858000"/>
              <a:gd name="connsiteX76" fmla="*/ 5939320 w 6127519"/>
              <a:gd name="connsiteY76" fmla="*/ 4340435 h 6858000"/>
              <a:gd name="connsiteX77" fmla="*/ 5946705 w 6127519"/>
              <a:gd name="connsiteY77" fmla="*/ 4428051 h 6858000"/>
              <a:gd name="connsiteX78" fmla="*/ 5949261 w 6127519"/>
              <a:gd name="connsiteY78" fmla="*/ 4449185 h 6858000"/>
              <a:gd name="connsiteX79" fmla="*/ 5968960 w 6127519"/>
              <a:gd name="connsiteY79" fmla="*/ 4482655 h 6858000"/>
              <a:gd name="connsiteX80" fmla="*/ 5980106 w 6127519"/>
              <a:gd name="connsiteY80" fmla="*/ 4585087 h 6858000"/>
              <a:gd name="connsiteX81" fmla="*/ 5998138 w 6127519"/>
              <a:gd name="connsiteY81" fmla="*/ 4697518 h 6858000"/>
              <a:gd name="connsiteX82" fmla="*/ 6007819 w 6127519"/>
              <a:gd name="connsiteY82" fmla="*/ 4858148 h 6858000"/>
              <a:gd name="connsiteX83" fmla="*/ 6007749 w 6127519"/>
              <a:gd name="connsiteY83" fmla="*/ 4964715 h 6858000"/>
              <a:gd name="connsiteX84" fmla="*/ 6005269 w 6127519"/>
              <a:gd name="connsiteY84" fmla="*/ 5150567 h 6858000"/>
              <a:gd name="connsiteX85" fmla="*/ 6001127 w 6127519"/>
              <a:gd name="connsiteY85" fmla="*/ 5164609 h 6858000"/>
              <a:gd name="connsiteX86" fmla="*/ 5998514 w 6127519"/>
              <a:gd name="connsiteY86" fmla="*/ 5189673 h 6858000"/>
              <a:gd name="connsiteX87" fmla="*/ 6018409 w 6127519"/>
              <a:gd name="connsiteY87" fmla="*/ 5227157 h 6858000"/>
              <a:gd name="connsiteX88" fmla="*/ 6036748 w 6127519"/>
              <a:gd name="connsiteY88" fmla="*/ 5322752 h 6858000"/>
              <a:gd name="connsiteX89" fmla="*/ 6036943 w 6127519"/>
              <a:gd name="connsiteY89" fmla="*/ 5329480 h 6858000"/>
              <a:gd name="connsiteX90" fmla="*/ 6037677 w 6127519"/>
              <a:gd name="connsiteY90" fmla="*/ 5354807 h 6858000"/>
              <a:gd name="connsiteX91" fmla="*/ 6039728 w 6127519"/>
              <a:gd name="connsiteY91" fmla="*/ 5359416 h 6858000"/>
              <a:gd name="connsiteX92" fmla="*/ 6053435 w 6127519"/>
              <a:gd name="connsiteY92" fmla="*/ 5387547 h 6858000"/>
              <a:gd name="connsiteX93" fmla="*/ 6065933 w 6127519"/>
              <a:gd name="connsiteY93" fmla="*/ 5443002 h 6858000"/>
              <a:gd name="connsiteX94" fmla="*/ 6068640 w 6127519"/>
              <a:gd name="connsiteY94" fmla="*/ 5474503 h 6858000"/>
              <a:gd name="connsiteX95" fmla="*/ 6080922 w 6127519"/>
              <a:gd name="connsiteY95" fmla="*/ 5561070 h 6858000"/>
              <a:gd name="connsiteX96" fmla="*/ 6096949 w 6127519"/>
              <a:gd name="connsiteY96" fmla="*/ 5648179 h 6858000"/>
              <a:gd name="connsiteX97" fmla="*/ 6125703 w 6127519"/>
              <a:gd name="connsiteY97" fmla="*/ 5692894 h 6858000"/>
              <a:gd name="connsiteX98" fmla="*/ 6121353 w 6127519"/>
              <a:gd name="connsiteY98" fmla="*/ 5721725 h 6858000"/>
              <a:gd name="connsiteX99" fmla="*/ 6121607 w 6127519"/>
              <a:gd name="connsiteY99" fmla="*/ 5721959 h 6858000"/>
              <a:gd name="connsiteX100" fmla="*/ 6127024 w 6127519"/>
              <a:gd name="connsiteY100" fmla="*/ 5786902 h 6858000"/>
              <a:gd name="connsiteX101" fmla="*/ 6127519 w 6127519"/>
              <a:gd name="connsiteY101" fmla="*/ 5865775 h 6858000"/>
              <a:gd name="connsiteX102" fmla="*/ 6119217 w 6127519"/>
              <a:gd name="connsiteY102" fmla="*/ 5888542 h 6858000"/>
              <a:gd name="connsiteX103" fmla="*/ 6102493 w 6127519"/>
              <a:gd name="connsiteY103" fmla="*/ 5928602 h 6858000"/>
              <a:gd name="connsiteX104" fmla="*/ 6056863 w 6127519"/>
              <a:gd name="connsiteY104" fmla="*/ 6000643 h 6858000"/>
              <a:gd name="connsiteX105" fmla="*/ 6045436 w 6127519"/>
              <a:gd name="connsiteY105" fmla="*/ 6124480 h 6858000"/>
              <a:gd name="connsiteX106" fmla="*/ 6030489 w 6127519"/>
              <a:gd name="connsiteY106" fmla="*/ 6317666 h 6858000"/>
              <a:gd name="connsiteX107" fmla="*/ 6007492 w 6127519"/>
              <a:gd name="connsiteY107" fmla="*/ 6440818 h 6858000"/>
              <a:gd name="connsiteX108" fmla="*/ 6009467 w 6127519"/>
              <a:gd name="connsiteY108" fmla="*/ 6487076 h 6858000"/>
              <a:gd name="connsiteX109" fmla="*/ 5995064 w 6127519"/>
              <a:gd name="connsiteY109" fmla="*/ 6540791 h 6858000"/>
              <a:gd name="connsiteX110" fmla="*/ 6004510 w 6127519"/>
              <a:gd name="connsiteY110" fmla="*/ 6599256 h 6858000"/>
              <a:gd name="connsiteX111" fmla="*/ 5986207 w 6127519"/>
              <a:gd name="connsiteY111" fmla="*/ 6695855 h 6858000"/>
              <a:gd name="connsiteX112" fmla="*/ 5979428 w 6127519"/>
              <a:gd name="connsiteY112" fmla="*/ 6754678 h 6858000"/>
              <a:gd name="connsiteX113" fmla="*/ 5983398 w 6127519"/>
              <a:gd name="connsiteY113" fmla="*/ 6778641 h 6858000"/>
              <a:gd name="connsiteX114" fmla="*/ 5984543 w 6127519"/>
              <a:gd name="connsiteY114" fmla="*/ 6811016 h 6858000"/>
              <a:gd name="connsiteX115" fmla="*/ 5979671 w 6127519"/>
              <a:gd name="connsiteY115" fmla="*/ 6858000 h 6858000"/>
              <a:gd name="connsiteX116" fmla="*/ 0 w 6127519"/>
              <a:gd name="connsiteY116" fmla="*/ 6858000 h 6858000"/>
              <a:gd name="connsiteX117" fmla="*/ 0 w 6127519"/>
              <a:gd name="connsiteY117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04824 w 6127519"/>
              <a:gd name="connsiteY63" fmla="*/ 3785966 h 6858000"/>
              <a:gd name="connsiteX64" fmla="*/ 5768491 w 6127519"/>
              <a:gd name="connsiteY64" fmla="*/ 3914399 h 6858000"/>
              <a:gd name="connsiteX65" fmla="*/ 5793123 w 6127519"/>
              <a:gd name="connsiteY65" fmla="*/ 3969952 h 6858000"/>
              <a:gd name="connsiteX66" fmla="*/ 5808321 w 6127519"/>
              <a:gd name="connsiteY66" fmla="*/ 3988153 h 6858000"/>
              <a:gd name="connsiteX67" fmla="*/ 5825621 w 6127519"/>
              <a:gd name="connsiteY67" fmla="*/ 4015525 h 6858000"/>
              <a:gd name="connsiteX68" fmla="*/ 5860672 w 6127519"/>
              <a:gd name="connsiteY68" fmla="*/ 4061579 h 6858000"/>
              <a:gd name="connsiteX69" fmla="*/ 5872173 w 6127519"/>
              <a:gd name="connsiteY69" fmla="*/ 4088497 h 6858000"/>
              <a:gd name="connsiteX70" fmla="*/ 5894095 w 6127519"/>
              <a:gd name="connsiteY70" fmla="*/ 4128857 h 6858000"/>
              <a:gd name="connsiteX71" fmla="*/ 5903513 w 6127519"/>
              <a:gd name="connsiteY71" fmla="*/ 4187661 h 6858000"/>
              <a:gd name="connsiteX72" fmla="*/ 5917114 w 6127519"/>
              <a:gd name="connsiteY72" fmla="*/ 4213096 h 6858000"/>
              <a:gd name="connsiteX73" fmla="*/ 5924233 w 6127519"/>
              <a:gd name="connsiteY73" fmla="*/ 4242060 h 6858000"/>
              <a:gd name="connsiteX74" fmla="*/ 5928910 w 6127519"/>
              <a:gd name="connsiteY74" fmla="*/ 4300973 h 6858000"/>
              <a:gd name="connsiteX75" fmla="*/ 5939320 w 6127519"/>
              <a:gd name="connsiteY75" fmla="*/ 4340435 h 6858000"/>
              <a:gd name="connsiteX76" fmla="*/ 5946705 w 6127519"/>
              <a:gd name="connsiteY76" fmla="*/ 4428051 h 6858000"/>
              <a:gd name="connsiteX77" fmla="*/ 5949261 w 6127519"/>
              <a:gd name="connsiteY77" fmla="*/ 4449185 h 6858000"/>
              <a:gd name="connsiteX78" fmla="*/ 5968960 w 6127519"/>
              <a:gd name="connsiteY78" fmla="*/ 4482655 h 6858000"/>
              <a:gd name="connsiteX79" fmla="*/ 5980106 w 6127519"/>
              <a:gd name="connsiteY79" fmla="*/ 4585087 h 6858000"/>
              <a:gd name="connsiteX80" fmla="*/ 5998138 w 6127519"/>
              <a:gd name="connsiteY80" fmla="*/ 4697518 h 6858000"/>
              <a:gd name="connsiteX81" fmla="*/ 6007819 w 6127519"/>
              <a:gd name="connsiteY81" fmla="*/ 4858148 h 6858000"/>
              <a:gd name="connsiteX82" fmla="*/ 6007749 w 6127519"/>
              <a:gd name="connsiteY82" fmla="*/ 4964715 h 6858000"/>
              <a:gd name="connsiteX83" fmla="*/ 6005269 w 6127519"/>
              <a:gd name="connsiteY83" fmla="*/ 5150567 h 6858000"/>
              <a:gd name="connsiteX84" fmla="*/ 6001127 w 6127519"/>
              <a:gd name="connsiteY84" fmla="*/ 5164609 h 6858000"/>
              <a:gd name="connsiteX85" fmla="*/ 5998514 w 6127519"/>
              <a:gd name="connsiteY85" fmla="*/ 5189673 h 6858000"/>
              <a:gd name="connsiteX86" fmla="*/ 6018409 w 6127519"/>
              <a:gd name="connsiteY86" fmla="*/ 5227157 h 6858000"/>
              <a:gd name="connsiteX87" fmla="*/ 6036748 w 6127519"/>
              <a:gd name="connsiteY87" fmla="*/ 5322752 h 6858000"/>
              <a:gd name="connsiteX88" fmla="*/ 6036943 w 6127519"/>
              <a:gd name="connsiteY88" fmla="*/ 5329480 h 6858000"/>
              <a:gd name="connsiteX89" fmla="*/ 6037677 w 6127519"/>
              <a:gd name="connsiteY89" fmla="*/ 5354807 h 6858000"/>
              <a:gd name="connsiteX90" fmla="*/ 6039728 w 6127519"/>
              <a:gd name="connsiteY90" fmla="*/ 5359416 h 6858000"/>
              <a:gd name="connsiteX91" fmla="*/ 6053435 w 6127519"/>
              <a:gd name="connsiteY91" fmla="*/ 5387547 h 6858000"/>
              <a:gd name="connsiteX92" fmla="*/ 6065933 w 6127519"/>
              <a:gd name="connsiteY92" fmla="*/ 5443002 h 6858000"/>
              <a:gd name="connsiteX93" fmla="*/ 6068640 w 6127519"/>
              <a:gd name="connsiteY93" fmla="*/ 5474503 h 6858000"/>
              <a:gd name="connsiteX94" fmla="*/ 6080922 w 6127519"/>
              <a:gd name="connsiteY94" fmla="*/ 5561070 h 6858000"/>
              <a:gd name="connsiteX95" fmla="*/ 6096949 w 6127519"/>
              <a:gd name="connsiteY95" fmla="*/ 5648179 h 6858000"/>
              <a:gd name="connsiteX96" fmla="*/ 6125703 w 6127519"/>
              <a:gd name="connsiteY96" fmla="*/ 5692894 h 6858000"/>
              <a:gd name="connsiteX97" fmla="*/ 6121353 w 6127519"/>
              <a:gd name="connsiteY97" fmla="*/ 5721725 h 6858000"/>
              <a:gd name="connsiteX98" fmla="*/ 6121607 w 6127519"/>
              <a:gd name="connsiteY98" fmla="*/ 5721959 h 6858000"/>
              <a:gd name="connsiteX99" fmla="*/ 6127024 w 6127519"/>
              <a:gd name="connsiteY99" fmla="*/ 5786902 h 6858000"/>
              <a:gd name="connsiteX100" fmla="*/ 6127519 w 6127519"/>
              <a:gd name="connsiteY100" fmla="*/ 5865775 h 6858000"/>
              <a:gd name="connsiteX101" fmla="*/ 6119217 w 6127519"/>
              <a:gd name="connsiteY101" fmla="*/ 5888542 h 6858000"/>
              <a:gd name="connsiteX102" fmla="*/ 6102493 w 6127519"/>
              <a:gd name="connsiteY102" fmla="*/ 5928602 h 6858000"/>
              <a:gd name="connsiteX103" fmla="*/ 6056863 w 6127519"/>
              <a:gd name="connsiteY103" fmla="*/ 6000643 h 6858000"/>
              <a:gd name="connsiteX104" fmla="*/ 6045436 w 6127519"/>
              <a:gd name="connsiteY104" fmla="*/ 6124480 h 6858000"/>
              <a:gd name="connsiteX105" fmla="*/ 6030489 w 6127519"/>
              <a:gd name="connsiteY105" fmla="*/ 6317666 h 6858000"/>
              <a:gd name="connsiteX106" fmla="*/ 6007492 w 6127519"/>
              <a:gd name="connsiteY106" fmla="*/ 6440818 h 6858000"/>
              <a:gd name="connsiteX107" fmla="*/ 6009467 w 6127519"/>
              <a:gd name="connsiteY107" fmla="*/ 6487076 h 6858000"/>
              <a:gd name="connsiteX108" fmla="*/ 5995064 w 6127519"/>
              <a:gd name="connsiteY108" fmla="*/ 6540791 h 6858000"/>
              <a:gd name="connsiteX109" fmla="*/ 6004510 w 6127519"/>
              <a:gd name="connsiteY109" fmla="*/ 6599256 h 6858000"/>
              <a:gd name="connsiteX110" fmla="*/ 5986207 w 6127519"/>
              <a:gd name="connsiteY110" fmla="*/ 6695855 h 6858000"/>
              <a:gd name="connsiteX111" fmla="*/ 5979428 w 6127519"/>
              <a:gd name="connsiteY111" fmla="*/ 6754678 h 6858000"/>
              <a:gd name="connsiteX112" fmla="*/ 5983398 w 6127519"/>
              <a:gd name="connsiteY112" fmla="*/ 6778641 h 6858000"/>
              <a:gd name="connsiteX113" fmla="*/ 5984543 w 6127519"/>
              <a:gd name="connsiteY113" fmla="*/ 6811016 h 6858000"/>
              <a:gd name="connsiteX114" fmla="*/ 5979671 w 6127519"/>
              <a:gd name="connsiteY114" fmla="*/ 6858000 h 6858000"/>
              <a:gd name="connsiteX115" fmla="*/ 0 w 6127519"/>
              <a:gd name="connsiteY115" fmla="*/ 6858000 h 6858000"/>
              <a:gd name="connsiteX116" fmla="*/ 0 w 6127519"/>
              <a:gd name="connsiteY116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699203 w 6127519"/>
              <a:gd name="connsiteY62" fmla="*/ 3775823 h 6858000"/>
              <a:gd name="connsiteX63" fmla="*/ 5768491 w 6127519"/>
              <a:gd name="connsiteY63" fmla="*/ 3914399 h 6858000"/>
              <a:gd name="connsiteX64" fmla="*/ 5793123 w 6127519"/>
              <a:gd name="connsiteY64" fmla="*/ 3969952 h 6858000"/>
              <a:gd name="connsiteX65" fmla="*/ 5808321 w 6127519"/>
              <a:gd name="connsiteY65" fmla="*/ 3988153 h 6858000"/>
              <a:gd name="connsiteX66" fmla="*/ 5825621 w 6127519"/>
              <a:gd name="connsiteY66" fmla="*/ 4015525 h 6858000"/>
              <a:gd name="connsiteX67" fmla="*/ 5860672 w 6127519"/>
              <a:gd name="connsiteY67" fmla="*/ 4061579 h 6858000"/>
              <a:gd name="connsiteX68" fmla="*/ 5872173 w 6127519"/>
              <a:gd name="connsiteY68" fmla="*/ 4088497 h 6858000"/>
              <a:gd name="connsiteX69" fmla="*/ 5894095 w 6127519"/>
              <a:gd name="connsiteY69" fmla="*/ 4128857 h 6858000"/>
              <a:gd name="connsiteX70" fmla="*/ 5903513 w 6127519"/>
              <a:gd name="connsiteY70" fmla="*/ 4187661 h 6858000"/>
              <a:gd name="connsiteX71" fmla="*/ 5917114 w 6127519"/>
              <a:gd name="connsiteY71" fmla="*/ 4213096 h 6858000"/>
              <a:gd name="connsiteX72" fmla="*/ 5924233 w 6127519"/>
              <a:gd name="connsiteY72" fmla="*/ 4242060 h 6858000"/>
              <a:gd name="connsiteX73" fmla="*/ 5928910 w 6127519"/>
              <a:gd name="connsiteY73" fmla="*/ 4300973 h 6858000"/>
              <a:gd name="connsiteX74" fmla="*/ 5939320 w 6127519"/>
              <a:gd name="connsiteY74" fmla="*/ 4340435 h 6858000"/>
              <a:gd name="connsiteX75" fmla="*/ 5946705 w 6127519"/>
              <a:gd name="connsiteY75" fmla="*/ 4428051 h 6858000"/>
              <a:gd name="connsiteX76" fmla="*/ 5949261 w 6127519"/>
              <a:gd name="connsiteY76" fmla="*/ 4449185 h 6858000"/>
              <a:gd name="connsiteX77" fmla="*/ 5968960 w 6127519"/>
              <a:gd name="connsiteY77" fmla="*/ 4482655 h 6858000"/>
              <a:gd name="connsiteX78" fmla="*/ 5980106 w 6127519"/>
              <a:gd name="connsiteY78" fmla="*/ 4585087 h 6858000"/>
              <a:gd name="connsiteX79" fmla="*/ 5998138 w 6127519"/>
              <a:gd name="connsiteY79" fmla="*/ 4697518 h 6858000"/>
              <a:gd name="connsiteX80" fmla="*/ 6007819 w 6127519"/>
              <a:gd name="connsiteY80" fmla="*/ 4858148 h 6858000"/>
              <a:gd name="connsiteX81" fmla="*/ 6007749 w 6127519"/>
              <a:gd name="connsiteY81" fmla="*/ 4964715 h 6858000"/>
              <a:gd name="connsiteX82" fmla="*/ 6005269 w 6127519"/>
              <a:gd name="connsiteY82" fmla="*/ 5150567 h 6858000"/>
              <a:gd name="connsiteX83" fmla="*/ 6001127 w 6127519"/>
              <a:gd name="connsiteY83" fmla="*/ 5164609 h 6858000"/>
              <a:gd name="connsiteX84" fmla="*/ 5998514 w 6127519"/>
              <a:gd name="connsiteY84" fmla="*/ 5189673 h 6858000"/>
              <a:gd name="connsiteX85" fmla="*/ 6018409 w 6127519"/>
              <a:gd name="connsiteY85" fmla="*/ 5227157 h 6858000"/>
              <a:gd name="connsiteX86" fmla="*/ 6036748 w 6127519"/>
              <a:gd name="connsiteY86" fmla="*/ 5322752 h 6858000"/>
              <a:gd name="connsiteX87" fmla="*/ 6036943 w 6127519"/>
              <a:gd name="connsiteY87" fmla="*/ 5329480 h 6858000"/>
              <a:gd name="connsiteX88" fmla="*/ 6037677 w 6127519"/>
              <a:gd name="connsiteY88" fmla="*/ 5354807 h 6858000"/>
              <a:gd name="connsiteX89" fmla="*/ 6039728 w 6127519"/>
              <a:gd name="connsiteY89" fmla="*/ 5359416 h 6858000"/>
              <a:gd name="connsiteX90" fmla="*/ 6053435 w 6127519"/>
              <a:gd name="connsiteY90" fmla="*/ 5387547 h 6858000"/>
              <a:gd name="connsiteX91" fmla="*/ 6065933 w 6127519"/>
              <a:gd name="connsiteY91" fmla="*/ 5443002 h 6858000"/>
              <a:gd name="connsiteX92" fmla="*/ 6068640 w 6127519"/>
              <a:gd name="connsiteY92" fmla="*/ 5474503 h 6858000"/>
              <a:gd name="connsiteX93" fmla="*/ 6080922 w 6127519"/>
              <a:gd name="connsiteY93" fmla="*/ 5561070 h 6858000"/>
              <a:gd name="connsiteX94" fmla="*/ 6096949 w 6127519"/>
              <a:gd name="connsiteY94" fmla="*/ 5648179 h 6858000"/>
              <a:gd name="connsiteX95" fmla="*/ 6125703 w 6127519"/>
              <a:gd name="connsiteY95" fmla="*/ 5692894 h 6858000"/>
              <a:gd name="connsiteX96" fmla="*/ 6121353 w 6127519"/>
              <a:gd name="connsiteY96" fmla="*/ 5721725 h 6858000"/>
              <a:gd name="connsiteX97" fmla="*/ 6121607 w 6127519"/>
              <a:gd name="connsiteY97" fmla="*/ 5721959 h 6858000"/>
              <a:gd name="connsiteX98" fmla="*/ 6127024 w 6127519"/>
              <a:gd name="connsiteY98" fmla="*/ 5786902 h 6858000"/>
              <a:gd name="connsiteX99" fmla="*/ 6127519 w 6127519"/>
              <a:gd name="connsiteY99" fmla="*/ 5865775 h 6858000"/>
              <a:gd name="connsiteX100" fmla="*/ 6119217 w 6127519"/>
              <a:gd name="connsiteY100" fmla="*/ 5888542 h 6858000"/>
              <a:gd name="connsiteX101" fmla="*/ 6102493 w 6127519"/>
              <a:gd name="connsiteY101" fmla="*/ 5928602 h 6858000"/>
              <a:gd name="connsiteX102" fmla="*/ 6056863 w 6127519"/>
              <a:gd name="connsiteY102" fmla="*/ 6000643 h 6858000"/>
              <a:gd name="connsiteX103" fmla="*/ 6045436 w 6127519"/>
              <a:gd name="connsiteY103" fmla="*/ 6124480 h 6858000"/>
              <a:gd name="connsiteX104" fmla="*/ 6030489 w 6127519"/>
              <a:gd name="connsiteY104" fmla="*/ 6317666 h 6858000"/>
              <a:gd name="connsiteX105" fmla="*/ 6007492 w 6127519"/>
              <a:gd name="connsiteY105" fmla="*/ 6440818 h 6858000"/>
              <a:gd name="connsiteX106" fmla="*/ 6009467 w 6127519"/>
              <a:gd name="connsiteY106" fmla="*/ 6487076 h 6858000"/>
              <a:gd name="connsiteX107" fmla="*/ 5995064 w 6127519"/>
              <a:gd name="connsiteY107" fmla="*/ 6540791 h 6858000"/>
              <a:gd name="connsiteX108" fmla="*/ 6004510 w 6127519"/>
              <a:gd name="connsiteY108" fmla="*/ 6599256 h 6858000"/>
              <a:gd name="connsiteX109" fmla="*/ 5986207 w 6127519"/>
              <a:gd name="connsiteY109" fmla="*/ 6695855 h 6858000"/>
              <a:gd name="connsiteX110" fmla="*/ 5979428 w 6127519"/>
              <a:gd name="connsiteY110" fmla="*/ 6754678 h 6858000"/>
              <a:gd name="connsiteX111" fmla="*/ 5983398 w 6127519"/>
              <a:gd name="connsiteY111" fmla="*/ 6778641 h 6858000"/>
              <a:gd name="connsiteX112" fmla="*/ 5984543 w 6127519"/>
              <a:gd name="connsiteY112" fmla="*/ 6811016 h 6858000"/>
              <a:gd name="connsiteX113" fmla="*/ 5979671 w 6127519"/>
              <a:gd name="connsiteY113" fmla="*/ 6858000 h 6858000"/>
              <a:gd name="connsiteX114" fmla="*/ 0 w 6127519"/>
              <a:gd name="connsiteY114" fmla="*/ 6858000 h 6858000"/>
              <a:gd name="connsiteX115" fmla="*/ 0 w 6127519"/>
              <a:gd name="connsiteY115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707995 w 6127519"/>
              <a:gd name="connsiteY62" fmla="*/ 3781685 h 6858000"/>
              <a:gd name="connsiteX63" fmla="*/ 5768491 w 6127519"/>
              <a:gd name="connsiteY63" fmla="*/ 3914399 h 6858000"/>
              <a:gd name="connsiteX64" fmla="*/ 5793123 w 6127519"/>
              <a:gd name="connsiteY64" fmla="*/ 3969952 h 6858000"/>
              <a:gd name="connsiteX65" fmla="*/ 5808321 w 6127519"/>
              <a:gd name="connsiteY65" fmla="*/ 3988153 h 6858000"/>
              <a:gd name="connsiteX66" fmla="*/ 5825621 w 6127519"/>
              <a:gd name="connsiteY66" fmla="*/ 4015525 h 6858000"/>
              <a:gd name="connsiteX67" fmla="*/ 5860672 w 6127519"/>
              <a:gd name="connsiteY67" fmla="*/ 4061579 h 6858000"/>
              <a:gd name="connsiteX68" fmla="*/ 5872173 w 6127519"/>
              <a:gd name="connsiteY68" fmla="*/ 4088497 h 6858000"/>
              <a:gd name="connsiteX69" fmla="*/ 5894095 w 6127519"/>
              <a:gd name="connsiteY69" fmla="*/ 4128857 h 6858000"/>
              <a:gd name="connsiteX70" fmla="*/ 5903513 w 6127519"/>
              <a:gd name="connsiteY70" fmla="*/ 4187661 h 6858000"/>
              <a:gd name="connsiteX71" fmla="*/ 5917114 w 6127519"/>
              <a:gd name="connsiteY71" fmla="*/ 4213096 h 6858000"/>
              <a:gd name="connsiteX72" fmla="*/ 5924233 w 6127519"/>
              <a:gd name="connsiteY72" fmla="*/ 4242060 h 6858000"/>
              <a:gd name="connsiteX73" fmla="*/ 5928910 w 6127519"/>
              <a:gd name="connsiteY73" fmla="*/ 4300973 h 6858000"/>
              <a:gd name="connsiteX74" fmla="*/ 5939320 w 6127519"/>
              <a:gd name="connsiteY74" fmla="*/ 4340435 h 6858000"/>
              <a:gd name="connsiteX75" fmla="*/ 5946705 w 6127519"/>
              <a:gd name="connsiteY75" fmla="*/ 4428051 h 6858000"/>
              <a:gd name="connsiteX76" fmla="*/ 5949261 w 6127519"/>
              <a:gd name="connsiteY76" fmla="*/ 4449185 h 6858000"/>
              <a:gd name="connsiteX77" fmla="*/ 5968960 w 6127519"/>
              <a:gd name="connsiteY77" fmla="*/ 4482655 h 6858000"/>
              <a:gd name="connsiteX78" fmla="*/ 5980106 w 6127519"/>
              <a:gd name="connsiteY78" fmla="*/ 4585087 h 6858000"/>
              <a:gd name="connsiteX79" fmla="*/ 5998138 w 6127519"/>
              <a:gd name="connsiteY79" fmla="*/ 4697518 h 6858000"/>
              <a:gd name="connsiteX80" fmla="*/ 6007819 w 6127519"/>
              <a:gd name="connsiteY80" fmla="*/ 4858148 h 6858000"/>
              <a:gd name="connsiteX81" fmla="*/ 6007749 w 6127519"/>
              <a:gd name="connsiteY81" fmla="*/ 4964715 h 6858000"/>
              <a:gd name="connsiteX82" fmla="*/ 6005269 w 6127519"/>
              <a:gd name="connsiteY82" fmla="*/ 5150567 h 6858000"/>
              <a:gd name="connsiteX83" fmla="*/ 6001127 w 6127519"/>
              <a:gd name="connsiteY83" fmla="*/ 5164609 h 6858000"/>
              <a:gd name="connsiteX84" fmla="*/ 5998514 w 6127519"/>
              <a:gd name="connsiteY84" fmla="*/ 5189673 h 6858000"/>
              <a:gd name="connsiteX85" fmla="*/ 6018409 w 6127519"/>
              <a:gd name="connsiteY85" fmla="*/ 5227157 h 6858000"/>
              <a:gd name="connsiteX86" fmla="*/ 6036748 w 6127519"/>
              <a:gd name="connsiteY86" fmla="*/ 5322752 h 6858000"/>
              <a:gd name="connsiteX87" fmla="*/ 6036943 w 6127519"/>
              <a:gd name="connsiteY87" fmla="*/ 5329480 h 6858000"/>
              <a:gd name="connsiteX88" fmla="*/ 6037677 w 6127519"/>
              <a:gd name="connsiteY88" fmla="*/ 5354807 h 6858000"/>
              <a:gd name="connsiteX89" fmla="*/ 6039728 w 6127519"/>
              <a:gd name="connsiteY89" fmla="*/ 5359416 h 6858000"/>
              <a:gd name="connsiteX90" fmla="*/ 6053435 w 6127519"/>
              <a:gd name="connsiteY90" fmla="*/ 5387547 h 6858000"/>
              <a:gd name="connsiteX91" fmla="*/ 6065933 w 6127519"/>
              <a:gd name="connsiteY91" fmla="*/ 5443002 h 6858000"/>
              <a:gd name="connsiteX92" fmla="*/ 6068640 w 6127519"/>
              <a:gd name="connsiteY92" fmla="*/ 5474503 h 6858000"/>
              <a:gd name="connsiteX93" fmla="*/ 6080922 w 6127519"/>
              <a:gd name="connsiteY93" fmla="*/ 5561070 h 6858000"/>
              <a:gd name="connsiteX94" fmla="*/ 6096949 w 6127519"/>
              <a:gd name="connsiteY94" fmla="*/ 5648179 h 6858000"/>
              <a:gd name="connsiteX95" fmla="*/ 6125703 w 6127519"/>
              <a:gd name="connsiteY95" fmla="*/ 5692894 h 6858000"/>
              <a:gd name="connsiteX96" fmla="*/ 6121353 w 6127519"/>
              <a:gd name="connsiteY96" fmla="*/ 5721725 h 6858000"/>
              <a:gd name="connsiteX97" fmla="*/ 6121607 w 6127519"/>
              <a:gd name="connsiteY97" fmla="*/ 5721959 h 6858000"/>
              <a:gd name="connsiteX98" fmla="*/ 6127024 w 6127519"/>
              <a:gd name="connsiteY98" fmla="*/ 5786902 h 6858000"/>
              <a:gd name="connsiteX99" fmla="*/ 6127519 w 6127519"/>
              <a:gd name="connsiteY99" fmla="*/ 5865775 h 6858000"/>
              <a:gd name="connsiteX100" fmla="*/ 6119217 w 6127519"/>
              <a:gd name="connsiteY100" fmla="*/ 5888542 h 6858000"/>
              <a:gd name="connsiteX101" fmla="*/ 6102493 w 6127519"/>
              <a:gd name="connsiteY101" fmla="*/ 5928602 h 6858000"/>
              <a:gd name="connsiteX102" fmla="*/ 6056863 w 6127519"/>
              <a:gd name="connsiteY102" fmla="*/ 6000643 h 6858000"/>
              <a:gd name="connsiteX103" fmla="*/ 6045436 w 6127519"/>
              <a:gd name="connsiteY103" fmla="*/ 6124480 h 6858000"/>
              <a:gd name="connsiteX104" fmla="*/ 6030489 w 6127519"/>
              <a:gd name="connsiteY104" fmla="*/ 6317666 h 6858000"/>
              <a:gd name="connsiteX105" fmla="*/ 6007492 w 6127519"/>
              <a:gd name="connsiteY105" fmla="*/ 6440818 h 6858000"/>
              <a:gd name="connsiteX106" fmla="*/ 6009467 w 6127519"/>
              <a:gd name="connsiteY106" fmla="*/ 6487076 h 6858000"/>
              <a:gd name="connsiteX107" fmla="*/ 5995064 w 6127519"/>
              <a:gd name="connsiteY107" fmla="*/ 6540791 h 6858000"/>
              <a:gd name="connsiteX108" fmla="*/ 6004510 w 6127519"/>
              <a:gd name="connsiteY108" fmla="*/ 6599256 h 6858000"/>
              <a:gd name="connsiteX109" fmla="*/ 5986207 w 6127519"/>
              <a:gd name="connsiteY109" fmla="*/ 6695855 h 6858000"/>
              <a:gd name="connsiteX110" fmla="*/ 5979428 w 6127519"/>
              <a:gd name="connsiteY110" fmla="*/ 6754678 h 6858000"/>
              <a:gd name="connsiteX111" fmla="*/ 5983398 w 6127519"/>
              <a:gd name="connsiteY111" fmla="*/ 6778641 h 6858000"/>
              <a:gd name="connsiteX112" fmla="*/ 5984543 w 6127519"/>
              <a:gd name="connsiteY112" fmla="*/ 6811016 h 6858000"/>
              <a:gd name="connsiteX113" fmla="*/ 5979671 w 6127519"/>
              <a:gd name="connsiteY113" fmla="*/ 6858000 h 6858000"/>
              <a:gd name="connsiteX114" fmla="*/ 0 w 6127519"/>
              <a:gd name="connsiteY114" fmla="*/ 6858000 h 6858000"/>
              <a:gd name="connsiteX115" fmla="*/ 0 w 6127519"/>
              <a:gd name="connsiteY115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66839 w 6127519"/>
              <a:gd name="connsiteY50" fmla="*/ 3345295 h 6858000"/>
              <a:gd name="connsiteX51" fmla="*/ 5589758 w 6127519"/>
              <a:gd name="connsiteY51" fmla="*/ 3506453 h 6858000"/>
              <a:gd name="connsiteX52" fmla="*/ 5596144 w 6127519"/>
              <a:gd name="connsiteY52" fmla="*/ 3534624 h 6858000"/>
              <a:gd name="connsiteX53" fmla="*/ 5597750 w 6127519"/>
              <a:gd name="connsiteY53" fmla="*/ 3534129 h 6858000"/>
              <a:gd name="connsiteX54" fmla="*/ 5599700 w 6127519"/>
              <a:gd name="connsiteY54" fmla="*/ 3547221 h 6858000"/>
              <a:gd name="connsiteX55" fmla="*/ 5615031 w 6127519"/>
              <a:gd name="connsiteY55" fmla="*/ 3557482 h 6858000"/>
              <a:gd name="connsiteX56" fmla="*/ 5618377 w 6127519"/>
              <a:gd name="connsiteY56" fmla="*/ 3588431 h 6858000"/>
              <a:gd name="connsiteX57" fmla="*/ 5612155 w 6127519"/>
              <a:gd name="connsiteY57" fmla="*/ 3589869 h 6858000"/>
              <a:gd name="connsiteX58" fmla="*/ 5620843 w 6127519"/>
              <a:gd name="connsiteY58" fmla="*/ 3606745 h 6858000"/>
              <a:gd name="connsiteX59" fmla="*/ 5655472 w 6127519"/>
              <a:gd name="connsiteY59" fmla="*/ 3678877 h 6858000"/>
              <a:gd name="connsiteX60" fmla="*/ 5683015 w 6127519"/>
              <a:gd name="connsiteY60" fmla="*/ 3762025 h 6858000"/>
              <a:gd name="connsiteX61" fmla="*/ 5696643 w 6127519"/>
              <a:gd name="connsiteY61" fmla="*/ 3773888 h 6858000"/>
              <a:gd name="connsiteX62" fmla="*/ 5707995 w 6127519"/>
              <a:gd name="connsiteY62" fmla="*/ 3781685 h 6858000"/>
              <a:gd name="connsiteX63" fmla="*/ 5768491 w 6127519"/>
              <a:gd name="connsiteY63" fmla="*/ 3914399 h 6858000"/>
              <a:gd name="connsiteX64" fmla="*/ 5793123 w 6127519"/>
              <a:gd name="connsiteY64" fmla="*/ 3969952 h 6858000"/>
              <a:gd name="connsiteX65" fmla="*/ 5808321 w 6127519"/>
              <a:gd name="connsiteY65" fmla="*/ 3988153 h 6858000"/>
              <a:gd name="connsiteX66" fmla="*/ 5825621 w 6127519"/>
              <a:gd name="connsiteY66" fmla="*/ 4015525 h 6858000"/>
              <a:gd name="connsiteX67" fmla="*/ 5860672 w 6127519"/>
              <a:gd name="connsiteY67" fmla="*/ 4061579 h 6858000"/>
              <a:gd name="connsiteX68" fmla="*/ 5872173 w 6127519"/>
              <a:gd name="connsiteY68" fmla="*/ 4088497 h 6858000"/>
              <a:gd name="connsiteX69" fmla="*/ 5894095 w 6127519"/>
              <a:gd name="connsiteY69" fmla="*/ 4128857 h 6858000"/>
              <a:gd name="connsiteX70" fmla="*/ 5903513 w 6127519"/>
              <a:gd name="connsiteY70" fmla="*/ 4187661 h 6858000"/>
              <a:gd name="connsiteX71" fmla="*/ 5917114 w 6127519"/>
              <a:gd name="connsiteY71" fmla="*/ 4213096 h 6858000"/>
              <a:gd name="connsiteX72" fmla="*/ 5924233 w 6127519"/>
              <a:gd name="connsiteY72" fmla="*/ 4242060 h 6858000"/>
              <a:gd name="connsiteX73" fmla="*/ 5928910 w 6127519"/>
              <a:gd name="connsiteY73" fmla="*/ 4300973 h 6858000"/>
              <a:gd name="connsiteX74" fmla="*/ 5939320 w 6127519"/>
              <a:gd name="connsiteY74" fmla="*/ 4340435 h 6858000"/>
              <a:gd name="connsiteX75" fmla="*/ 5946705 w 6127519"/>
              <a:gd name="connsiteY75" fmla="*/ 4428051 h 6858000"/>
              <a:gd name="connsiteX76" fmla="*/ 5949261 w 6127519"/>
              <a:gd name="connsiteY76" fmla="*/ 4449185 h 6858000"/>
              <a:gd name="connsiteX77" fmla="*/ 5968960 w 6127519"/>
              <a:gd name="connsiteY77" fmla="*/ 4482655 h 6858000"/>
              <a:gd name="connsiteX78" fmla="*/ 5980106 w 6127519"/>
              <a:gd name="connsiteY78" fmla="*/ 4585087 h 6858000"/>
              <a:gd name="connsiteX79" fmla="*/ 5998138 w 6127519"/>
              <a:gd name="connsiteY79" fmla="*/ 4697518 h 6858000"/>
              <a:gd name="connsiteX80" fmla="*/ 6007819 w 6127519"/>
              <a:gd name="connsiteY80" fmla="*/ 4858148 h 6858000"/>
              <a:gd name="connsiteX81" fmla="*/ 6007749 w 6127519"/>
              <a:gd name="connsiteY81" fmla="*/ 4964715 h 6858000"/>
              <a:gd name="connsiteX82" fmla="*/ 6005269 w 6127519"/>
              <a:gd name="connsiteY82" fmla="*/ 5150567 h 6858000"/>
              <a:gd name="connsiteX83" fmla="*/ 6001127 w 6127519"/>
              <a:gd name="connsiteY83" fmla="*/ 5164609 h 6858000"/>
              <a:gd name="connsiteX84" fmla="*/ 5998514 w 6127519"/>
              <a:gd name="connsiteY84" fmla="*/ 5189673 h 6858000"/>
              <a:gd name="connsiteX85" fmla="*/ 6018409 w 6127519"/>
              <a:gd name="connsiteY85" fmla="*/ 5227157 h 6858000"/>
              <a:gd name="connsiteX86" fmla="*/ 6036748 w 6127519"/>
              <a:gd name="connsiteY86" fmla="*/ 5322752 h 6858000"/>
              <a:gd name="connsiteX87" fmla="*/ 6036943 w 6127519"/>
              <a:gd name="connsiteY87" fmla="*/ 5329480 h 6858000"/>
              <a:gd name="connsiteX88" fmla="*/ 6037677 w 6127519"/>
              <a:gd name="connsiteY88" fmla="*/ 5354807 h 6858000"/>
              <a:gd name="connsiteX89" fmla="*/ 6039728 w 6127519"/>
              <a:gd name="connsiteY89" fmla="*/ 5359416 h 6858000"/>
              <a:gd name="connsiteX90" fmla="*/ 6053435 w 6127519"/>
              <a:gd name="connsiteY90" fmla="*/ 5387547 h 6858000"/>
              <a:gd name="connsiteX91" fmla="*/ 6065933 w 6127519"/>
              <a:gd name="connsiteY91" fmla="*/ 5443002 h 6858000"/>
              <a:gd name="connsiteX92" fmla="*/ 6068640 w 6127519"/>
              <a:gd name="connsiteY92" fmla="*/ 5474503 h 6858000"/>
              <a:gd name="connsiteX93" fmla="*/ 6080922 w 6127519"/>
              <a:gd name="connsiteY93" fmla="*/ 5561070 h 6858000"/>
              <a:gd name="connsiteX94" fmla="*/ 6096949 w 6127519"/>
              <a:gd name="connsiteY94" fmla="*/ 5648179 h 6858000"/>
              <a:gd name="connsiteX95" fmla="*/ 6125703 w 6127519"/>
              <a:gd name="connsiteY95" fmla="*/ 5692894 h 6858000"/>
              <a:gd name="connsiteX96" fmla="*/ 6121353 w 6127519"/>
              <a:gd name="connsiteY96" fmla="*/ 5721725 h 6858000"/>
              <a:gd name="connsiteX97" fmla="*/ 6121607 w 6127519"/>
              <a:gd name="connsiteY97" fmla="*/ 5721959 h 6858000"/>
              <a:gd name="connsiteX98" fmla="*/ 6127024 w 6127519"/>
              <a:gd name="connsiteY98" fmla="*/ 5786902 h 6858000"/>
              <a:gd name="connsiteX99" fmla="*/ 6127519 w 6127519"/>
              <a:gd name="connsiteY99" fmla="*/ 5865775 h 6858000"/>
              <a:gd name="connsiteX100" fmla="*/ 6119217 w 6127519"/>
              <a:gd name="connsiteY100" fmla="*/ 5888542 h 6858000"/>
              <a:gd name="connsiteX101" fmla="*/ 6102493 w 6127519"/>
              <a:gd name="connsiteY101" fmla="*/ 5928602 h 6858000"/>
              <a:gd name="connsiteX102" fmla="*/ 6056863 w 6127519"/>
              <a:gd name="connsiteY102" fmla="*/ 6000643 h 6858000"/>
              <a:gd name="connsiteX103" fmla="*/ 6045436 w 6127519"/>
              <a:gd name="connsiteY103" fmla="*/ 6124480 h 6858000"/>
              <a:gd name="connsiteX104" fmla="*/ 6030489 w 6127519"/>
              <a:gd name="connsiteY104" fmla="*/ 6317666 h 6858000"/>
              <a:gd name="connsiteX105" fmla="*/ 6007492 w 6127519"/>
              <a:gd name="connsiteY105" fmla="*/ 6440818 h 6858000"/>
              <a:gd name="connsiteX106" fmla="*/ 6009467 w 6127519"/>
              <a:gd name="connsiteY106" fmla="*/ 6487076 h 6858000"/>
              <a:gd name="connsiteX107" fmla="*/ 5995064 w 6127519"/>
              <a:gd name="connsiteY107" fmla="*/ 6540791 h 6858000"/>
              <a:gd name="connsiteX108" fmla="*/ 6004510 w 6127519"/>
              <a:gd name="connsiteY108" fmla="*/ 6599256 h 6858000"/>
              <a:gd name="connsiteX109" fmla="*/ 5986207 w 6127519"/>
              <a:gd name="connsiteY109" fmla="*/ 6695855 h 6858000"/>
              <a:gd name="connsiteX110" fmla="*/ 5979428 w 6127519"/>
              <a:gd name="connsiteY110" fmla="*/ 6754678 h 6858000"/>
              <a:gd name="connsiteX111" fmla="*/ 5983398 w 6127519"/>
              <a:gd name="connsiteY111" fmla="*/ 6778641 h 6858000"/>
              <a:gd name="connsiteX112" fmla="*/ 5984543 w 6127519"/>
              <a:gd name="connsiteY112" fmla="*/ 6811016 h 6858000"/>
              <a:gd name="connsiteX113" fmla="*/ 5979671 w 6127519"/>
              <a:gd name="connsiteY113" fmla="*/ 6858000 h 6858000"/>
              <a:gd name="connsiteX114" fmla="*/ 0 w 6127519"/>
              <a:gd name="connsiteY114" fmla="*/ 6858000 h 6858000"/>
              <a:gd name="connsiteX115" fmla="*/ 0 w 6127519"/>
              <a:gd name="connsiteY115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89758 w 6127519"/>
              <a:gd name="connsiteY50" fmla="*/ 3506453 h 6858000"/>
              <a:gd name="connsiteX51" fmla="*/ 5596144 w 6127519"/>
              <a:gd name="connsiteY51" fmla="*/ 3534624 h 6858000"/>
              <a:gd name="connsiteX52" fmla="*/ 5597750 w 6127519"/>
              <a:gd name="connsiteY52" fmla="*/ 3534129 h 6858000"/>
              <a:gd name="connsiteX53" fmla="*/ 5599700 w 6127519"/>
              <a:gd name="connsiteY53" fmla="*/ 3547221 h 6858000"/>
              <a:gd name="connsiteX54" fmla="*/ 5615031 w 6127519"/>
              <a:gd name="connsiteY54" fmla="*/ 3557482 h 6858000"/>
              <a:gd name="connsiteX55" fmla="*/ 5618377 w 6127519"/>
              <a:gd name="connsiteY55" fmla="*/ 3588431 h 6858000"/>
              <a:gd name="connsiteX56" fmla="*/ 5612155 w 6127519"/>
              <a:gd name="connsiteY56" fmla="*/ 3589869 h 6858000"/>
              <a:gd name="connsiteX57" fmla="*/ 5620843 w 6127519"/>
              <a:gd name="connsiteY57" fmla="*/ 3606745 h 6858000"/>
              <a:gd name="connsiteX58" fmla="*/ 5655472 w 6127519"/>
              <a:gd name="connsiteY58" fmla="*/ 3678877 h 6858000"/>
              <a:gd name="connsiteX59" fmla="*/ 5683015 w 6127519"/>
              <a:gd name="connsiteY59" fmla="*/ 3762025 h 6858000"/>
              <a:gd name="connsiteX60" fmla="*/ 5696643 w 6127519"/>
              <a:gd name="connsiteY60" fmla="*/ 3773888 h 6858000"/>
              <a:gd name="connsiteX61" fmla="*/ 5707995 w 6127519"/>
              <a:gd name="connsiteY61" fmla="*/ 3781685 h 6858000"/>
              <a:gd name="connsiteX62" fmla="*/ 5768491 w 6127519"/>
              <a:gd name="connsiteY62" fmla="*/ 3914399 h 6858000"/>
              <a:gd name="connsiteX63" fmla="*/ 5793123 w 6127519"/>
              <a:gd name="connsiteY63" fmla="*/ 3969952 h 6858000"/>
              <a:gd name="connsiteX64" fmla="*/ 5808321 w 6127519"/>
              <a:gd name="connsiteY64" fmla="*/ 3988153 h 6858000"/>
              <a:gd name="connsiteX65" fmla="*/ 5825621 w 6127519"/>
              <a:gd name="connsiteY65" fmla="*/ 4015525 h 6858000"/>
              <a:gd name="connsiteX66" fmla="*/ 5860672 w 6127519"/>
              <a:gd name="connsiteY66" fmla="*/ 4061579 h 6858000"/>
              <a:gd name="connsiteX67" fmla="*/ 5872173 w 6127519"/>
              <a:gd name="connsiteY67" fmla="*/ 4088497 h 6858000"/>
              <a:gd name="connsiteX68" fmla="*/ 5894095 w 6127519"/>
              <a:gd name="connsiteY68" fmla="*/ 4128857 h 6858000"/>
              <a:gd name="connsiteX69" fmla="*/ 5903513 w 6127519"/>
              <a:gd name="connsiteY69" fmla="*/ 4187661 h 6858000"/>
              <a:gd name="connsiteX70" fmla="*/ 5917114 w 6127519"/>
              <a:gd name="connsiteY70" fmla="*/ 4213096 h 6858000"/>
              <a:gd name="connsiteX71" fmla="*/ 5924233 w 6127519"/>
              <a:gd name="connsiteY71" fmla="*/ 4242060 h 6858000"/>
              <a:gd name="connsiteX72" fmla="*/ 5928910 w 6127519"/>
              <a:gd name="connsiteY72" fmla="*/ 4300973 h 6858000"/>
              <a:gd name="connsiteX73" fmla="*/ 5939320 w 6127519"/>
              <a:gd name="connsiteY73" fmla="*/ 4340435 h 6858000"/>
              <a:gd name="connsiteX74" fmla="*/ 5946705 w 6127519"/>
              <a:gd name="connsiteY74" fmla="*/ 4428051 h 6858000"/>
              <a:gd name="connsiteX75" fmla="*/ 5949261 w 6127519"/>
              <a:gd name="connsiteY75" fmla="*/ 4449185 h 6858000"/>
              <a:gd name="connsiteX76" fmla="*/ 5968960 w 6127519"/>
              <a:gd name="connsiteY76" fmla="*/ 4482655 h 6858000"/>
              <a:gd name="connsiteX77" fmla="*/ 5980106 w 6127519"/>
              <a:gd name="connsiteY77" fmla="*/ 4585087 h 6858000"/>
              <a:gd name="connsiteX78" fmla="*/ 5998138 w 6127519"/>
              <a:gd name="connsiteY78" fmla="*/ 4697518 h 6858000"/>
              <a:gd name="connsiteX79" fmla="*/ 6007819 w 6127519"/>
              <a:gd name="connsiteY79" fmla="*/ 4858148 h 6858000"/>
              <a:gd name="connsiteX80" fmla="*/ 6007749 w 6127519"/>
              <a:gd name="connsiteY80" fmla="*/ 4964715 h 6858000"/>
              <a:gd name="connsiteX81" fmla="*/ 6005269 w 6127519"/>
              <a:gd name="connsiteY81" fmla="*/ 5150567 h 6858000"/>
              <a:gd name="connsiteX82" fmla="*/ 6001127 w 6127519"/>
              <a:gd name="connsiteY82" fmla="*/ 5164609 h 6858000"/>
              <a:gd name="connsiteX83" fmla="*/ 5998514 w 6127519"/>
              <a:gd name="connsiteY83" fmla="*/ 5189673 h 6858000"/>
              <a:gd name="connsiteX84" fmla="*/ 6018409 w 6127519"/>
              <a:gd name="connsiteY84" fmla="*/ 5227157 h 6858000"/>
              <a:gd name="connsiteX85" fmla="*/ 6036748 w 6127519"/>
              <a:gd name="connsiteY85" fmla="*/ 5322752 h 6858000"/>
              <a:gd name="connsiteX86" fmla="*/ 6036943 w 6127519"/>
              <a:gd name="connsiteY86" fmla="*/ 5329480 h 6858000"/>
              <a:gd name="connsiteX87" fmla="*/ 6037677 w 6127519"/>
              <a:gd name="connsiteY87" fmla="*/ 5354807 h 6858000"/>
              <a:gd name="connsiteX88" fmla="*/ 6039728 w 6127519"/>
              <a:gd name="connsiteY88" fmla="*/ 5359416 h 6858000"/>
              <a:gd name="connsiteX89" fmla="*/ 6053435 w 6127519"/>
              <a:gd name="connsiteY89" fmla="*/ 5387547 h 6858000"/>
              <a:gd name="connsiteX90" fmla="*/ 6065933 w 6127519"/>
              <a:gd name="connsiteY90" fmla="*/ 5443002 h 6858000"/>
              <a:gd name="connsiteX91" fmla="*/ 6068640 w 6127519"/>
              <a:gd name="connsiteY91" fmla="*/ 5474503 h 6858000"/>
              <a:gd name="connsiteX92" fmla="*/ 6080922 w 6127519"/>
              <a:gd name="connsiteY92" fmla="*/ 5561070 h 6858000"/>
              <a:gd name="connsiteX93" fmla="*/ 6096949 w 6127519"/>
              <a:gd name="connsiteY93" fmla="*/ 5648179 h 6858000"/>
              <a:gd name="connsiteX94" fmla="*/ 6125703 w 6127519"/>
              <a:gd name="connsiteY94" fmla="*/ 5692894 h 6858000"/>
              <a:gd name="connsiteX95" fmla="*/ 6121353 w 6127519"/>
              <a:gd name="connsiteY95" fmla="*/ 5721725 h 6858000"/>
              <a:gd name="connsiteX96" fmla="*/ 6121607 w 6127519"/>
              <a:gd name="connsiteY96" fmla="*/ 5721959 h 6858000"/>
              <a:gd name="connsiteX97" fmla="*/ 6127024 w 6127519"/>
              <a:gd name="connsiteY97" fmla="*/ 5786902 h 6858000"/>
              <a:gd name="connsiteX98" fmla="*/ 6127519 w 6127519"/>
              <a:gd name="connsiteY98" fmla="*/ 5865775 h 6858000"/>
              <a:gd name="connsiteX99" fmla="*/ 6119217 w 6127519"/>
              <a:gd name="connsiteY99" fmla="*/ 5888542 h 6858000"/>
              <a:gd name="connsiteX100" fmla="*/ 6102493 w 6127519"/>
              <a:gd name="connsiteY100" fmla="*/ 5928602 h 6858000"/>
              <a:gd name="connsiteX101" fmla="*/ 6056863 w 6127519"/>
              <a:gd name="connsiteY101" fmla="*/ 6000643 h 6858000"/>
              <a:gd name="connsiteX102" fmla="*/ 6045436 w 6127519"/>
              <a:gd name="connsiteY102" fmla="*/ 6124480 h 6858000"/>
              <a:gd name="connsiteX103" fmla="*/ 6030489 w 6127519"/>
              <a:gd name="connsiteY103" fmla="*/ 6317666 h 6858000"/>
              <a:gd name="connsiteX104" fmla="*/ 6007492 w 6127519"/>
              <a:gd name="connsiteY104" fmla="*/ 6440818 h 6858000"/>
              <a:gd name="connsiteX105" fmla="*/ 6009467 w 6127519"/>
              <a:gd name="connsiteY105" fmla="*/ 6487076 h 6858000"/>
              <a:gd name="connsiteX106" fmla="*/ 5995064 w 6127519"/>
              <a:gd name="connsiteY106" fmla="*/ 6540791 h 6858000"/>
              <a:gd name="connsiteX107" fmla="*/ 6004510 w 6127519"/>
              <a:gd name="connsiteY107" fmla="*/ 6599256 h 6858000"/>
              <a:gd name="connsiteX108" fmla="*/ 5986207 w 6127519"/>
              <a:gd name="connsiteY108" fmla="*/ 6695855 h 6858000"/>
              <a:gd name="connsiteX109" fmla="*/ 5979428 w 6127519"/>
              <a:gd name="connsiteY109" fmla="*/ 6754678 h 6858000"/>
              <a:gd name="connsiteX110" fmla="*/ 5983398 w 6127519"/>
              <a:gd name="connsiteY110" fmla="*/ 6778641 h 6858000"/>
              <a:gd name="connsiteX111" fmla="*/ 5984543 w 6127519"/>
              <a:gd name="connsiteY111" fmla="*/ 6811016 h 6858000"/>
              <a:gd name="connsiteX112" fmla="*/ 5979671 w 6127519"/>
              <a:gd name="connsiteY112" fmla="*/ 6858000 h 6858000"/>
              <a:gd name="connsiteX113" fmla="*/ 0 w 6127519"/>
              <a:gd name="connsiteY113" fmla="*/ 6858000 h 6858000"/>
              <a:gd name="connsiteX114" fmla="*/ 0 w 6127519"/>
              <a:gd name="connsiteY114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045 w 6127519"/>
              <a:gd name="connsiteY46" fmla="*/ 2984371 h 6858000"/>
              <a:gd name="connsiteX47" fmla="*/ 5482415 w 6127519"/>
              <a:gd name="connsiteY47" fmla="*/ 3004079 h 6858000"/>
              <a:gd name="connsiteX48" fmla="*/ 5503944 w 6127519"/>
              <a:gd name="connsiteY48" fmla="*/ 3123335 h 6858000"/>
              <a:gd name="connsiteX49" fmla="*/ 5516007 w 6127519"/>
              <a:gd name="connsiteY49" fmla="*/ 3258473 h 6858000"/>
              <a:gd name="connsiteX50" fmla="*/ 5589758 w 6127519"/>
              <a:gd name="connsiteY50" fmla="*/ 3453699 h 6858000"/>
              <a:gd name="connsiteX51" fmla="*/ 5596144 w 6127519"/>
              <a:gd name="connsiteY51" fmla="*/ 3534624 h 6858000"/>
              <a:gd name="connsiteX52" fmla="*/ 5597750 w 6127519"/>
              <a:gd name="connsiteY52" fmla="*/ 3534129 h 6858000"/>
              <a:gd name="connsiteX53" fmla="*/ 5599700 w 6127519"/>
              <a:gd name="connsiteY53" fmla="*/ 3547221 h 6858000"/>
              <a:gd name="connsiteX54" fmla="*/ 5615031 w 6127519"/>
              <a:gd name="connsiteY54" fmla="*/ 3557482 h 6858000"/>
              <a:gd name="connsiteX55" fmla="*/ 5618377 w 6127519"/>
              <a:gd name="connsiteY55" fmla="*/ 3588431 h 6858000"/>
              <a:gd name="connsiteX56" fmla="*/ 5612155 w 6127519"/>
              <a:gd name="connsiteY56" fmla="*/ 3589869 h 6858000"/>
              <a:gd name="connsiteX57" fmla="*/ 5620843 w 6127519"/>
              <a:gd name="connsiteY57" fmla="*/ 3606745 h 6858000"/>
              <a:gd name="connsiteX58" fmla="*/ 5655472 w 6127519"/>
              <a:gd name="connsiteY58" fmla="*/ 3678877 h 6858000"/>
              <a:gd name="connsiteX59" fmla="*/ 5683015 w 6127519"/>
              <a:gd name="connsiteY59" fmla="*/ 3762025 h 6858000"/>
              <a:gd name="connsiteX60" fmla="*/ 5696643 w 6127519"/>
              <a:gd name="connsiteY60" fmla="*/ 3773888 h 6858000"/>
              <a:gd name="connsiteX61" fmla="*/ 5707995 w 6127519"/>
              <a:gd name="connsiteY61" fmla="*/ 3781685 h 6858000"/>
              <a:gd name="connsiteX62" fmla="*/ 5768491 w 6127519"/>
              <a:gd name="connsiteY62" fmla="*/ 3914399 h 6858000"/>
              <a:gd name="connsiteX63" fmla="*/ 5793123 w 6127519"/>
              <a:gd name="connsiteY63" fmla="*/ 3969952 h 6858000"/>
              <a:gd name="connsiteX64" fmla="*/ 5808321 w 6127519"/>
              <a:gd name="connsiteY64" fmla="*/ 3988153 h 6858000"/>
              <a:gd name="connsiteX65" fmla="*/ 5825621 w 6127519"/>
              <a:gd name="connsiteY65" fmla="*/ 4015525 h 6858000"/>
              <a:gd name="connsiteX66" fmla="*/ 5860672 w 6127519"/>
              <a:gd name="connsiteY66" fmla="*/ 4061579 h 6858000"/>
              <a:gd name="connsiteX67" fmla="*/ 5872173 w 6127519"/>
              <a:gd name="connsiteY67" fmla="*/ 4088497 h 6858000"/>
              <a:gd name="connsiteX68" fmla="*/ 5894095 w 6127519"/>
              <a:gd name="connsiteY68" fmla="*/ 4128857 h 6858000"/>
              <a:gd name="connsiteX69" fmla="*/ 5903513 w 6127519"/>
              <a:gd name="connsiteY69" fmla="*/ 4187661 h 6858000"/>
              <a:gd name="connsiteX70" fmla="*/ 5917114 w 6127519"/>
              <a:gd name="connsiteY70" fmla="*/ 4213096 h 6858000"/>
              <a:gd name="connsiteX71" fmla="*/ 5924233 w 6127519"/>
              <a:gd name="connsiteY71" fmla="*/ 4242060 h 6858000"/>
              <a:gd name="connsiteX72" fmla="*/ 5928910 w 6127519"/>
              <a:gd name="connsiteY72" fmla="*/ 4300973 h 6858000"/>
              <a:gd name="connsiteX73" fmla="*/ 5939320 w 6127519"/>
              <a:gd name="connsiteY73" fmla="*/ 4340435 h 6858000"/>
              <a:gd name="connsiteX74" fmla="*/ 5946705 w 6127519"/>
              <a:gd name="connsiteY74" fmla="*/ 4428051 h 6858000"/>
              <a:gd name="connsiteX75" fmla="*/ 5949261 w 6127519"/>
              <a:gd name="connsiteY75" fmla="*/ 4449185 h 6858000"/>
              <a:gd name="connsiteX76" fmla="*/ 5968960 w 6127519"/>
              <a:gd name="connsiteY76" fmla="*/ 4482655 h 6858000"/>
              <a:gd name="connsiteX77" fmla="*/ 5980106 w 6127519"/>
              <a:gd name="connsiteY77" fmla="*/ 4585087 h 6858000"/>
              <a:gd name="connsiteX78" fmla="*/ 5998138 w 6127519"/>
              <a:gd name="connsiteY78" fmla="*/ 4697518 h 6858000"/>
              <a:gd name="connsiteX79" fmla="*/ 6007819 w 6127519"/>
              <a:gd name="connsiteY79" fmla="*/ 4858148 h 6858000"/>
              <a:gd name="connsiteX80" fmla="*/ 6007749 w 6127519"/>
              <a:gd name="connsiteY80" fmla="*/ 4964715 h 6858000"/>
              <a:gd name="connsiteX81" fmla="*/ 6005269 w 6127519"/>
              <a:gd name="connsiteY81" fmla="*/ 5150567 h 6858000"/>
              <a:gd name="connsiteX82" fmla="*/ 6001127 w 6127519"/>
              <a:gd name="connsiteY82" fmla="*/ 5164609 h 6858000"/>
              <a:gd name="connsiteX83" fmla="*/ 5998514 w 6127519"/>
              <a:gd name="connsiteY83" fmla="*/ 5189673 h 6858000"/>
              <a:gd name="connsiteX84" fmla="*/ 6018409 w 6127519"/>
              <a:gd name="connsiteY84" fmla="*/ 5227157 h 6858000"/>
              <a:gd name="connsiteX85" fmla="*/ 6036748 w 6127519"/>
              <a:gd name="connsiteY85" fmla="*/ 5322752 h 6858000"/>
              <a:gd name="connsiteX86" fmla="*/ 6036943 w 6127519"/>
              <a:gd name="connsiteY86" fmla="*/ 5329480 h 6858000"/>
              <a:gd name="connsiteX87" fmla="*/ 6037677 w 6127519"/>
              <a:gd name="connsiteY87" fmla="*/ 5354807 h 6858000"/>
              <a:gd name="connsiteX88" fmla="*/ 6039728 w 6127519"/>
              <a:gd name="connsiteY88" fmla="*/ 5359416 h 6858000"/>
              <a:gd name="connsiteX89" fmla="*/ 6053435 w 6127519"/>
              <a:gd name="connsiteY89" fmla="*/ 5387547 h 6858000"/>
              <a:gd name="connsiteX90" fmla="*/ 6065933 w 6127519"/>
              <a:gd name="connsiteY90" fmla="*/ 5443002 h 6858000"/>
              <a:gd name="connsiteX91" fmla="*/ 6068640 w 6127519"/>
              <a:gd name="connsiteY91" fmla="*/ 5474503 h 6858000"/>
              <a:gd name="connsiteX92" fmla="*/ 6080922 w 6127519"/>
              <a:gd name="connsiteY92" fmla="*/ 5561070 h 6858000"/>
              <a:gd name="connsiteX93" fmla="*/ 6096949 w 6127519"/>
              <a:gd name="connsiteY93" fmla="*/ 5648179 h 6858000"/>
              <a:gd name="connsiteX94" fmla="*/ 6125703 w 6127519"/>
              <a:gd name="connsiteY94" fmla="*/ 5692894 h 6858000"/>
              <a:gd name="connsiteX95" fmla="*/ 6121353 w 6127519"/>
              <a:gd name="connsiteY95" fmla="*/ 5721725 h 6858000"/>
              <a:gd name="connsiteX96" fmla="*/ 6121607 w 6127519"/>
              <a:gd name="connsiteY96" fmla="*/ 5721959 h 6858000"/>
              <a:gd name="connsiteX97" fmla="*/ 6127024 w 6127519"/>
              <a:gd name="connsiteY97" fmla="*/ 5786902 h 6858000"/>
              <a:gd name="connsiteX98" fmla="*/ 6127519 w 6127519"/>
              <a:gd name="connsiteY98" fmla="*/ 5865775 h 6858000"/>
              <a:gd name="connsiteX99" fmla="*/ 6119217 w 6127519"/>
              <a:gd name="connsiteY99" fmla="*/ 5888542 h 6858000"/>
              <a:gd name="connsiteX100" fmla="*/ 6102493 w 6127519"/>
              <a:gd name="connsiteY100" fmla="*/ 5928602 h 6858000"/>
              <a:gd name="connsiteX101" fmla="*/ 6056863 w 6127519"/>
              <a:gd name="connsiteY101" fmla="*/ 6000643 h 6858000"/>
              <a:gd name="connsiteX102" fmla="*/ 6045436 w 6127519"/>
              <a:gd name="connsiteY102" fmla="*/ 6124480 h 6858000"/>
              <a:gd name="connsiteX103" fmla="*/ 6030489 w 6127519"/>
              <a:gd name="connsiteY103" fmla="*/ 6317666 h 6858000"/>
              <a:gd name="connsiteX104" fmla="*/ 6007492 w 6127519"/>
              <a:gd name="connsiteY104" fmla="*/ 6440818 h 6858000"/>
              <a:gd name="connsiteX105" fmla="*/ 6009467 w 6127519"/>
              <a:gd name="connsiteY105" fmla="*/ 6487076 h 6858000"/>
              <a:gd name="connsiteX106" fmla="*/ 5995064 w 6127519"/>
              <a:gd name="connsiteY106" fmla="*/ 6540791 h 6858000"/>
              <a:gd name="connsiteX107" fmla="*/ 6004510 w 6127519"/>
              <a:gd name="connsiteY107" fmla="*/ 6599256 h 6858000"/>
              <a:gd name="connsiteX108" fmla="*/ 5986207 w 6127519"/>
              <a:gd name="connsiteY108" fmla="*/ 6695855 h 6858000"/>
              <a:gd name="connsiteX109" fmla="*/ 5979428 w 6127519"/>
              <a:gd name="connsiteY109" fmla="*/ 6754678 h 6858000"/>
              <a:gd name="connsiteX110" fmla="*/ 5983398 w 6127519"/>
              <a:gd name="connsiteY110" fmla="*/ 6778641 h 6858000"/>
              <a:gd name="connsiteX111" fmla="*/ 5984543 w 6127519"/>
              <a:gd name="connsiteY111" fmla="*/ 6811016 h 6858000"/>
              <a:gd name="connsiteX112" fmla="*/ 5979671 w 6127519"/>
              <a:gd name="connsiteY112" fmla="*/ 6858000 h 6858000"/>
              <a:gd name="connsiteX113" fmla="*/ 0 w 6127519"/>
              <a:gd name="connsiteY113" fmla="*/ 6858000 h 6858000"/>
              <a:gd name="connsiteX114" fmla="*/ 0 w 6127519"/>
              <a:gd name="connsiteY114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16439 w 6127519"/>
              <a:gd name="connsiteY42" fmla="*/ 2805666 h 6858000"/>
              <a:gd name="connsiteX43" fmla="*/ 5457023 w 6127519"/>
              <a:gd name="connsiteY43" fmla="*/ 2858292 h 6858000"/>
              <a:gd name="connsiteX44" fmla="*/ 5479298 w 6127519"/>
              <a:gd name="connsiteY44" fmla="*/ 2947791 h 6858000"/>
              <a:gd name="connsiteX45" fmla="*/ 5481770 w 6127519"/>
              <a:gd name="connsiteY45" fmla="*/ 2951352 h 6858000"/>
              <a:gd name="connsiteX46" fmla="*/ 5482415 w 6127519"/>
              <a:gd name="connsiteY46" fmla="*/ 3004079 h 6858000"/>
              <a:gd name="connsiteX47" fmla="*/ 5503944 w 6127519"/>
              <a:gd name="connsiteY47" fmla="*/ 3123335 h 6858000"/>
              <a:gd name="connsiteX48" fmla="*/ 5516007 w 6127519"/>
              <a:gd name="connsiteY48" fmla="*/ 3258473 h 6858000"/>
              <a:gd name="connsiteX49" fmla="*/ 5589758 w 6127519"/>
              <a:gd name="connsiteY49" fmla="*/ 3453699 h 6858000"/>
              <a:gd name="connsiteX50" fmla="*/ 5596144 w 6127519"/>
              <a:gd name="connsiteY50" fmla="*/ 3534624 h 6858000"/>
              <a:gd name="connsiteX51" fmla="*/ 5597750 w 6127519"/>
              <a:gd name="connsiteY51" fmla="*/ 3534129 h 6858000"/>
              <a:gd name="connsiteX52" fmla="*/ 5599700 w 6127519"/>
              <a:gd name="connsiteY52" fmla="*/ 3547221 h 6858000"/>
              <a:gd name="connsiteX53" fmla="*/ 5615031 w 6127519"/>
              <a:gd name="connsiteY53" fmla="*/ 3557482 h 6858000"/>
              <a:gd name="connsiteX54" fmla="*/ 5618377 w 6127519"/>
              <a:gd name="connsiteY54" fmla="*/ 3588431 h 6858000"/>
              <a:gd name="connsiteX55" fmla="*/ 5612155 w 6127519"/>
              <a:gd name="connsiteY55" fmla="*/ 3589869 h 6858000"/>
              <a:gd name="connsiteX56" fmla="*/ 5620843 w 6127519"/>
              <a:gd name="connsiteY56" fmla="*/ 3606745 h 6858000"/>
              <a:gd name="connsiteX57" fmla="*/ 5655472 w 6127519"/>
              <a:gd name="connsiteY57" fmla="*/ 3678877 h 6858000"/>
              <a:gd name="connsiteX58" fmla="*/ 5683015 w 6127519"/>
              <a:gd name="connsiteY58" fmla="*/ 3762025 h 6858000"/>
              <a:gd name="connsiteX59" fmla="*/ 5696643 w 6127519"/>
              <a:gd name="connsiteY59" fmla="*/ 3773888 h 6858000"/>
              <a:gd name="connsiteX60" fmla="*/ 5707995 w 6127519"/>
              <a:gd name="connsiteY60" fmla="*/ 3781685 h 6858000"/>
              <a:gd name="connsiteX61" fmla="*/ 5768491 w 6127519"/>
              <a:gd name="connsiteY61" fmla="*/ 3914399 h 6858000"/>
              <a:gd name="connsiteX62" fmla="*/ 5793123 w 6127519"/>
              <a:gd name="connsiteY62" fmla="*/ 3969952 h 6858000"/>
              <a:gd name="connsiteX63" fmla="*/ 5808321 w 6127519"/>
              <a:gd name="connsiteY63" fmla="*/ 3988153 h 6858000"/>
              <a:gd name="connsiteX64" fmla="*/ 5825621 w 6127519"/>
              <a:gd name="connsiteY64" fmla="*/ 4015525 h 6858000"/>
              <a:gd name="connsiteX65" fmla="*/ 5860672 w 6127519"/>
              <a:gd name="connsiteY65" fmla="*/ 4061579 h 6858000"/>
              <a:gd name="connsiteX66" fmla="*/ 5872173 w 6127519"/>
              <a:gd name="connsiteY66" fmla="*/ 4088497 h 6858000"/>
              <a:gd name="connsiteX67" fmla="*/ 5894095 w 6127519"/>
              <a:gd name="connsiteY67" fmla="*/ 4128857 h 6858000"/>
              <a:gd name="connsiteX68" fmla="*/ 5903513 w 6127519"/>
              <a:gd name="connsiteY68" fmla="*/ 4187661 h 6858000"/>
              <a:gd name="connsiteX69" fmla="*/ 5917114 w 6127519"/>
              <a:gd name="connsiteY69" fmla="*/ 4213096 h 6858000"/>
              <a:gd name="connsiteX70" fmla="*/ 5924233 w 6127519"/>
              <a:gd name="connsiteY70" fmla="*/ 4242060 h 6858000"/>
              <a:gd name="connsiteX71" fmla="*/ 5928910 w 6127519"/>
              <a:gd name="connsiteY71" fmla="*/ 4300973 h 6858000"/>
              <a:gd name="connsiteX72" fmla="*/ 5939320 w 6127519"/>
              <a:gd name="connsiteY72" fmla="*/ 4340435 h 6858000"/>
              <a:gd name="connsiteX73" fmla="*/ 5946705 w 6127519"/>
              <a:gd name="connsiteY73" fmla="*/ 4428051 h 6858000"/>
              <a:gd name="connsiteX74" fmla="*/ 5949261 w 6127519"/>
              <a:gd name="connsiteY74" fmla="*/ 4449185 h 6858000"/>
              <a:gd name="connsiteX75" fmla="*/ 5968960 w 6127519"/>
              <a:gd name="connsiteY75" fmla="*/ 4482655 h 6858000"/>
              <a:gd name="connsiteX76" fmla="*/ 5980106 w 6127519"/>
              <a:gd name="connsiteY76" fmla="*/ 4585087 h 6858000"/>
              <a:gd name="connsiteX77" fmla="*/ 5998138 w 6127519"/>
              <a:gd name="connsiteY77" fmla="*/ 4697518 h 6858000"/>
              <a:gd name="connsiteX78" fmla="*/ 6007819 w 6127519"/>
              <a:gd name="connsiteY78" fmla="*/ 4858148 h 6858000"/>
              <a:gd name="connsiteX79" fmla="*/ 6007749 w 6127519"/>
              <a:gd name="connsiteY79" fmla="*/ 4964715 h 6858000"/>
              <a:gd name="connsiteX80" fmla="*/ 6005269 w 6127519"/>
              <a:gd name="connsiteY80" fmla="*/ 5150567 h 6858000"/>
              <a:gd name="connsiteX81" fmla="*/ 6001127 w 6127519"/>
              <a:gd name="connsiteY81" fmla="*/ 5164609 h 6858000"/>
              <a:gd name="connsiteX82" fmla="*/ 5998514 w 6127519"/>
              <a:gd name="connsiteY82" fmla="*/ 5189673 h 6858000"/>
              <a:gd name="connsiteX83" fmla="*/ 6018409 w 6127519"/>
              <a:gd name="connsiteY83" fmla="*/ 5227157 h 6858000"/>
              <a:gd name="connsiteX84" fmla="*/ 6036748 w 6127519"/>
              <a:gd name="connsiteY84" fmla="*/ 5322752 h 6858000"/>
              <a:gd name="connsiteX85" fmla="*/ 6036943 w 6127519"/>
              <a:gd name="connsiteY85" fmla="*/ 5329480 h 6858000"/>
              <a:gd name="connsiteX86" fmla="*/ 6037677 w 6127519"/>
              <a:gd name="connsiteY86" fmla="*/ 5354807 h 6858000"/>
              <a:gd name="connsiteX87" fmla="*/ 6039728 w 6127519"/>
              <a:gd name="connsiteY87" fmla="*/ 5359416 h 6858000"/>
              <a:gd name="connsiteX88" fmla="*/ 6053435 w 6127519"/>
              <a:gd name="connsiteY88" fmla="*/ 5387547 h 6858000"/>
              <a:gd name="connsiteX89" fmla="*/ 6065933 w 6127519"/>
              <a:gd name="connsiteY89" fmla="*/ 5443002 h 6858000"/>
              <a:gd name="connsiteX90" fmla="*/ 6068640 w 6127519"/>
              <a:gd name="connsiteY90" fmla="*/ 5474503 h 6858000"/>
              <a:gd name="connsiteX91" fmla="*/ 6080922 w 6127519"/>
              <a:gd name="connsiteY91" fmla="*/ 5561070 h 6858000"/>
              <a:gd name="connsiteX92" fmla="*/ 6096949 w 6127519"/>
              <a:gd name="connsiteY92" fmla="*/ 5648179 h 6858000"/>
              <a:gd name="connsiteX93" fmla="*/ 6125703 w 6127519"/>
              <a:gd name="connsiteY93" fmla="*/ 5692894 h 6858000"/>
              <a:gd name="connsiteX94" fmla="*/ 6121353 w 6127519"/>
              <a:gd name="connsiteY94" fmla="*/ 5721725 h 6858000"/>
              <a:gd name="connsiteX95" fmla="*/ 6121607 w 6127519"/>
              <a:gd name="connsiteY95" fmla="*/ 5721959 h 6858000"/>
              <a:gd name="connsiteX96" fmla="*/ 6127024 w 6127519"/>
              <a:gd name="connsiteY96" fmla="*/ 5786902 h 6858000"/>
              <a:gd name="connsiteX97" fmla="*/ 6127519 w 6127519"/>
              <a:gd name="connsiteY97" fmla="*/ 5865775 h 6858000"/>
              <a:gd name="connsiteX98" fmla="*/ 6119217 w 6127519"/>
              <a:gd name="connsiteY98" fmla="*/ 5888542 h 6858000"/>
              <a:gd name="connsiteX99" fmla="*/ 6102493 w 6127519"/>
              <a:gd name="connsiteY99" fmla="*/ 5928602 h 6858000"/>
              <a:gd name="connsiteX100" fmla="*/ 6056863 w 6127519"/>
              <a:gd name="connsiteY100" fmla="*/ 6000643 h 6858000"/>
              <a:gd name="connsiteX101" fmla="*/ 6045436 w 6127519"/>
              <a:gd name="connsiteY101" fmla="*/ 6124480 h 6858000"/>
              <a:gd name="connsiteX102" fmla="*/ 6030489 w 6127519"/>
              <a:gd name="connsiteY102" fmla="*/ 6317666 h 6858000"/>
              <a:gd name="connsiteX103" fmla="*/ 6007492 w 6127519"/>
              <a:gd name="connsiteY103" fmla="*/ 6440818 h 6858000"/>
              <a:gd name="connsiteX104" fmla="*/ 6009467 w 6127519"/>
              <a:gd name="connsiteY104" fmla="*/ 6487076 h 6858000"/>
              <a:gd name="connsiteX105" fmla="*/ 5995064 w 6127519"/>
              <a:gd name="connsiteY105" fmla="*/ 6540791 h 6858000"/>
              <a:gd name="connsiteX106" fmla="*/ 6004510 w 6127519"/>
              <a:gd name="connsiteY106" fmla="*/ 6599256 h 6858000"/>
              <a:gd name="connsiteX107" fmla="*/ 5986207 w 6127519"/>
              <a:gd name="connsiteY107" fmla="*/ 6695855 h 6858000"/>
              <a:gd name="connsiteX108" fmla="*/ 5979428 w 6127519"/>
              <a:gd name="connsiteY108" fmla="*/ 6754678 h 6858000"/>
              <a:gd name="connsiteX109" fmla="*/ 5983398 w 6127519"/>
              <a:gd name="connsiteY109" fmla="*/ 6778641 h 6858000"/>
              <a:gd name="connsiteX110" fmla="*/ 5984543 w 6127519"/>
              <a:gd name="connsiteY110" fmla="*/ 6811016 h 6858000"/>
              <a:gd name="connsiteX111" fmla="*/ 5979671 w 6127519"/>
              <a:gd name="connsiteY111" fmla="*/ 6858000 h 6858000"/>
              <a:gd name="connsiteX112" fmla="*/ 0 w 6127519"/>
              <a:gd name="connsiteY112" fmla="*/ 6858000 h 6858000"/>
              <a:gd name="connsiteX113" fmla="*/ 0 w 6127519"/>
              <a:gd name="connsiteY113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11130 w 6127519"/>
              <a:gd name="connsiteY41" fmla="*/ 2788640 h 6858000"/>
              <a:gd name="connsiteX42" fmla="*/ 5457023 w 6127519"/>
              <a:gd name="connsiteY42" fmla="*/ 2858292 h 6858000"/>
              <a:gd name="connsiteX43" fmla="*/ 5479298 w 6127519"/>
              <a:gd name="connsiteY43" fmla="*/ 2947791 h 6858000"/>
              <a:gd name="connsiteX44" fmla="*/ 5481770 w 6127519"/>
              <a:gd name="connsiteY44" fmla="*/ 2951352 h 6858000"/>
              <a:gd name="connsiteX45" fmla="*/ 5482415 w 6127519"/>
              <a:gd name="connsiteY45" fmla="*/ 3004079 h 6858000"/>
              <a:gd name="connsiteX46" fmla="*/ 5503944 w 6127519"/>
              <a:gd name="connsiteY46" fmla="*/ 3123335 h 6858000"/>
              <a:gd name="connsiteX47" fmla="*/ 5516007 w 6127519"/>
              <a:gd name="connsiteY47" fmla="*/ 3258473 h 6858000"/>
              <a:gd name="connsiteX48" fmla="*/ 5589758 w 6127519"/>
              <a:gd name="connsiteY48" fmla="*/ 3453699 h 6858000"/>
              <a:gd name="connsiteX49" fmla="*/ 5596144 w 6127519"/>
              <a:gd name="connsiteY49" fmla="*/ 3534624 h 6858000"/>
              <a:gd name="connsiteX50" fmla="*/ 5597750 w 6127519"/>
              <a:gd name="connsiteY50" fmla="*/ 3534129 h 6858000"/>
              <a:gd name="connsiteX51" fmla="*/ 5599700 w 6127519"/>
              <a:gd name="connsiteY51" fmla="*/ 3547221 h 6858000"/>
              <a:gd name="connsiteX52" fmla="*/ 5615031 w 6127519"/>
              <a:gd name="connsiteY52" fmla="*/ 3557482 h 6858000"/>
              <a:gd name="connsiteX53" fmla="*/ 5618377 w 6127519"/>
              <a:gd name="connsiteY53" fmla="*/ 3588431 h 6858000"/>
              <a:gd name="connsiteX54" fmla="*/ 5612155 w 6127519"/>
              <a:gd name="connsiteY54" fmla="*/ 3589869 h 6858000"/>
              <a:gd name="connsiteX55" fmla="*/ 5620843 w 6127519"/>
              <a:gd name="connsiteY55" fmla="*/ 3606745 h 6858000"/>
              <a:gd name="connsiteX56" fmla="*/ 5655472 w 6127519"/>
              <a:gd name="connsiteY56" fmla="*/ 3678877 h 6858000"/>
              <a:gd name="connsiteX57" fmla="*/ 5683015 w 6127519"/>
              <a:gd name="connsiteY57" fmla="*/ 3762025 h 6858000"/>
              <a:gd name="connsiteX58" fmla="*/ 5696643 w 6127519"/>
              <a:gd name="connsiteY58" fmla="*/ 3773888 h 6858000"/>
              <a:gd name="connsiteX59" fmla="*/ 5707995 w 6127519"/>
              <a:gd name="connsiteY59" fmla="*/ 3781685 h 6858000"/>
              <a:gd name="connsiteX60" fmla="*/ 5768491 w 6127519"/>
              <a:gd name="connsiteY60" fmla="*/ 3914399 h 6858000"/>
              <a:gd name="connsiteX61" fmla="*/ 5793123 w 6127519"/>
              <a:gd name="connsiteY61" fmla="*/ 3969952 h 6858000"/>
              <a:gd name="connsiteX62" fmla="*/ 5808321 w 6127519"/>
              <a:gd name="connsiteY62" fmla="*/ 3988153 h 6858000"/>
              <a:gd name="connsiteX63" fmla="*/ 5825621 w 6127519"/>
              <a:gd name="connsiteY63" fmla="*/ 4015525 h 6858000"/>
              <a:gd name="connsiteX64" fmla="*/ 5860672 w 6127519"/>
              <a:gd name="connsiteY64" fmla="*/ 4061579 h 6858000"/>
              <a:gd name="connsiteX65" fmla="*/ 5872173 w 6127519"/>
              <a:gd name="connsiteY65" fmla="*/ 4088497 h 6858000"/>
              <a:gd name="connsiteX66" fmla="*/ 5894095 w 6127519"/>
              <a:gd name="connsiteY66" fmla="*/ 4128857 h 6858000"/>
              <a:gd name="connsiteX67" fmla="*/ 5903513 w 6127519"/>
              <a:gd name="connsiteY67" fmla="*/ 4187661 h 6858000"/>
              <a:gd name="connsiteX68" fmla="*/ 5917114 w 6127519"/>
              <a:gd name="connsiteY68" fmla="*/ 4213096 h 6858000"/>
              <a:gd name="connsiteX69" fmla="*/ 5924233 w 6127519"/>
              <a:gd name="connsiteY69" fmla="*/ 4242060 h 6858000"/>
              <a:gd name="connsiteX70" fmla="*/ 5928910 w 6127519"/>
              <a:gd name="connsiteY70" fmla="*/ 4300973 h 6858000"/>
              <a:gd name="connsiteX71" fmla="*/ 5939320 w 6127519"/>
              <a:gd name="connsiteY71" fmla="*/ 4340435 h 6858000"/>
              <a:gd name="connsiteX72" fmla="*/ 5946705 w 6127519"/>
              <a:gd name="connsiteY72" fmla="*/ 4428051 h 6858000"/>
              <a:gd name="connsiteX73" fmla="*/ 5949261 w 6127519"/>
              <a:gd name="connsiteY73" fmla="*/ 4449185 h 6858000"/>
              <a:gd name="connsiteX74" fmla="*/ 5968960 w 6127519"/>
              <a:gd name="connsiteY74" fmla="*/ 4482655 h 6858000"/>
              <a:gd name="connsiteX75" fmla="*/ 5980106 w 6127519"/>
              <a:gd name="connsiteY75" fmla="*/ 4585087 h 6858000"/>
              <a:gd name="connsiteX76" fmla="*/ 5998138 w 6127519"/>
              <a:gd name="connsiteY76" fmla="*/ 4697518 h 6858000"/>
              <a:gd name="connsiteX77" fmla="*/ 6007819 w 6127519"/>
              <a:gd name="connsiteY77" fmla="*/ 4858148 h 6858000"/>
              <a:gd name="connsiteX78" fmla="*/ 6007749 w 6127519"/>
              <a:gd name="connsiteY78" fmla="*/ 4964715 h 6858000"/>
              <a:gd name="connsiteX79" fmla="*/ 6005269 w 6127519"/>
              <a:gd name="connsiteY79" fmla="*/ 5150567 h 6858000"/>
              <a:gd name="connsiteX80" fmla="*/ 6001127 w 6127519"/>
              <a:gd name="connsiteY80" fmla="*/ 5164609 h 6858000"/>
              <a:gd name="connsiteX81" fmla="*/ 5998514 w 6127519"/>
              <a:gd name="connsiteY81" fmla="*/ 5189673 h 6858000"/>
              <a:gd name="connsiteX82" fmla="*/ 6018409 w 6127519"/>
              <a:gd name="connsiteY82" fmla="*/ 5227157 h 6858000"/>
              <a:gd name="connsiteX83" fmla="*/ 6036748 w 6127519"/>
              <a:gd name="connsiteY83" fmla="*/ 5322752 h 6858000"/>
              <a:gd name="connsiteX84" fmla="*/ 6036943 w 6127519"/>
              <a:gd name="connsiteY84" fmla="*/ 5329480 h 6858000"/>
              <a:gd name="connsiteX85" fmla="*/ 6037677 w 6127519"/>
              <a:gd name="connsiteY85" fmla="*/ 5354807 h 6858000"/>
              <a:gd name="connsiteX86" fmla="*/ 6039728 w 6127519"/>
              <a:gd name="connsiteY86" fmla="*/ 5359416 h 6858000"/>
              <a:gd name="connsiteX87" fmla="*/ 6053435 w 6127519"/>
              <a:gd name="connsiteY87" fmla="*/ 5387547 h 6858000"/>
              <a:gd name="connsiteX88" fmla="*/ 6065933 w 6127519"/>
              <a:gd name="connsiteY88" fmla="*/ 5443002 h 6858000"/>
              <a:gd name="connsiteX89" fmla="*/ 6068640 w 6127519"/>
              <a:gd name="connsiteY89" fmla="*/ 5474503 h 6858000"/>
              <a:gd name="connsiteX90" fmla="*/ 6080922 w 6127519"/>
              <a:gd name="connsiteY90" fmla="*/ 5561070 h 6858000"/>
              <a:gd name="connsiteX91" fmla="*/ 6096949 w 6127519"/>
              <a:gd name="connsiteY91" fmla="*/ 5648179 h 6858000"/>
              <a:gd name="connsiteX92" fmla="*/ 6125703 w 6127519"/>
              <a:gd name="connsiteY92" fmla="*/ 5692894 h 6858000"/>
              <a:gd name="connsiteX93" fmla="*/ 6121353 w 6127519"/>
              <a:gd name="connsiteY93" fmla="*/ 5721725 h 6858000"/>
              <a:gd name="connsiteX94" fmla="*/ 6121607 w 6127519"/>
              <a:gd name="connsiteY94" fmla="*/ 5721959 h 6858000"/>
              <a:gd name="connsiteX95" fmla="*/ 6127024 w 6127519"/>
              <a:gd name="connsiteY95" fmla="*/ 5786902 h 6858000"/>
              <a:gd name="connsiteX96" fmla="*/ 6127519 w 6127519"/>
              <a:gd name="connsiteY96" fmla="*/ 5865775 h 6858000"/>
              <a:gd name="connsiteX97" fmla="*/ 6119217 w 6127519"/>
              <a:gd name="connsiteY97" fmla="*/ 5888542 h 6858000"/>
              <a:gd name="connsiteX98" fmla="*/ 6102493 w 6127519"/>
              <a:gd name="connsiteY98" fmla="*/ 5928602 h 6858000"/>
              <a:gd name="connsiteX99" fmla="*/ 6056863 w 6127519"/>
              <a:gd name="connsiteY99" fmla="*/ 6000643 h 6858000"/>
              <a:gd name="connsiteX100" fmla="*/ 6045436 w 6127519"/>
              <a:gd name="connsiteY100" fmla="*/ 6124480 h 6858000"/>
              <a:gd name="connsiteX101" fmla="*/ 6030489 w 6127519"/>
              <a:gd name="connsiteY101" fmla="*/ 6317666 h 6858000"/>
              <a:gd name="connsiteX102" fmla="*/ 6007492 w 6127519"/>
              <a:gd name="connsiteY102" fmla="*/ 6440818 h 6858000"/>
              <a:gd name="connsiteX103" fmla="*/ 6009467 w 6127519"/>
              <a:gd name="connsiteY103" fmla="*/ 6487076 h 6858000"/>
              <a:gd name="connsiteX104" fmla="*/ 5995064 w 6127519"/>
              <a:gd name="connsiteY104" fmla="*/ 6540791 h 6858000"/>
              <a:gd name="connsiteX105" fmla="*/ 6004510 w 6127519"/>
              <a:gd name="connsiteY105" fmla="*/ 6599256 h 6858000"/>
              <a:gd name="connsiteX106" fmla="*/ 5986207 w 6127519"/>
              <a:gd name="connsiteY106" fmla="*/ 6695855 h 6858000"/>
              <a:gd name="connsiteX107" fmla="*/ 5979428 w 6127519"/>
              <a:gd name="connsiteY107" fmla="*/ 6754678 h 6858000"/>
              <a:gd name="connsiteX108" fmla="*/ 5983398 w 6127519"/>
              <a:gd name="connsiteY108" fmla="*/ 6778641 h 6858000"/>
              <a:gd name="connsiteX109" fmla="*/ 5984543 w 6127519"/>
              <a:gd name="connsiteY109" fmla="*/ 6811016 h 6858000"/>
              <a:gd name="connsiteX110" fmla="*/ 5979671 w 6127519"/>
              <a:gd name="connsiteY110" fmla="*/ 6858000 h 6858000"/>
              <a:gd name="connsiteX111" fmla="*/ 0 w 6127519"/>
              <a:gd name="connsiteY111" fmla="*/ 6858000 h 6858000"/>
              <a:gd name="connsiteX112" fmla="*/ 0 w 6127519"/>
              <a:gd name="connsiteY112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57023 w 6127519"/>
              <a:gd name="connsiteY41" fmla="*/ 2858292 h 6858000"/>
              <a:gd name="connsiteX42" fmla="*/ 5479298 w 6127519"/>
              <a:gd name="connsiteY42" fmla="*/ 2947791 h 6858000"/>
              <a:gd name="connsiteX43" fmla="*/ 5481770 w 6127519"/>
              <a:gd name="connsiteY43" fmla="*/ 2951352 h 6858000"/>
              <a:gd name="connsiteX44" fmla="*/ 5482415 w 6127519"/>
              <a:gd name="connsiteY44" fmla="*/ 3004079 h 6858000"/>
              <a:gd name="connsiteX45" fmla="*/ 5503944 w 6127519"/>
              <a:gd name="connsiteY45" fmla="*/ 3123335 h 6858000"/>
              <a:gd name="connsiteX46" fmla="*/ 5516007 w 6127519"/>
              <a:gd name="connsiteY46" fmla="*/ 3258473 h 6858000"/>
              <a:gd name="connsiteX47" fmla="*/ 5589758 w 6127519"/>
              <a:gd name="connsiteY47" fmla="*/ 3453699 h 6858000"/>
              <a:gd name="connsiteX48" fmla="*/ 5596144 w 6127519"/>
              <a:gd name="connsiteY48" fmla="*/ 3534624 h 6858000"/>
              <a:gd name="connsiteX49" fmla="*/ 5597750 w 6127519"/>
              <a:gd name="connsiteY49" fmla="*/ 3534129 h 6858000"/>
              <a:gd name="connsiteX50" fmla="*/ 5599700 w 6127519"/>
              <a:gd name="connsiteY50" fmla="*/ 3547221 h 6858000"/>
              <a:gd name="connsiteX51" fmla="*/ 5615031 w 6127519"/>
              <a:gd name="connsiteY51" fmla="*/ 3557482 h 6858000"/>
              <a:gd name="connsiteX52" fmla="*/ 5618377 w 6127519"/>
              <a:gd name="connsiteY52" fmla="*/ 3588431 h 6858000"/>
              <a:gd name="connsiteX53" fmla="*/ 5612155 w 6127519"/>
              <a:gd name="connsiteY53" fmla="*/ 3589869 h 6858000"/>
              <a:gd name="connsiteX54" fmla="*/ 5620843 w 6127519"/>
              <a:gd name="connsiteY54" fmla="*/ 3606745 h 6858000"/>
              <a:gd name="connsiteX55" fmla="*/ 5655472 w 6127519"/>
              <a:gd name="connsiteY55" fmla="*/ 3678877 h 6858000"/>
              <a:gd name="connsiteX56" fmla="*/ 5683015 w 6127519"/>
              <a:gd name="connsiteY56" fmla="*/ 3762025 h 6858000"/>
              <a:gd name="connsiteX57" fmla="*/ 5696643 w 6127519"/>
              <a:gd name="connsiteY57" fmla="*/ 3773888 h 6858000"/>
              <a:gd name="connsiteX58" fmla="*/ 5707995 w 6127519"/>
              <a:gd name="connsiteY58" fmla="*/ 3781685 h 6858000"/>
              <a:gd name="connsiteX59" fmla="*/ 5768491 w 6127519"/>
              <a:gd name="connsiteY59" fmla="*/ 3914399 h 6858000"/>
              <a:gd name="connsiteX60" fmla="*/ 5793123 w 6127519"/>
              <a:gd name="connsiteY60" fmla="*/ 3969952 h 6858000"/>
              <a:gd name="connsiteX61" fmla="*/ 5808321 w 6127519"/>
              <a:gd name="connsiteY61" fmla="*/ 3988153 h 6858000"/>
              <a:gd name="connsiteX62" fmla="*/ 5825621 w 6127519"/>
              <a:gd name="connsiteY62" fmla="*/ 4015525 h 6858000"/>
              <a:gd name="connsiteX63" fmla="*/ 5860672 w 6127519"/>
              <a:gd name="connsiteY63" fmla="*/ 4061579 h 6858000"/>
              <a:gd name="connsiteX64" fmla="*/ 5872173 w 6127519"/>
              <a:gd name="connsiteY64" fmla="*/ 4088497 h 6858000"/>
              <a:gd name="connsiteX65" fmla="*/ 5894095 w 6127519"/>
              <a:gd name="connsiteY65" fmla="*/ 4128857 h 6858000"/>
              <a:gd name="connsiteX66" fmla="*/ 5903513 w 6127519"/>
              <a:gd name="connsiteY66" fmla="*/ 4187661 h 6858000"/>
              <a:gd name="connsiteX67" fmla="*/ 5917114 w 6127519"/>
              <a:gd name="connsiteY67" fmla="*/ 4213096 h 6858000"/>
              <a:gd name="connsiteX68" fmla="*/ 5924233 w 6127519"/>
              <a:gd name="connsiteY68" fmla="*/ 4242060 h 6858000"/>
              <a:gd name="connsiteX69" fmla="*/ 5928910 w 6127519"/>
              <a:gd name="connsiteY69" fmla="*/ 4300973 h 6858000"/>
              <a:gd name="connsiteX70" fmla="*/ 5939320 w 6127519"/>
              <a:gd name="connsiteY70" fmla="*/ 4340435 h 6858000"/>
              <a:gd name="connsiteX71" fmla="*/ 5946705 w 6127519"/>
              <a:gd name="connsiteY71" fmla="*/ 4428051 h 6858000"/>
              <a:gd name="connsiteX72" fmla="*/ 5949261 w 6127519"/>
              <a:gd name="connsiteY72" fmla="*/ 4449185 h 6858000"/>
              <a:gd name="connsiteX73" fmla="*/ 5968960 w 6127519"/>
              <a:gd name="connsiteY73" fmla="*/ 4482655 h 6858000"/>
              <a:gd name="connsiteX74" fmla="*/ 5980106 w 6127519"/>
              <a:gd name="connsiteY74" fmla="*/ 4585087 h 6858000"/>
              <a:gd name="connsiteX75" fmla="*/ 5998138 w 6127519"/>
              <a:gd name="connsiteY75" fmla="*/ 4697518 h 6858000"/>
              <a:gd name="connsiteX76" fmla="*/ 6007819 w 6127519"/>
              <a:gd name="connsiteY76" fmla="*/ 4858148 h 6858000"/>
              <a:gd name="connsiteX77" fmla="*/ 6007749 w 6127519"/>
              <a:gd name="connsiteY77" fmla="*/ 4964715 h 6858000"/>
              <a:gd name="connsiteX78" fmla="*/ 6005269 w 6127519"/>
              <a:gd name="connsiteY78" fmla="*/ 5150567 h 6858000"/>
              <a:gd name="connsiteX79" fmla="*/ 6001127 w 6127519"/>
              <a:gd name="connsiteY79" fmla="*/ 5164609 h 6858000"/>
              <a:gd name="connsiteX80" fmla="*/ 5998514 w 6127519"/>
              <a:gd name="connsiteY80" fmla="*/ 5189673 h 6858000"/>
              <a:gd name="connsiteX81" fmla="*/ 6018409 w 6127519"/>
              <a:gd name="connsiteY81" fmla="*/ 5227157 h 6858000"/>
              <a:gd name="connsiteX82" fmla="*/ 6036748 w 6127519"/>
              <a:gd name="connsiteY82" fmla="*/ 5322752 h 6858000"/>
              <a:gd name="connsiteX83" fmla="*/ 6036943 w 6127519"/>
              <a:gd name="connsiteY83" fmla="*/ 5329480 h 6858000"/>
              <a:gd name="connsiteX84" fmla="*/ 6037677 w 6127519"/>
              <a:gd name="connsiteY84" fmla="*/ 5354807 h 6858000"/>
              <a:gd name="connsiteX85" fmla="*/ 6039728 w 6127519"/>
              <a:gd name="connsiteY85" fmla="*/ 5359416 h 6858000"/>
              <a:gd name="connsiteX86" fmla="*/ 6053435 w 6127519"/>
              <a:gd name="connsiteY86" fmla="*/ 5387547 h 6858000"/>
              <a:gd name="connsiteX87" fmla="*/ 6065933 w 6127519"/>
              <a:gd name="connsiteY87" fmla="*/ 5443002 h 6858000"/>
              <a:gd name="connsiteX88" fmla="*/ 6068640 w 6127519"/>
              <a:gd name="connsiteY88" fmla="*/ 5474503 h 6858000"/>
              <a:gd name="connsiteX89" fmla="*/ 6080922 w 6127519"/>
              <a:gd name="connsiteY89" fmla="*/ 5561070 h 6858000"/>
              <a:gd name="connsiteX90" fmla="*/ 6096949 w 6127519"/>
              <a:gd name="connsiteY90" fmla="*/ 5648179 h 6858000"/>
              <a:gd name="connsiteX91" fmla="*/ 6125703 w 6127519"/>
              <a:gd name="connsiteY91" fmla="*/ 5692894 h 6858000"/>
              <a:gd name="connsiteX92" fmla="*/ 6121353 w 6127519"/>
              <a:gd name="connsiteY92" fmla="*/ 5721725 h 6858000"/>
              <a:gd name="connsiteX93" fmla="*/ 6121607 w 6127519"/>
              <a:gd name="connsiteY93" fmla="*/ 5721959 h 6858000"/>
              <a:gd name="connsiteX94" fmla="*/ 6127024 w 6127519"/>
              <a:gd name="connsiteY94" fmla="*/ 5786902 h 6858000"/>
              <a:gd name="connsiteX95" fmla="*/ 6127519 w 6127519"/>
              <a:gd name="connsiteY95" fmla="*/ 5865775 h 6858000"/>
              <a:gd name="connsiteX96" fmla="*/ 6119217 w 6127519"/>
              <a:gd name="connsiteY96" fmla="*/ 5888542 h 6858000"/>
              <a:gd name="connsiteX97" fmla="*/ 6102493 w 6127519"/>
              <a:gd name="connsiteY97" fmla="*/ 5928602 h 6858000"/>
              <a:gd name="connsiteX98" fmla="*/ 6056863 w 6127519"/>
              <a:gd name="connsiteY98" fmla="*/ 6000643 h 6858000"/>
              <a:gd name="connsiteX99" fmla="*/ 6045436 w 6127519"/>
              <a:gd name="connsiteY99" fmla="*/ 6124480 h 6858000"/>
              <a:gd name="connsiteX100" fmla="*/ 6030489 w 6127519"/>
              <a:gd name="connsiteY100" fmla="*/ 6317666 h 6858000"/>
              <a:gd name="connsiteX101" fmla="*/ 6007492 w 6127519"/>
              <a:gd name="connsiteY101" fmla="*/ 6440818 h 6858000"/>
              <a:gd name="connsiteX102" fmla="*/ 6009467 w 6127519"/>
              <a:gd name="connsiteY102" fmla="*/ 6487076 h 6858000"/>
              <a:gd name="connsiteX103" fmla="*/ 5995064 w 6127519"/>
              <a:gd name="connsiteY103" fmla="*/ 6540791 h 6858000"/>
              <a:gd name="connsiteX104" fmla="*/ 6004510 w 6127519"/>
              <a:gd name="connsiteY104" fmla="*/ 6599256 h 6858000"/>
              <a:gd name="connsiteX105" fmla="*/ 5986207 w 6127519"/>
              <a:gd name="connsiteY105" fmla="*/ 6695855 h 6858000"/>
              <a:gd name="connsiteX106" fmla="*/ 5979428 w 6127519"/>
              <a:gd name="connsiteY106" fmla="*/ 6754678 h 6858000"/>
              <a:gd name="connsiteX107" fmla="*/ 5983398 w 6127519"/>
              <a:gd name="connsiteY107" fmla="*/ 6778641 h 6858000"/>
              <a:gd name="connsiteX108" fmla="*/ 5984543 w 6127519"/>
              <a:gd name="connsiteY108" fmla="*/ 6811016 h 6858000"/>
              <a:gd name="connsiteX109" fmla="*/ 5979671 w 6127519"/>
              <a:gd name="connsiteY109" fmla="*/ 6858000 h 6858000"/>
              <a:gd name="connsiteX110" fmla="*/ 0 w 6127519"/>
              <a:gd name="connsiteY110" fmla="*/ 6858000 h 6858000"/>
              <a:gd name="connsiteX111" fmla="*/ 0 w 6127519"/>
              <a:gd name="connsiteY111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4949 w 6127519"/>
              <a:gd name="connsiteY31" fmla="*/ 2236160 h 6858000"/>
              <a:gd name="connsiteX32" fmla="*/ 5250104 w 6127519"/>
              <a:gd name="connsiteY32" fmla="*/ 2249166 h 6858000"/>
              <a:gd name="connsiteX33" fmla="*/ 5251214 w 6127519"/>
              <a:gd name="connsiteY33" fmla="*/ 2250944 h 6858000"/>
              <a:gd name="connsiteX34" fmla="*/ 5250644 w 6127519"/>
              <a:gd name="connsiteY34" fmla="*/ 2266619 h 6858000"/>
              <a:gd name="connsiteX35" fmla="*/ 5293877 w 6127519"/>
              <a:gd name="connsiteY35" fmla="*/ 2368649 h 6858000"/>
              <a:gd name="connsiteX36" fmla="*/ 5311338 w 6127519"/>
              <a:gd name="connsiteY36" fmla="*/ 2404034 h 6858000"/>
              <a:gd name="connsiteX37" fmla="*/ 5338366 w 6127519"/>
              <a:gd name="connsiteY37" fmla="*/ 2465052 h 6858000"/>
              <a:gd name="connsiteX38" fmla="*/ 5371263 w 6127519"/>
              <a:gd name="connsiteY38" fmla="*/ 2586413 h 6858000"/>
              <a:gd name="connsiteX39" fmla="*/ 5407503 w 6127519"/>
              <a:gd name="connsiteY39" fmla="*/ 2786290 h 6858000"/>
              <a:gd name="connsiteX40" fmla="*/ 5407356 w 6127519"/>
              <a:gd name="connsiteY40" fmla="*/ 2787545 h 6858000"/>
              <a:gd name="connsiteX41" fmla="*/ 5457023 w 6127519"/>
              <a:gd name="connsiteY41" fmla="*/ 2858292 h 6858000"/>
              <a:gd name="connsiteX42" fmla="*/ 5479298 w 6127519"/>
              <a:gd name="connsiteY42" fmla="*/ 2947791 h 6858000"/>
              <a:gd name="connsiteX43" fmla="*/ 5481770 w 6127519"/>
              <a:gd name="connsiteY43" fmla="*/ 2951352 h 6858000"/>
              <a:gd name="connsiteX44" fmla="*/ 5482415 w 6127519"/>
              <a:gd name="connsiteY44" fmla="*/ 3004079 h 6858000"/>
              <a:gd name="connsiteX45" fmla="*/ 5503944 w 6127519"/>
              <a:gd name="connsiteY45" fmla="*/ 3123335 h 6858000"/>
              <a:gd name="connsiteX46" fmla="*/ 5516007 w 6127519"/>
              <a:gd name="connsiteY46" fmla="*/ 3258473 h 6858000"/>
              <a:gd name="connsiteX47" fmla="*/ 5589758 w 6127519"/>
              <a:gd name="connsiteY47" fmla="*/ 3453699 h 6858000"/>
              <a:gd name="connsiteX48" fmla="*/ 5596144 w 6127519"/>
              <a:gd name="connsiteY48" fmla="*/ 3534624 h 6858000"/>
              <a:gd name="connsiteX49" fmla="*/ 5597750 w 6127519"/>
              <a:gd name="connsiteY49" fmla="*/ 3534129 h 6858000"/>
              <a:gd name="connsiteX50" fmla="*/ 5599700 w 6127519"/>
              <a:gd name="connsiteY50" fmla="*/ 3547221 h 6858000"/>
              <a:gd name="connsiteX51" fmla="*/ 5615031 w 6127519"/>
              <a:gd name="connsiteY51" fmla="*/ 3557482 h 6858000"/>
              <a:gd name="connsiteX52" fmla="*/ 5618377 w 6127519"/>
              <a:gd name="connsiteY52" fmla="*/ 3588431 h 6858000"/>
              <a:gd name="connsiteX53" fmla="*/ 5612155 w 6127519"/>
              <a:gd name="connsiteY53" fmla="*/ 3589869 h 6858000"/>
              <a:gd name="connsiteX54" fmla="*/ 5620843 w 6127519"/>
              <a:gd name="connsiteY54" fmla="*/ 3606745 h 6858000"/>
              <a:gd name="connsiteX55" fmla="*/ 5655472 w 6127519"/>
              <a:gd name="connsiteY55" fmla="*/ 3678877 h 6858000"/>
              <a:gd name="connsiteX56" fmla="*/ 5683015 w 6127519"/>
              <a:gd name="connsiteY56" fmla="*/ 3762025 h 6858000"/>
              <a:gd name="connsiteX57" fmla="*/ 5696643 w 6127519"/>
              <a:gd name="connsiteY57" fmla="*/ 3773888 h 6858000"/>
              <a:gd name="connsiteX58" fmla="*/ 5707995 w 6127519"/>
              <a:gd name="connsiteY58" fmla="*/ 3781685 h 6858000"/>
              <a:gd name="connsiteX59" fmla="*/ 5768491 w 6127519"/>
              <a:gd name="connsiteY59" fmla="*/ 3914399 h 6858000"/>
              <a:gd name="connsiteX60" fmla="*/ 5793123 w 6127519"/>
              <a:gd name="connsiteY60" fmla="*/ 3969952 h 6858000"/>
              <a:gd name="connsiteX61" fmla="*/ 5808321 w 6127519"/>
              <a:gd name="connsiteY61" fmla="*/ 3988153 h 6858000"/>
              <a:gd name="connsiteX62" fmla="*/ 5825621 w 6127519"/>
              <a:gd name="connsiteY62" fmla="*/ 4015525 h 6858000"/>
              <a:gd name="connsiteX63" fmla="*/ 5860672 w 6127519"/>
              <a:gd name="connsiteY63" fmla="*/ 4061579 h 6858000"/>
              <a:gd name="connsiteX64" fmla="*/ 5872173 w 6127519"/>
              <a:gd name="connsiteY64" fmla="*/ 4088497 h 6858000"/>
              <a:gd name="connsiteX65" fmla="*/ 5894095 w 6127519"/>
              <a:gd name="connsiteY65" fmla="*/ 4128857 h 6858000"/>
              <a:gd name="connsiteX66" fmla="*/ 5903513 w 6127519"/>
              <a:gd name="connsiteY66" fmla="*/ 4187661 h 6858000"/>
              <a:gd name="connsiteX67" fmla="*/ 5917114 w 6127519"/>
              <a:gd name="connsiteY67" fmla="*/ 4213096 h 6858000"/>
              <a:gd name="connsiteX68" fmla="*/ 5924233 w 6127519"/>
              <a:gd name="connsiteY68" fmla="*/ 4242060 h 6858000"/>
              <a:gd name="connsiteX69" fmla="*/ 5928910 w 6127519"/>
              <a:gd name="connsiteY69" fmla="*/ 4300973 h 6858000"/>
              <a:gd name="connsiteX70" fmla="*/ 5939320 w 6127519"/>
              <a:gd name="connsiteY70" fmla="*/ 4340435 h 6858000"/>
              <a:gd name="connsiteX71" fmla="*/ 5946705 w 6127519"/>
              <a:gd name="connsiteY71" fmla="*/ 4428051 h 6858000"/>
              <a:gd name="connsiteX72" fmla="*/ 5949261 w 6127519"/>
              <a:gd name="connsiteY72" fmla="*/ 4449185 h 6858000"/>
              <a:gd name="connsiteX73" fmla="*/ 5968960 w 6127519"/>
              <a:gd name="connsiteY73" fmla="*/ 4482655 h 6858000"/>
              <a:gd name="connsiteX74" fmla="*/ 5980106 w 6127519"/>
              <a:gd name="connsiteY74" fmla="*/ 4585087 h 6858000"/>
              <a:gd name="connsiteX75" fmla="*/ 5998138 w 6127519"/>
              <a:gd name="connsiteY75" fmla="*/ 4697518 h 6858000"/>
              <a:gd name="connsiteX76" fmla="*/ 6007819 w 6127519"/>
              <a:gd name="connsiteY76" fmla="*/ 4858148 h 6858000"/>
              <a:gd name="connsiteX77" fmla="*/ 6007749 w 6127519"/>
              <a:gd name="connsiteY77" fmla="*/ 4964715 h 6858000"/>
              <a:gd name="connsiteX78" fmla="*/ 6005269 w 6127519"/>
              <a:gd name="connsiteY78" fmla="*/ 5150567 h 6858000"/>
              <a:gd name="connsiteX79" fmla="*/ 6001127 w 6127519"/>
              <a:gd name="connsiteY79" fmla="*/ 5164609 h 6858000"/>
              <a:gd name="connsiteX80" fmla="*/ 5998514 w 6127519"/>
              <a:gd name="connsiteY80" fmla="*/ 5189673 h 6858000"/>
              <a:gd name="connsiteX81" fmla="*/ 6018409 w 6127519"/>
              <a:gd name="connsiteY81" fmla="*/ 5227157 h 6858000"/>
              <a:gd name="connsiteX82" fmla="*/ 6036748 w 6127519"/>
              <a:gd name="connsiteY82" fmla="*/ 5322752 h 6858000"/>
              <a:gd name="connsiteX83" fmla="*/ 6036943 w 6127519"/>
              <a:gd name="connsiteY83" fmla="*/ 5329480 h 6858000"/>
              <a:gd name="connsiteX84" fmla="*/ 6037677 w 6127519"/>
              <a:gd name="connsiteY84" fmla="*/ 5354807 h 6858000"/>
              <a:gd name="connsiteX85" fmla="*/ 6039728 w 6127519"/>
              <a:gd name="connsiteY85" fmla="*/ 5359416 h 6858000"/>
              <a:gd name="connsiteX86" fmla="*/ 6053435 w 6127519"/>
              <a:gd name="connsiteY86" fmla="*/ 5387547 h 6858000"/>
              <a:gd name="connsiteX87" fmla="*/ 6065933 w 6127519"/>
              <a:gd name="connsiteY87" fmla="*/ 5443002 h 6858000"/>
              <a:gd name="connsiteX88" fmla="*/ 6068640 w 6127519"/>
              <a:gd name="connsiteY88" fmla="*/ 5474503 h 6858000"/>
              <a:gd name="connsiteX89" fmla="*/ 6080922 w 6127519"/>
              <a:gd name="connsiteY89" fmla="*/ 5561070 h 6858000"/>
              <a:gd name="connsiteX90" fmla="*/ 6096949 w 6127519"/>
              <a:gd name="connsiteY90" fmla="*/ 5648179 h 6858000"/>
              <a:gd name="connsiteX91" fmla="*/ 6125703 w 6127519"/>
              <a:gd name="connsiteY91" fmla="*/ 5692894 h 6858000"/>
              <a:gd name="connsiteX92" fmla="*/ 6121353 w 6127519"/>
              <a:gd name="connsiteY92" fmla="*/ 5721725 h 6858000"/>
              <a:gd name="connsiteX93" fmla="*/ 6121607 w 6127519"/>
              <a:gd name="connsiteY93" fmla="*/ 5721959 h 6858000"/>
              <a:gd name="connsiteX94" fmla="*/ 6127024 w 6127519"/>
              <a:gd name="connsiteY94" fmla="*/ 5786902 h 6858000"/>
              <a:gd name="connsiteX95" fmla="*/ 6127519 w 6127519"/>
              <a:gd name="connsiteY95" fmla="*/ 5865775 h 6858000"/>
              <a:gd name="connsiteX96" fmla="*/ 6119217 w 6127519"/>
              <a:gd name="connsiteY96" fmla="*/ 5888542 h 6858000"/>
              <a:gd name="connsiteX97" fmla="*/ 6102493 w 6127519"/>
              <a:gd name="connsiteY97" fmla="*/ 5928602 h 6858000"/>
              <a:gd name="connsiteX98" fmla="*/ 6056863 w 6127519"/>
              <a:gd name="connsiteY98" fmla="*/ 6000643 h 6858000"/>
              <a:gd name="connsiteX99" fmla="*/ 6045436 w 6127519"/>
              <a:gd name="connsiteY99" fmla="*/ 6124480 h 6858000"/>
              <a:gd name="connsiteX100" fmla="*/ 6030489 w 6127519"/>
              <a:gd name="connsiteY100" fmla="*/ 6317666 h 6858000"/>
              <a:gd name="connsiteX101" fmla="*/ 6007492 w 6127519"/>
              <a:gd name="connsiteY101" fmla="*/ 6440818 h 6858000"/>
              <a:gd name="connsiteX102" fmla="*/ 6009467 w 6127519"/>
              <a:gd name="connsiteY102" fmla="*/ 6487076 h 6858000"/>
              <a:gd name="connsiteX103" fmla="*/ 5995064 w 6127519"/>
              <a:gd name="connsiteY103" fmla="*/ 6540791 h 6858000"/>
              <a:gd name="connsiteX104" fmla="*/ 6004510 w 6127519"/>
              <a:gd name="connsiteY104" fmla="*/ 6599256 h 6858000"/>
              <a:gd name="connsiteX105" fmla="*/ 5986207 w 6127519"/>
              <a:gd name="connsiteY105" fmla="*/ 6695855 h 6858000"/>
              <a:gd name="connsiteX106" fmla="*/ 5979428 w 6127519"/>
              <a:gd name="connsiteY106" fmla="*/ 6754678 h 6858000"/>
              <a:gd name="connsiteX107" fmla="*/ 5983398 w 6127519"/>
              <a:gd name="connsiteY107" fmla="*/ 6778641 h 6858000"/>
              <a:gd name="connsiteX108" fmla="*/ 5984543 w 6127519"/>
              <a:gd name="connsiteY108" fmla="*/ 6811016 h 6858000"/>
              <a:gd name="connsiteX109" fmla="*/ 5979671 w 6127519"/>
              <a:gd name="connsiteY109" fmla="*/ 6858000 h 6858000"/>
              <a:gd name="connsiteX110" fmla="*/ 0 w 6127519"/>
              <a:gd name="connsiteY110" fmla="*/ 6858000 h 6858000"/>
              <a:gd name="connsiteX111" fmla="*/ 0 w 6127519"/>
              <a:gd name="connsiteY111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64303 w 6127519"/>
              <a:gd name="connsiteY30" fmla="*/ 2225157 h 6858000"/>
              <a:gd name="connsiteX31" fmla="*/ 5250104 w 6127519"/>
              <a:gd name="connsiteY31" fmla="*/ 2249166 h 6858000"/>
              <a:gd name="connsiteX32" fmla="*/ 5251214 w 6127519"/>
              <a:gd name="connsiteY32" fmla="*/ 2250944 h 6858000"/>
              <a:gd name="connsiteX33" fmla="*/ 5250644 w 6127519"/>
              <a:gd name="connsiteY33" fmla="*/ 2266619 h 6858000"/>
              <a:gd name="connsiteX34" fmla="*/ 5293877 w 6127519"/>
              <a:gd name="connsiteY34" fmla="*/ 2368649 h 6858000"/>
              <a:gd name="connsiteX35" fmla="*/ 5311338 w 6127519"/>
              <a:gd name="connsiteY35" fmla="*/ 2404034 h 6858000"/>
              <a:gd name="connsiteX36" fmla="*/ 5338366 w 6127519"/>
              <a:gd name="connsiteY36" fmla="*/ 2465052 h 6858000"/>
              <a:gd name="connsiteX37" fmla="*/ 5371263 w 6127519"/>
              <a:gd name="connsiteY37" fmla="*/ 2586413 h 6858000"/>
              <a:gd name="connsiteX38" fmla="*/ 5407503 w 6127519"/>
              <a:gd name="connsiteY38" fmla="*/ 2786290 h 6858000"/>
              <a:gd name="connsiteX39" fmla="*/ 5407356 w 6127519"/>
              <a:gd name="connsiteY39" fmla="*/ 2787545 h 6858000"/>
              <a:gd name="connsiteX40" fmla="*/ 5457023 w 6127519"/>
              <a:gd name="connsiteY40" fmla="*/ 2858292 h 6858000"/>
              <a:gd name="connsiteX41" fmla="*/ 5479298 w 6127519"/>
              <a:gd name="connsiteY41" fmla="*/ 2947791 h 6858000"/>
              <a:gd name="connsiteX42" fmla="*/ 5481770 w 6127519"/>
              <a:gd name="connsiteY42" fmla="*/ 2951352 h 6858000"/>
              <a:gd name="connsiteX43" fmla="*/ 5482415 w 6127519"/>
              <a:gd name="connsiteY43" fmla="*/ 3004079 h 6858000"/>
              <a:gd name="connsiteX44" fmla="*/ 5503944 w 6127519"/>
              <a:gd name="connsiteY44" fmla="*/ 3123335 h 6858000"/>
              <a:gd name="connsiteX45" fmla="*/ 5516007 w 6127519"/>
              <a:gd name="connsiteY45" fmla="*/ 3258473 h 6858000"/>
              <a:gd name="connsiteX46" fmla="*/ 5589758 w 6127519"/>
              <a:gd name="connsiteY46" fmla="*/ 3453699 h 6858000"/>
              <a:gd name="connsiteX47" fmla="*/ 5596144 w 6127519"/>
              <a:gd name="connsiteY47" fmla="*/ 3534624 h 6858000"/>
              <a:gd name="connsiteX48" fmla="*/ 5597750 w 6127519"/>
              <a:gd name="connsiteY48" fmla="*/ 3534129 h 6858000"/>
              <a:gd name="connsiteX49" fmla="*/ 5599700 w 6127519"/>
              <a:gd name="connsiteY49" fmla="*/ 3547221 h 6858000"/>
              <a:gd name="connsiteX50" fmla="*/ 5615031 w 6127519"/>
              <a:gd name="connsiteY50" fmla="*/ 3557482 h 6858000"/>
              <a:gd name="connsiteX51" fmla="*/ 5618377 w 6127519"/>
              <a:gd name="connsiteY51" fmla="*/ 3588431 h 6858000"/>
              <a:gd name="connsiteX52" fmla="*/ 5612155 w 6127519"/>
              <a:gd name="connsiteY52" fmla="*/ 3589869 h 6858000"/>
              <a:gd name="connsiteX53" fmla="*/ 5620843 w 6127519"/>
              <a:gd name="connsiteY53" fmla="*/ 3606745 h 6858000"/>
              <a:gd name="connsiteX54" fmla="*/ 5655472 w 6127519"/>
              <a:gd name="connsiteY54" fmla="*/ 3678877 h 6858000"/>
              <a:gd name="connsiteX55" fmla="*/ 5683015 w 6127519"/>
              <a:gd name="connsiteY55" fmla="*/ 3762025 h 6858000"/>
              <a:gd name="connsiteX56" fmla="*/ 5696643 w 6127519"/>
              <a:gd name="connsiteY56" fmla="*/ 3773888 h 6858000"/>
              <a:gd name="connsiteX57" fmla="*/ 5707995 w 6127519"/>
              <a:gd name="connsiteY57" fmla="*/ 3781685 h 6858000"/>
              <a:gd name="connsiteX58" fmla="*/ 5768491 w 6127519"/>
              <a:gd name="connsiteY58" fmla="*/ 3914399 h 6858000"/>
              <a:gd name="connsiteX59" fmla="*/ 5793123 w 6127519"/>
              <a:gd name="connsiteY59" fmla="*/ 3969952 h 6858000"/>
              <a:gd name="connsiteX60" fmla="*/ 5808321 w 6127519"/>
              <a:gd name="connsiteY60" fmla="*/ 3988153 h 6858000"/>
              <a:gd name="connsiteX61" fmla="*/ 5825621 w 6127519"/>
              <a:gd name="connsiteY61" fmla="*/ 4015525 h 6858000"/>
              <a:gd name="connsiteX62" fmla="*/ 5860672 w 6127519"/>
              <a:gd name="connsiteY62" fmla="*/ 4061579 h 6858000"/>
              <a:gd name="connsiteX63" fmla="*/ 5872173 w 6127519"/>
              <a:gd name="connsiteY63" fmla="*/ 4088497 h 6858000"/>
              <a:gd name="connsiteX64" fmla="*/ 5894095 w 6127519"/>
              <a:gd name="connsiteY64" fmla="*/ 4128857 h 6858000"/>
              <a:gd name="connsiteX65" fmla="*/ 5903513 w 6127519"/>
              <a:gd name="connsiteY65" fmla="*/ 4187661 h 6858000"/>
              <a:gd name="connsiteX66" fmla="*/ 5917114 w 6127519"/>
              <a:gd name="connsiteY66" fmla="*/ 4213096 h 6858000"/>
              <a:gd name="connsiteX67" fmla="*/ 5924233 w 6127519"/>
              <a:gd name="connsiteY67" fmla="*/ 4242060 h 6858000"/>
              <a:gd name="connsiteX68" fmla="*/ 5928910 w 6127519"/>
              <a:gd name="connsiteY68" fmla="*/ 4300973 h 6858000"/>
              <a:gd name="connsiteX69" fmla="*/ 5939320 w 6127519"/>
              <a:gd name="connsiteY69" fmla="*/ 4340435 h 6858000"/>
              <a:gd name="connsiteX70" fmla="*/ 5946705 w 6127519"/>
              <a:gd name="connsiteY70" fmla="*/ 4428051 h 6858000"/>
              <a:gd name="connsiteX71" fmla="*/ 5949261 w 6127519"/>
              <a:gd name="connsiteY71" fmla="*/ 4449185 h 6858000"/>
              <a:gd name="connsiteX72" fmla="*/ 5968960 w 6127519"/>
              <a:gd name="connsiteY72" fmla="*/ 4482655 h 6858000"/>
              <a:gd name="connsiteX73" fmla="*/ 5980106 w 6127519"/>
              <a:gd name="connsiteY73" fmla="*/ 4585087 h 6858000"/>
              <a:gd name="connsiteX74" fmla="*/ 5998138 w 6127519"/>
              <a:gd name="connsiteY74" fmla="*/ 4697518 h 6858000"/>
              <a:gd name="connsiteX75" fmla="*/ 6007819 w 6127519"/>
              <a:gd name="connsiteY75" fmla="*/ 4858148 h 6858000"/>
              <a:gd name="connsiteX76" fmla="*/ 6007749 w 6127519"/>
              <a:gd name="connsiteY76" fmla="*/ 4964715 h 6858000"/>
              <a:gd name="connsiteX77" fmla="*/ 6005269 w 6127519"/>
              <a:gd name="connsiteY77" fmla="*/ 5150567 h 6858000"/>
              <a:gd name="connsiteX78" fmla="*/ 6001127 w 6127519"/>
              <a:gd name="connsiteY78" fmla="*/ 5164609 h 6858000"/>
              <a:gd name="connsiteX79" fmla="*/ 5998514 w 6127519"/>
              <a:gd name="connsiteY79" fmla="*/ 5189673 h 6858000"/>
              <a:gd name="connsiteX80" fmla="*/ 6018409 w 6127519"/>
              <a:gd name="connsiteY80" fmla="*/ 5227157 h 6858000"/>
              <a:gd name="connsiteX81" fmla="*/ 6036748 w 6127519"/>
              <a:gd name="connsiteY81" fmla="*/ 5322752 h 6858000"/>
              <a:gd name="connsiteX82" fmla="*/ 6036943 w 6127519"/>
              <a:gd name="connsiteY82" fmla="*/ 5329480 h 6858000"/>
              <a:gd name="connsiteX83" fmla="*/ 6037677 w 6127519"/>
              <a:gd name="connsiteY83" fmla="*/ 5354807 h 6858000"/>
              <a:gd name="connsiteX84" fmla="*/ 6039728 w 6127519"/>
              <a:gd name="connsiteY84" fmla="*/ 5359416 h 6858000"/>
              <a:gd name="connsiteX85" fmla="*/ 6053435 w 6127519"/>
              <a:gd name="connsiteY85" fmla="*/ 5387547 h 6858000"/>
              <a:gd name="connsiteX86" fmla="*/ 6065933 w 6127519"/>
              <a:gd name="connsiteY86" fmla="*/ 5443002 h 6858000"/>
              <a:gd name="connsiteX87" fmla="*/ 6068640 w 6127519"/>
              <a:gd name="connsiteY87" fmla="*/ 5474503 h 6858000"/>
              <a:gd name="connsiteX88" fmla="*/ 6080922 w 6127519"/>
              <a:gd name="connsiteY88" fmla="*/ 5561070 h 6858000"/>
              <a:gd name="connsiteX89" fmla="*/ 6096949 w 6127519"/>
              <a:gd name="connsiteY89" fmla="*/ 5648179 h 6858000"/>
              <a:gd name="connsiteX90" fmla="*/ 6125703 w 6127519"/>
              <a:gd name="connsiteY90" fmla="*/ 5692894 h 6858000"/>
              <a:gd name="connsiteX91" fmla="*/ 6121353 w 6127519"/>
              <a:gd name="connsiteY91" fmla="*/ 5721725 h 6858000"/>
              <a:gd name="connsiteX92" fmla="*/ 6121607 w 6127519"/>
              <a:gd name="connsiteY92" fmla="*/ 5721959 h 6858000"/>
              <a:gd name="connsiteX93" fmla="*/ 6127024 w 6127519"/>
              <a:gd name="connsiteY93" fmla="*/ 5786902 h 6858000"/>
              <a:gd name="connsiteX94" fmla="*/ 6127519 w 6127519"/>
              <a:gd name="connsiteY94" fmla="*/ 5865775 h 6858000"/>
              <a:gd name="connsiteX95" fmla="*/ 6119217 w 6127519"/>
              <a:gd name="connsiteY95" fmla="*/ 5888542 h 6858000"/>
              <a:gd name="connsiteX96" fmla="*/ 6102493 w 6127519"/>
              <a:gd name="connsiteY96" fmla="*/ 5928602 h 6858000"/>
              <a:gd name="connsiteX97" fmla="*/ 6056863 w 6127519"/>
              <a:gd name="connsiteY97" fmla="*/ 6000643 h 6858000"/>
              <a:gd name="connsiteX98" fmla="*/ 6045436 w 6127519"/>
              <a:gd name="connsiteY98" fmla="*/ 6124480 h 6858000"/>
              <a:gd name="connsiteX99" fmla="*/ 6030489 w 6127519"/>
              <a:gd name="connsiteY99" fmla="*/ 6317666 h 6858000"/>
              <a:gd name="connsiteX100" fmla="*/ 6007492 w 6127519"/>
              <a:gd name="connsiteY100" fmla="*/ 6440818 h 6858000"/>
              <a:gd name="connsiteX101" fmla="*/ 6009467 w 6127519"/>
              <a:gd name="connsiteY101" fmla="*/ 6487076 h 6858000"/>
              <a:gd name="connsiteX102" fmla="*/ 5995064 w 6127519"/>
              <a:gd name="connsiteY102" fmla="*/ 6540791 h 6858000"/>
              <a:gd name="connsiteX103" fmla="*/ 6004510 w 6127519"/>
              <a:gd name="connsiteY103" fmla="*/ 6599256 h 6858000"/>
              <a:gd name="connsiteX104" fmla="*/ 5986207 w 6127519"/>
              <a:gd name="connsiteY104" fmla="*/ 6695855 h 6858000"/>
              <a:gd name="connsiteX105" fmla="*/ 5979428 w 6127519"/>
              <a:gd name="connsiteY105" fmla="*/ 6754678 h 6858000"/>
              <a:gd name="connsiteX106" fmla="*/ 5983398 w 6127519"/>
              <a:gd name="connsiteY106" fmla="*/ 6778641 h 6858000"/>
              <a:gd name="connsiteX107" fmla="*/ 5984543 w 6127519"/>
              <a:gd name="connsiteY107" fmla="*/ 6811016 h 6858000"/>
              <a:gd name="connsiteX108" fmla="*/ 5979671 w 6127519"/>
              <a:gd name="connsiteY108" fmla="*/ 6858000 h 6858000"/>
              <a:gd name="connsiteX109" fmla="*/ 0 w 6127519"/>
              <a:gd name="connsiteY109" fmla="*/ 6858000 h 6858000"/>
              <a:gd name="connsiteX110" fmla="*/ 0 w 6127519"/>
              <a:gd name="connsiteY110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207370 w 6127519"/>
              <a:gd name="connsiteY18" fmla="*/ 1138097 h 6858000"/>
              <a:gd name="connsiteX19" fmla="*/ 5189234 w 6127519"/>
              <a:gd name="connsiteY19" fmla="*/ 1193495 h 6858000"/>
              <a:gd name="connsiteX20" fmla="*/ 5202769 w 6127519"/>
              <a:gd name="connsiteY20" fmla="*/ 1269450 h 6858000"/>
              <a:gd name="connsiteX21" fmla="*/ 5225968 w 6127519"/>
              <a:gd name="connsiteY21" fmla="*/ 1357994 h 6858000"/>
              <a:gd name="connsiteX22" fmla="*/ 5233819 w 6127519"/>
              <a:gd name="connsiteY22" fmla="*/ 1380922 h 6858000"/>
              <a:gd name="connsiteX23" fmla="*/ 5237226 w 6127519"/>
              <a:gd name="connsiteY23" fmla="*/ 1441327 h 6858000"/>
              <a:gd name="connsiteX24" fmla="*/ 5255653 w 6127519"/>
              <a:gd name="connsiteY24" fmla="*/ 1524712 h 6858000"/>
              <a:gd name="connsiteX25" fmla="*/ 5263491 w 6127519"/>
              <a:gd name="connsiteY25" fmla="*/ 1642938 h 6858000"/>
              <a:gd name="connsiteX26" fmla="*/ 5261314 w 6127519"/>
              <a:gd name="connsiteY26" fmla="*/ 1689177 h 6858000"/>
              <a:gd name="connsiteX27" fmla="*/ 5259788 w 6127519"/>
              <a:gd name="connsiteY27" fmla="*/ 1768516 h 6858000"/>
              <a:gd name="connsiteX28" fmla="*/ 5255696 w 6127519"/>
              <a:gd name="connsiteY28" fmla="*/ 1953770 h 6858000"/>
              <a:gd name="connsiteX29" fmla="*/ 5252592 w 6127519"/>
              <a:gd name="connsiteY29" fmla="*/ 2092210 h 6858000"/>
              <a:gd name="connsiteX30" fmla="*/ 5250104 w 6127519"/>
              <a:gd name="connsiteY30" fmla="*/ 2249166 h 6858000"/>
              <a:gd name="connsiteX31" fmla="*/ 5251214 w 6127519"/>
              <a:gd name="connsiteY31" fmla="*/ 2250944 h 6858000"/>
              <a:gd name="connsiteX32" fmla="*/ 5250644 w 6127519"/>
              <a:gd name="connsiteY32" fmla="*/ 2266619 h 6858000"/>
              <a:gd name="connsiteX33" fmla="*/ 5293877 w 6127519"/>
              <a:gd name="connsiteY33" fmla="*/ 2368649 h 6858000"/>
              <a:gd name="connsiteX34" fmla="*/ 5311338 w 6127519"/>
              <a:gd name="connsiteY34" fmla="*/ 2404034 h 6858000"/>
              <a:gd name="connsiteX35" fmla="*/ 5338366 w 6127519"/>
              <a:gd name="connsiteY35" fmla="*/ 2465052 h 6858000"/>
              <a:gd name="connsiteX36" fmla="*/ 5371263 w 6127519"/>
              <a:gd name="connsiteY36" fmla="*/ 2586413 h 6858000"/>
              <a:gd name="connsiteX37" fmla="*/ 5407503 w 6127519"/>
              <a:gd name="connsiteY37" fmla="*/ 2786290 h 6858000"/>
              <a:gd name="connsiteX38" fmla="*/ 5407356 w 6127519"/>
              <a:gd name="connsiteY38" fmla="*/ 2787545 h 6858000"/>
              <a:gd name="connsiteX39" fmla="*/ 5457023 w 6127519"/>
              <a:gd name="connsiteY39" fmla="*/ 2858292 h 6858000"/>
              <a:gd name="connsiteX40" fmla="*/ 5479298 w 6127519"/>
              <a:gd name="connsiteY40" fmla="*/ 2947791 h 6858000"/>
              <a:gd name="connsiteX41" fmla="*/ 5481770 w 6127519"/>
              <a:gd name="connsiteY41" fmla="*/ 2951352 h 6858000"/>
              <a:gd name="connsiteX42" fmla="*/ 5482415 w 6127519"/>
              <a:gd name="connsiteY42" fmla="*/ 3004079 h 6858000"/>
              <a:gd name="connsiteX43" fmla="*/ 5503944 w 6127519"/>
              <a:gd name="connsiteY43" fmla="*/ 3123335 h 6858000"/>
              <a:gd name="connsiteX44" fmla="*/ 5516007 w 6127519"/>
              <a:gd name="connsiteY44" fmla="*/ 3258473 h 6858000"/>
              <a:gd name="connsiteX45" fmla="*/ 5589758 w 6127519"/>
              <a:gd name="connsiteY45" fmla="*/ 3453699 h 6858000"/>
              <a:gd name="connsiteX46" fmla="*/ 5596144 w 6127519"/>
              <a:gd name="connsiteY46" fmla="*/ 3534624 h 6858000"/>
              <a:gd name="connsiteX47" fmla="*/ 5597750 w 6127519"/>
              <a:gd name="connsiteY47" fmla="*/ 3534129 h 6858000"/>
              <a:gd name="connsiteX48" fmla="*/ 5599700 w 6127519"/>
              <a:gd name="connsiteY48" fmla="*/ 3547221 h 6858000"/>
              <a:gd name="connsiteX49" fmla="*/ 5615031 w 6127519"/>
              <a:gd name="connsiteY49" fmla="*/ 3557482 h 6858000"/>
              <a:gd name="connsiteX50" fmla="*/ 5618377 w 6127519"/>
              <a:gd name="connsiteY50" fmla="*/ 3588431 h 6858000"/>
              <a:gd name="connsiteX51" fmla="*/ 5612155 w 6127519"/>
              <a:gd name="connsiteY51" fmla="*/ 3589869 h 6858000"/>
              <a:gd name="connsiteX52" fmla="*/ 5620843 w 6127519"/>
              <a:gd name="connsiteY52" fmla="*/ 3606745 h 6858000"/>
              <a:gd name="connsiteX53" fmla="*/ 5655472 w 6127519"/>
              <a:gd name="connsiteY53" fmla="*/ 3678877 h 6858000"/>
              <a:gd name="connsiteX54" fmla="*/ 5683015 w 6127519"/>
              <a:gd name="connsiteY54" fmla="*/ 3762025 h 6858000"/>
              <a:gd name="connsiteX55" fmla="*/ 5696643 w 6127519"/>
              <a:gd name="connsiteY55" fmla="*/ 3773888 h 6858000"/>
              <a:gd name="connsiteX56" fmla="*/ 5707995 w 6127519"/>
              <a:gd name="connsiteY56" fmla="*/ 3781685 h 6858000"/>
              <a:gd name="connsiteX57" fmla="*/ 5768491 w 6127519"/>
              <a:gd name="connsiteY57" fmla="*/ 3914399 h 6858000"/>
              <a:gd name="connsiteX58" fmla="*/ 5793123 w 6127519"/>
              <a:gd name="connsiteY58" fmla="*/ 3969952 h 6858000"/>
              <a:gd name="connsiteX59" fmla="*/ 5808321 w 6127519"/>
              <a:gd name="connsiteY59" fmla="*/ 3988153 h 6858000"/>
              <a:gd name="connsiteX60" fmla="*/ 5825621 w 6127519"/>
              <a:gd name="connsiteY60" fmla="*/ 4015525 h 6858000"/>
              <a:gd name="connsiteX61" fmla="*/ 5860672 w 6127519"/>
              <a:gd name="connsiteY61" fmla="*/ 4061579 h 6858000"/>
              <a:gd name="connsiteX62" fmla="*/ 5872173 w 6127519"/>
              <a:gd name="connsiteY62" fmla="*/ 4088497 h 6858000"/>
              <a:gd name="connsiteX63" fmla="*/ 5894095 w 6127519"/>
              <a:gd name="connsiteY63" fmla="*/ 4128857 h 6858000"/>
              <a:gd name="connsiteX64" fmla="*/ 5903513 w 6127519"/>
              <a:gd name="connsiteY64" fmla="*/ 4187661 h 6858000"/>
              <a:gd name="connsiteX65" fmla="*/ 5917114 w 6127519"/>
              <a:gd name="connsiteY65" fmla="*/ 4213096 h 6858000"/>
              <a:gd name="connsiteX66" fmla="*/ 5924233 w 6127519"/>
              <a:gd name="connsiteY66" fmla="*/ 4242060 h 6858000"/>
              <a:gd name="connsiteX67" fmla="*/ 5928910 w 6127519"/>
              <a:gd name="connsiteY67" fmla="*/ 4300973 h 6858000"/>
              <a:gd name="connsiteX68" fmla="*/ 5939320 w 6127519"/>
              <a:gd name="connsiteY68" fmla="*/ 4340435 h 6858000"/>
              <a:gd name="connsiteX69" fmla="*/ 5946705 w 6127519"/>
              <a:gd name="connsiteY69" fmla="*/ 4428051 h 6858000"/>
              <a:gd name="connsiteX70" fmla="*/ 5949261 w 6127519"/>
              <a:gd name="connsiteY70" fmla="*/ 4449185 h 6858000"/>
              <a:gd name="connsiteX71" fmla="*/ 5968960 w 6127519"/>
              <a:gd name="connsiteY71" fmla="*/ 4482655 h 6858000"/>
              <a:gd name="connsiteX72" fmla="*/ 5980106 w 6127519"/>
              <a:gd name="connsiteY72" fmla="*/ 4585087 h 6858000"/>
              <a:gd name="connsiteX73" fmla="*/ 5998138 w 6127519"/>
              <a:gd name="connsiteY73" fmla="*/ 4697518 h 6858000"/>
              <a:gd name="connsiteX74" fmla="*/ 6007819 w 6127519"/>
              <a:gd name="connsiteY74" fmla="*/ 4858148 h 6858000"/>
              <a:gd name="connsiteX75" fmla="*/ 6007749 w 6127519"/>
              <a:gd name="connsiteY75" fmla="*/ 4964715 h 6858000"/>
              <a:gd name="connsiteX76" fmla="*/ 6005269 w 6127519"/>
              <a:gd name="connsiteY76" fmla="*/ 5150567 h 6858000"/>
              <a:gd name="connsiteX77" fmla="*/ 6001127 w 6127519"/>
              <a:gd name="connsiteY77" fmla="*/ 5164609 h 6858000"/>
              <a:gd name="connsiteX78" fmla="*/ 5998514 w 6127519"/>
              <a:gd name="connsiteY78" fmla="*/ 5189673 h 6858000"/>
              <a:gd name="connsiteX79" fmla="*/ 6018409 w 6127519"/>
              <a:gd name="connsiteY79" fmla="*/ 5227157 h 6858000"/>
              <a:gd name="connsiteX80" fmla="*/ 6036748 w 6127519"/>
              <a:gd name="connsiteY80" fmla="*/ 5322752 h 6858000"/>
              <a:gd name="connsiteX81" fmla="*/ 6036943 w 6127519"/>
              <a:gd name="connsiteY81" fmla="*/ 5329480 h 6858000"/>
              <a:gd name="connsiteX82" fmla="*/ 6037677 w 6127519"/>
              <a:gd name="connsiteY82" fmla="*/ 5354807 h 6858000"/>
              <a:gd name="connsiteX83" fmla="*/ 6039728 w 6127519"/>
              <a:gd name="connsiteY83" fmla="*/ 5359416 h 6858000"/>
              <a:gd name="connsiteX84" fmla="*/ 6053435 w 6127519"/>
              <a:gd name="connsiteY84" fmla="*/ 5387547 h 6858000"/>
              <a:gd name="connsiteX85" fmla="*/ 6065933 w 6127519"/>
              <a:gd name="connsiteY85" fmla="*/ 5443002 h 6858000"/>
              <a:gd name="connsiteX86" fmla="*/ 6068640 w 6127519"/>
              <a:gd name="connsiteY86" fmla="*/ 5474503 h 6858000"/>
              <a:gd name="connsiteX87" fmla="*/ 6080922 w 6127519"/>
              <a:gd name="connsiteY87" fmla="*/ 5561070 h 6858000"/>
              <a:gd name="connsiteX88" fmla="*/ 6096949 w 6127519"/>
              <a:gd name="connsiteY88" fmla="*/ 5648179 h 6858000"/>
              <a:gd name="connsiteX89" fmla="*/ 6125703 w 6127519"/>
              <a:gd name="connsiteY89" fmla="*/ 5692894 h 6858000"/>
              <a:gd name="connsiteX90" fmla="*/ 6121353 w 6127519"/>
              <a:gd name="connsiteY90" fmla="*/ 5721725 h 6858000"/>
              <a:gd name="connsiteX91" fmla="*/ 6121607 w 6127519"/>
              <a:gd name="connsiteY91" fmla="*/ 5721959 h 6858000"/>
              <a:gd name="connsiteX92" fmla="*/ 6127024 w 6127519"/>
              <a:gd name="connsiteY92" fmla="*/ 5786902 h 6858000"/>
              <a:gd name="connsiteX93" fmla="*/ 6127519 w 6127519"/>
              <a:gd name="connsiteY93" fmla="*/ 5865775 h 6858000"/>
              <a:gd name="connsiteX94" fmla="*/ 6119217 w 6127519"/>
              <a:gd name="connsiteY94" fmla="*/ 5888542 h 6858000"/>
              <a:gd name="connsiteX95" fmla="*/ 6102493 w 6127519"/>
              <a:gd name="connsiteY95" fmla="*/ 5928602 h 6858000"/>
              <a:gd name="connsiteX96" fmla="*/ 6056863 w 6127519"/>
              <a:gd name="connsiteY96" fmla="*/ 6000643 h 6858000"/>
              <a:gd name="connsiteX97" fmla="*/ 6045436 w 6127519"/>
              <a:gd name="connsiteY97" fmla="*/ 6124480 h 6858000"/>
              <a:gd name="connsiteX98" fmla="*/ 6030489 w 6127519"/>
              <a:gd name="connsiteY98" fmla="*/ 6317666 h 6858000"/>
              <a:gd name="connsiteX99" fmla="*/ 6007492 w 6127519"/>
              <a:gd name="connsiteY99" fmla="*/ 6440818 h 6858000"/>
              <a:gd name="connsiteX100" fmla="*/ 6009467 w 6127519"/>
              <a:gd name="connsiteY100" fmla="*/ 6487076 h 6858000"/>
              <a:gd name="connsiteX101" fmla="*/ 5995064 w 6127519"/>
              <a:gd name="connsiteY101" fmla="*/ 6540791 h 6858000"/>
              <a:gd name="connsiteX102" fmla="*/ 6004510 w 6127519"/>
              <a:gd name="connsiteY102" fmla="*/ 6599256 h 6858000"/>
              <a:gd name="connsiteX103" fmla="*/ 5986207 w 6127519"/>
              <a:gd name="connsiteY103" fmla="*/ 6695855 h 6858000"/>
              <a:gd name="connsiteX104" fmla="*/ 5979428 w 6127519"/>
              <a:gd name="connsiteY104" fmla="*/ 6754678 h 6858000"/>
              <a:gd name="connsiteX105" fmla="*/ 5983398 w 6127519"/>
              <a:gd name="connsiteY105" fmla="*/ 6778641 h 6858000"/>
              <a:gd name="connsiteX106" fmla="*/ 5984543 w 6127519"/>
              <a:gd name="connsiteY106" fmla="*/ 6811016 h 6858000"/>
              <a:gd name="connsiteX107" fmla="*/ 5979671 w 6127519"/>
              <a:gd name="connsiteY107" fmla="*/ 6858000 h 6858000"/>
              <a:gd name="connsiteX108" fmla="*/ 0 w 6127519"/>
              <a:gd name="connsiteY108" fmla="*/ 6858000 h 6858000"/>
              <a:gd name="connsiteX109" fmla="*/ 0 w 6127519"/>
              <a:gd name="connsiteY109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10428 w 6127519"/>
              <a:gd name="connsiteY13" fmla="*/ 815772 h 6858000"/>
              <a:gd name="connsiteX14" fmla="*/ 5221088 w 6127519"/>
              <a:gd name="connsiteY14" fmla="*/ 860193 h 6858000"/>
              <a:gd name="connsiteX15" fmla="*/ 5230806 w 6127519"/>
              <a:gd name="connsiteY15" fmla="*/ 961354 h 6858000"/>
              <a:gd name="connsiteX16" fmla="*/ 5201018 w 6127519"/>
              <a:gd name="connsiteY16" fmla="*/ 1095027 h 6858000"/>
              <a:gd name="connsiteX17" fmla="*/ 5202153 w 6127519"/>
              <a:gd name="connsiteY17" fmla="*/ 1133224 h 6858000"/>
              <a:gd name="connsiteX18" fmla="*/ 5189234 w 6127519"/>
              <a:gd name="connsiteY18" fmla="*/ 1193495 h 6858000"/>
              <a:gd name="connsiteX19" fmla="*/ 5202769 w 6127519"/>
              <a:gd name="connsiteY19" fmla="*/ 1269450 h 6858000"/>
              <a:gd name="connsiteX20" fmla="*/ 5225968 w 6127519"/>
              <a:gd name="connsiteY20" fmla="*/ 1357994 h 6858000"/>
              <a:gd name="connsiteX21" fmla="*/ 5233819 w 6127519"/>
              <a:gd name="connsiteY21" fmla="*/ 1380922 h 6858000"/>
              <a:gd name="connsiteX22" fmla="*/ 5237226 w 6127519"/>
              <a:gd name="connsiteY22" fmla="*/ 1441327 h 6858000"/>
              <a:gd name="connsiteX23" fmla="*/ 5255653 w 6127519"/>
              <a:gd name="connsiteY23" fmla="*/ 1524712 h 6858000"/>
              <a:gd name="connsiteX24" fmla="*/ 5263491 w 6127519"/>
              <a:gd name="connsiteY24" fmla="*/ 1642938 h 6858000"/>
              <a:gd name="connsiteX25" fmla="*/ 5261314 w 6127519"/>
              <a:gd name="connsiteY25" fmla="*/ 1689177 h 6858000"/>
              <a:gd name="connsiteX26" fmla="*/ 5259788 w 6127519"/>
              <a:gd name="connsiteY26" fmla="*/ 1768516 h 6858000"/>
              <a:gd name="connsiteX27" fmla="*/ 5255696 w 6127519"/>
              <a:gd name="connsiteY27" fmla="*/ 1953770 h 6858000"/>
              <a:gd name="connsiteX28" fmla="*/ 5252592 w 6127519"/>
              <a:gd name="connsiteY28" fmla="*/ 2092210 h 6858000"/>
              <a:gd name="connsiteX29" fmla="*/ 5250104 w 6127519"/>
              <a:gd name="connsiteY29" fmla="*/ 2249166 h 6858000"/>
              <a:gd name="connsiteX30" fmla="*/ 5251214 w 6127519"/>
              <a:gd name="connsiteY30" fmla="*/ 2250944 h 6858000"/>
              <a:gd name="connsiteX31" fmla="*/ 5250644 w 6127519"/>
              <a:gd name="connsiteY31" fmla="*/ 2266619 h 6858000"/>
              <a:gd name="connsiteX32" fmla="*/ 5293877 w 6127519"/>
              <a:gd name="connsiteY32" fmla="*/ 2368649 h 6858000"/>
              <a:gd name="connsiteX33" fmla="*/ 5311338 w 6127519"/>
              <a:gd name="connsiteY33" fmla="*/ 2404034 h 6858000"/>
              <a:gd name="connsiteX34" fmla="*/ 5338366 w 6127519"/>
              <a:gd name="connsiteY34" fmla="*/ 2465052 h 6858000"/>
              <a:gd name="connsiteX35" fmla="*/ 5371263 w 6127519"/>
              <a:gd name="connsiteY35" fmla="*/ 2586413 h 6858000"/>
              <a:gd name="connsiteX36" fmla="*/ 5407503 w 6127519"/>
              <a:gd name="connsiteY36" fmla="*/ 2786290 h 6858000"/>
              <a:gd name="connsiteX37" fmla="*/ 5407356 w 6127519"/>
              <a:gd name="connsiteY37" fmla="*/ 2787545 h 6858000"/>
              <a:gd name="connsiteX38" fmla="*/ 5457023 w 6127519"/>
              <a:gd name="connsiteY38" fmla="*/ 2858292 h 6858000"/>
              <a:gd name="connsiteX39" fmla="*/ 5479298 w 6127519"/>
              <a:gd name="connsiteY39" fmla="*/ 2947791 h 6858000"/>
              <a:gd name="connsiteX40" fmla="*/ 5481770 w 6127519"/>
              <a:gd name="connsiteY40" fmla="*/ 2951352 h 6858000"/>
              <a:gd name="connsiteX41" fmla="*/ 5482415 w 6127519"/>
              <a:gd name="connsiteY41" fmla="*/ 3004079 h 6858000"/>
              <a:gd name="connsiteX42" fmla="*/ 5503944 w 6127519"/>
              <a:gd name="connsiteY42" fmla="*/ 3123335 h 6858000"/>
              <a:gd name="connsiteX43" fmla="*/ 5516007 w 6127519"/>
              <a:gd name="connsiteY43" fmla="*/ 3258473 h 6858000"/>
              <a:gd name="connsiteX44" fmla="*/ 5589758 w 6127519"/>
              <a:gd name="connsiteY44" fmla="*/ 3453699 h 6858000"/>
              <a:gd name="connsiteX45" fmla="*/ 5596144 w 6127519"/>
              <a:gd name="connsiteY45" fmla="*/ 3534624 h 6858000"/>
              <a:gd name="connsiteX46" fmla="*/ 5597750 w 6127519"/>
              <a:gd name="connsiteY46" fmla="*/ 3534129 h 6858000"/>
              <a:gd name="connsiteX47" fmla="*/ 5599700 w 6127519"/>
              <a:gd name="connsiteY47" fmla="*/ 3547221 h 6858000"/>
              <a:gd name="connsiteX48" fmla="*/ 5615031 w 6127519"/>
              <a:gd name="connsiteY48" fmla="*/ 3557482 h 6858000"/>
              <a:gd name="connsiteX49" fmla="*/ 5618377 w 6127519"/>
              <a:gd name="connsiteY49" fmla="*/ 3588431 h 6858000"/>
              <a:gd name="connsiteX50" fmla="*/ 5612155 w 6127519"/>
              <a:gd name="connsiteY50" fmla="*/ 3589869 h 6858000"/>
              <a:gd name="connsiteX51" fmla="*/ 5620843 w 6127519"/>
              <a:gd name="connsiteY51" fmla="*/ 3606745 h 6858000"/>
              <a:gd name="connsiteX52" fmla="*/ 5655472 w 6127519"/>
              <a:gd name="connsiteY52" fmla="*/ 3678877 h 6858000"/>
              <a:gd name="connsiteX53" fmla="*/ 5683015 w 6127519"/>
              <a:gd name="connsiteY53" fmla="*/ 3762025 h 6858000"/>
              <a:gd name="connsiteX54" fmla="*/ 5696643 w 6127519"/>
              <a:gd name="connsiteY54" fmla="*/ 3773888 h 6858000"/>
              <a:gd name="connsiteX55" fmla="*/ 5707995 w 6127519"/>
              <a:gd name="connsiteY55" fmla="*/ 3781685 h 6858000"/>
              <a:gd name="connsiteX56" fmla="*/ 5768491 w 6127519"/>
              <a:gd name="connsiteY56" fmla="*/ 3914399 h 6858000"/>
              <a:gd name="connsiteX57" fmla="*/ 5793123 w 6127519"/>
              <a:gd name="connsiteY57" fmla="*/ 3969952 h 6858000"/>
              <a:gd name="connsiteX58" fmla="*/ 5808321 w 6127519"/>
              <a:gd name="connsiteY58" fmla="*/ 3988153 h 6858000"/>
              <a:gd name="connsiteX59" fmla="*/ 5825621 w 6127519"/>
              <a:gd name="connsiteY59" fmla="*/ 4015525 h 6858000"/>
              <a:gd name="connsiteX60" fmla="*/ 5860672 w 6127519"/>
              <a:gd name="connsiteY60" fmla="*/ 4061579 h 6858000"/>
              <a:gd name="connsiteX61" fmla="*/ 5872173 w 6127519"/>
              <a:gd name="connsiteY61" fmla="*/ 4088497 h 6858000"/>
              <a:gd name="connsiteX62" fmla="*/ 5894095 w 6127519"/>
              <a:gd name="connsiteY62" fmla="*/ 4128857 h 6858000"/>
              <a:gd name="connsiteX63" fmla="*/ 5903513 w 6127519"/>
              <a:gd name="connsiteY63" fmla="*/ 4187661 h 6858000"/>
              <a:gd name="connsiteX64" fmla="*/ 5917114 w 6127519"/>
              <a:gd name="connsiteY64" fmla="*/ 4213096 h 6858000"/>
              <a:gd name="connsiteX65" fmla="*/ 5924233 w 6127519"/>
              <a:gd name="connsiteY65" fmla="*/ 4242060 h 6858000"/>
              <a:gd name="connsiteX66" fmla="*/ 5928910 w 6127519"/>
              <a:gd name="connsiteY66" fmla="*/ 4300973 h 6858000"/>
              <a:gd name="connsiteX67" fmla="*/ 5939320 w 6127519"/>
              <a:gd name="connsiteY67" fmla="*/ 4340435 h 6858000"/>
              <a:gd name="connsiteX68" fmla="*/ 5946705 w 6127519"/>
              <a:gd name="connsiteY68" fmla="*/ 4428051 h 6858000"/>
              <a:gd name="connsiteX69" fmla="*/ 5949261 w 6127519"/>
              <a:gd name="connsiteY69" fmla="*/ 4449185 h 6858000"/>
              <a:gd name="connsiteX70" fmla="*/ 5968960 w 6127519"/>
              <a:gd name="connsiteY70" fmla="*/ 4482655 h 6858000"/>
              <a:gd name="connsiteX71" fmla="*/ 5980106 w 6127519"/>
              <a:gd name="connsiteY71" fmla="*/ 4585087 h 6858000"/>
              <a:gd name="connsiteX72" fmla="*/ 5998138 w 6127519"/>
              <a:gd name="connsiteY72" fmla="*/ 4697518 h 6858000"/>
              <a:gd name="connsiteX73" fmla="*/ 6007819 w 6127519"/>
              <a:gd name="connsiteY73" fmla="*/ 4858148 h 6858000"/>
              <a:gd name="connsiteX74" fmla="*/ 6007749 w 6127519"/>
              <a:gd name="connsiteY74" fmla="*/ 4964715 h 6858000"/>
              <a:gd name="connsiteX75" fmla="*/ 6005269 w 6127519"/>
              <a:gd name="connsiteY75" fmla="*/ 5150567 h 6858000"/>
              <a:gd name="connsiteX76" fmla="*/ 6001127 w 6127519"/>
              <a:gd name="connsiteY76" fmla="*/ 5164609 h 6858000"/>
              <a:gd name="connsiteX77" fmla="*/ 5998514 w 6127519"/>
              <a:gd name="connsiteY77" fmla="*/ 5189673 h 6858000"/>
              <a:gd name="connsiteX78" fmla="*/ 6018409 w 6127519"/>
              <a:gd name="connsiteY78" fmla="*/ 5227157 h 6858000"/>
              <a:gd name="connsiteX79" fmla="*/ 6036748 w 6127519"/>
              <a:gd name="connsiteY79" fmla="*/ 5322752 h 6858000"/>
              <a:gd name="connsiteX80" fmla="*/ 6036943 w 6127519"/>
              <a:gd name="connsiteY80" fmla="*/ 5329480 h 6858000"/>
              <a:gd name="connsiteX81" fmla="*/ 6037677 w 6127519"/>
              <a:gd name="connsiteY81" fmla="*/ 5354807 h 6858000"/>
              <a:gd name="connsiteX82" fmla="*/ 6039728 w 6127519"/>
              <a:gd name="connsiteY82" fmla="*/ 5359416 h 6858000"/>
              <a:gd name="connsiteX83" fmla="*/ 6053435 w 6127519"/>
              <a:gd name="connsiteY83" fmla="*/ 5387547 h 6858000"/>
              <a:gd name="connsiteX84" fmla="*/ 6065933 w 6127519"/>
              <a:gd name="connsiteY84" fmla="*/ 5443002 h 6858000"/>
              <a:gd name="connsiteX85" fmla="*/ 6068640 w 6127519"/>
              <a:gd name="connsiteY85" fmla="*/ 5474503 h 6858000"/>
              <a:gd name="connsiteX86" fmla="*/ 6080922 w 6127519"/>
              <a:gd name="connsiteY86" fmla="*/ 5561070 h 6858000"/>
              <a:gd name="connsiteX87" fmla="*/ 6096949 w 6127519"/>
              <a:gd name="connsiteY87" fmla="*/ 5648179 h 6858000"/>
              <a:gd name="connsiteX88" fmla="*/ 6125703 w 6127519"/>
              <a:gd name="connsiteY88" fmla="*/ 5692894 h 6858000"/>
              <a:gd name="connsiteX89" fmla="*/ 6121353 w 6127519"/>
              <a:gd name="connsiteY89" fmla="*/ 5721725 h 6858000"/>
              <a:gd name="connsiteX90" fmla="*/ 6121607 w 6127519"/>
              <a:gd name="connsiteY90" fmla="*/ 5721959 h 6858000"/>
              <a:gd name="connsiteX91" fmla="*/ 6127024 w 6127519"/>
              <a:gd name="connsiteY91" fmla="*/ 5786902 h 6858000"/>
              <a:gd name="connsiteX92" fmla="*/ 6127519 w 6127519"/>
              <a:gd name="connsiteY92" fmla="*/ 5865775 h 6858000"/>
              <a:gd name="connsiteX93" fmla="*/ 6119217 w 6127519"/>
              <a:gd name="connsiteY93" fmla="*/ 5888542 h 6858000"/>
              <a:gd name="connsiteX94" fmla="*/ 6102493 w 6127519"/>
              <a:gd name="connsiteY94" fmla="*/ 5928602 h 6858000"/>
              <a:gd name="connsiteX95" fmla="*/ 6056863 w 6127519"/>
              <a:gd name="connsiteY95" fmla="*/ 6000643 h 6858000"/>
              <a:gd name="connsiteX96" fmla="*/ 6045436 w 6127519"/>
              <a:gd name="connsiteY96" fmla="*/ 6124480 h 6858000"/>
              <a:gd name="connsiteX97" fmla="*/ 6030489 w 6127519"/>
              <a:gd name="connsiteY97" fmla="*/ 6317666 h 6858000"/>
              <a:gd name="connsiteX98" fmla="*/ 6007492 w 6127519"/>
              <a:gd name="connsiteY98" fmla="*/ 6440818 h 6858000"/>
              <a:gd name="connsiteX99" fmla="*/ 6009467 w 6127519"/>
              <a:gd name="connsiteY99" fmla="*/ 6487076 h 6858000"/>
              <a:gd name="connsiteX100" fmla="*/ 5995064 w 6127519"/>
              <a:gd name="connsiteY100" fmla="*/ 6540791 h 6858000"/>
              <a:gd name="connsiteX101" fmla="*/ 6004510 w 6127519"/>
              <a:gd name="connsiteY101" fmla="*/ 6599256 h 6858000"/>
              <a:gd name="connsiteX102" fmla="*/ 5986207 w 6127519"/>
              <a:gd name="connsiteY102" fmla="*/ 6695855 h 6858000"/>
              <a:gd name="connsiteX103" fmla="*/ 5979428 w 6127519"/>
              <a:gd name="connsiteY103" fmla="*/ 6754678 h 6858000"/>
              <a:gd name="connsiteX104" fmla="*/ 5983398 w 6127519"/>
              <a:gd name="connsiteY104" fmla="*/ 6778641 h 6858000"/>
              <a:gd name="connsiteX105" fmla="*/ 5984543 w 6127519"/>
              <a:gd name="connsiteY105" fmla="*/ 6811016 h 6858000"/>
              <a:gd name="connsiteX106" fmla="*/ 5979671 w 6127519"/>
              <a:gd name="connsiteY106" fmla="*/ 6858000 h 6858000"/>
              <a:gd name="connsiteX107" fmla="*/ 0 w 6127519"/>
              <a:gd name="connsiteY107" fmla="*/ 6858000 h 6858000"/>
              <a:gd name="connsiteX108" fmla="*/ 0 w 6127519"/>
              <a:gd name="connsiteY108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21088 w 6127519"/>
              <a:gd name="connsiteY13" fmla="*/ 860193 h 6858000"/>
              <a:gd name="connsiteX14" fmla="*/ 5230806 w 6127519"/>
              <a:gd name="connsiteY14" fmla="*/ 961354 h 6858000"/>
              <a:gd name="connsiteX15" fmla="*/ 5201018 w 6127519"/>
              <a:gd name="connsiteY15" fmla="*/ 1095027 h 6858000"/>
              <a:gd name="connsiteX16" fmla="*/ 5202153 w 6127519"/>
              <a:gd name="connsiteY16" fmla="*/ 1133224 h 6858000"/>
              <a:gd name="connsiteX17" fmla="*/ 5189234 w 6127519"/>
              <a:gd name="connsiteY17" fmla="*/ 1193495 h 6858000"/>
              <a:gd name="connsiteX18" fmla="*/ 5202769 w 6127519"/>
              <a:gd name="connsiteY18" fmla="*/ 1269450 h 6858000"/>
              <a:gd name="connsiteX19" fmla="*/ 5225968 w 6127519"/>
              <a:gd name="connsiteY19" fmla="*/ 1357994 h 6858000"/>
              <a:gd name="connsiteX20" fmla="*/ 5233819 w 6127519"/>
              <a:gd name="connsiteY20" fmla="*/ 1380922 h 6858000"/>
              <a:gd name="connsiteX21" fmla="*/ 5237226 w 6127519"/>
              <a:gd name="connsiteY21" fmla="*/ 1441327 h 6858000"/>
              <a:gd name="connsiteX22" fmla="*/ 5255653 w 6127519"/>
              <a:gd name="connsiteY22" fmla="*/ 1524712 h 6858000"/>
              <a:gd name="connsiteX23" fmla="*/ 5263491 w 6127519"/>
              <a:gd name="connsiteY23" fmla="*/ 1642938 h 6858000"/>
              <a:gd name="connsiteX24" fmla="*/ 5261314 w 6127519"/>
              <a:gd name="connsiteY24" fmla="*/ 1689177 h 6858000"/>
              <a:gd name="connsiteX25" fmla="*/ 5259788 w 6127519"/>
              <a:gd name="connsiteY25" fmla="*/ 1768516 h 6858000"/>
              <a:gd name="connsiteX26" fmla="*/ 5255696 w 6127519"/>
              <a:gd name="connsiteY26" fmla="*/ 1953770 h 6858000"/>
              <a:gd name="connsiteX27" fmla="*/ 5252592 w 6127519"/>
              <a:gd name="connsiteY27" fmla="*/ 2092210 h 6858000"/>
              <a:gd name="connsiteX28" fmla="*/ 5250104 w 6127519"/>
              <a:gd name="connsiteY28" fmla="*/ 2249166 h 6858000"/>
              <a:gd name="connsiteX29" fmla="*/ 5251214 w 6127519"/>
              <a:gd name="connsiteY29" fmla="*/ 2250944 h 6858000"/>
              <a:gd name="connsiteX30" fmla="*/ 5250644 w 6127519"/>
              <a:gd name="connsiteY30" fmla="*/ 2266619 h 6858000"/>
              <a:gd name="connsiteX31" fmla="*/ 5293877 w 6127519"/>
              <a:gd name="connsiteY31" fmla="*/ 2368649 h 6858000"/>
              <a:gd name="connsiteX32" fmla="*/ 5311338 w 6127519"/>
              <a:gd name="connsiteY32" fmla="*/ 2404034 h 6858000"/>
              <a:gd name="connsiteX33" fmla="*/ 5338366 w 6127519"/>
              <a:gd name="connsiteY33" fmla="*/ 2465052 h 6858000"/>
              <a:gd name="connsiteX34" fmla="*/ 5371263 w 6127519"/>
              <a:gd name="connsiteY34" fmla="*/ 2586413 h 6858000"/>
              <a:gd name="connsiteX35" fmla="*/ 5407503 w 6127519"/>
              <a:gd name="connsiteY35" fmla="*/ 2786290 h 6858000"/>
              <a:gd name="connsiteX36" fmla="*/ 5407356 w 6127519"/>
              <a:gd name="connsiteY36" fmla="*/ 2787545 h 6858000"/>
              <a:gd name="connsiteX37" fmla="*/ 5457023 w 6127519"/>
              <a:gd name="connsiteY37" fmla="*/ 2858292 h 6858000"/>
              <a:gd name="connsiteX38" fmla="*/ 5479298 w 6127519"/>
              <a:gd name="connsiteY38" fmla="*/ 2947791 h 6858000"/>
              <a:gd name="connsiteX39" fmla="*/ 5481770 w 6127519"/>
              <a:gd name="connsiteY39" fmla="*/ 2951352 h 6858000"/>
              <a:gd name="connsiteX40" fmla="*/ 5482415 w 6127519"/>
              <a:gd name="connsiteY40" fmla="*/ 3004079 h 6858000"/>
              <a:gd name="connsiteX41" fmla="*/ 5503944 w 6127519"/>
              <a:gd name="connsiteY41" fmla="*/ 3123335 h 6858000"/>
              <a:gd name="connsiteX42" fmla="*/ 5516007 w 6127519"/>
              <a:gd name="connsiteY42" fmla="*/ 3258473 h 6858000"/>
              <a:gd name="connsiteX43" fmla="*/ 5589758 w 6127519"/>
              <a:gd name="connsiteY43" fmla="*/ 3453699 h 6858000"/>
              <a:gd name="connsiteX44" fmla="*/ 5596144 w 6127519"/>
              <a:gd name="connsiteY44" fmla="*/ 3534624 h 6858000"/>
              <a:gd name="connsiteX45" fmla="*/ 5597750 w 6127519"/>
              <a:gd name="connsiteY45" fmla="*/ 3534129 h 6858000"/>
              <a:gd name="connsiteX46" fmla="*/ 5599700 w 6127519"/>
              <a:gd name="connsiteY46" fmla="*/ 3547221 h 6858000"/>
              <a:gd name="connsiteX47" fmla="*/ 5615031 w 6127519"/>
              <a:gd name="connsiteY47" fmla="*/ 3557482 h 6858000"/>
              <a:gd name="connsiteX48" fmla="*/ 5618377 w 6127519"/>
              <a:gd name="connsiteY48" fmla="*/ 3588431 h 6858000"/>
              <a:gd name="connsiteX49" fmla="*/ 5612155 w 6127519"/>
              <a:gd name="connsiteY49" fmla="*/ 3589869 h 6858000"/>
              <a:gd name="connsiteX50" fmla="*/ 5620843 w 6127519"/>
              <a:gd name="connsiteY50" fmla="*/ 3606745 h 6858000"/>
              <a:gd name="connsiteX51" fmla="*/ 5655472 w 6127519"/>
              <a:gd name="connsiteY51" fmla="*/ 3678877 h 6858000"/>
              <a:gd name="connsiteX52" fmla="*/ 5683015 w 6127519"/>
              <a:gd name="connsiteY52" fmla="*/ 3762025 h 6858000"/>
              <a:gd name="connsiteX53" fmla="*/ 5696643 w 6127519"/>
              <a:gd name="connsiteY53" fmla="*/ 3773888 h 6858000"/>
              <a:gd name="connsiteX54" fmla="*/ 5707995 w 6127519"/>
              <a:gd name="connsiteY54" fmla="*/ 3781685 h 6858000"/>
              <a:gd name="connsiteX55" fmla="*/ 5768491 w 6127519"/>
              <a:gd name="connsiteY55" fmla="*/ 3914399 h 6858000"/>
              <a:gd name="connsiteX56" fmla="*/ 5793123 w 6127519"/>
              <a:gd name="connsiteY56" fmla="*/ 3969952 h 6858000"/>
              <a:gd name="connsiteX57" fmla="*/ 5808321 w 6127519"/>
              <a:gd name="connsiteY57" fmla="*/ 3988153 h 6858000"/>
              <a:gd name="connsiteX58" fmla="*/ 5825621 w 6127519"/>
              <a:gd name="connsiteY58" fmla="*/ 4015525 h 6858000"/>
              <a:gd name="connsiteX59" fmla="*/ 5860672 w 6127519"/>
              <a:gd name="connsiteY59" fmla="*/ 4061579 h 6858000"/>
              <a:gd name="connsiteX60" fmla="*/ 5872173 w 6127519"/>
              <a:gd name="connsiteY60" fmla="*/ 4088497 h 6858000"/>
              <a:gd name="connsiteX61" fmla="*/ 5894095 w 6127519"/>
              <a:gd name="connsiteY61" fmla="*/ 4128857 h 6858000"/>
              <a:gd name="connsiteX62" fmla="*/ 5903513 w 6127519"/>
              <a:gd name="connsiteY62" fmla="*/ 4187661 h 6858000"/>
              <a:gd name="connsiteX63" fmla="*/ 5917114 w 6127519"/>
              <a:gd name="connsiteY63" fmla="*/ 4213096 h 6858000"/>
              <a:gd name="connsiteX64" fmla="*/ 5924233 w 6127519"/>
              <a:gd name="connsiteY64" fmla="*/ 4242060 h 6858000"/>
              <a:gd name="connsiteX65" fmla="*/ 5928910 w 6127519"/>
              <a:gd name="connsiteY65" fmla="*/ 4300973 h 6858000"/>
              <a:gd name="connsiteX66" fmla="*/ 5939320 w 6127519"/>
              <a:gd name="connsiteY66" fmla="*/ 4340435 h 6858000"/>
              <a:gd name="connsiteX67" fmla="*/ 5946705 w 6127519"/>
              <a:gd name="connsiteY67" fmla="*/ 4428051 h 6858000"/>
              <a:gd name="connsiteX68" fmla="*/ 5949261 w 6127519"/>
              <a:gd name="connsiteY68" fmla="*/ 4449185 h 6858000"/>
              <a:gd name="connsiteX69" fmla="*/ 5968960 w 6127519"/>
              <a:gd name="connsiteY69" fmla="*/ 4482655 h 6858000"/>
              <a:gd name="connsiteX70" fmla="*/ 5980106 w 6127519"/>
              <a:gd name="connsiteY70" fmla="*/ 4585087 h 6858000"/>
              <a:gd name="connsiteX71" fmla="*/ 5998138 w 6127519"/>
              <a:gd name="connsiteY71" fmla="*/ 4697518 h 6858000"/>
              <a:gd name="connsiteX72" fmla="*/ 6007819 w 6127519"/>
              <a:gd name="connsiteY72" fmla="*/ 4858148 h 6858000"/>
              <a:gd name="connsiteX73" fmla="*/ 6007749 w 6127519"/>
              <a:gd name="connsiteY73" fmla="*/ 4964715 h 6858000"/>
              <a:gd name="connsiteX74" fmla="*/ 6005269 w 6127519"/>
              <a:gd name="connsiteY74" fmla="*/ 5150567 h 6858000"/>
              <a:gd name="connsiteX75" fmla="*/ 6001127 w 6127519"/>
              <a:gd name="connsiteY75" fmla="*/ 5164609 h 6858000"/>
              <a:gd name="connsiteX76" fmla="*/ 5998514 w 6127519"/>
              <a:gd name="connsiteY76" fmla="*/ 5189673 h 6858000"/>
              <a:gd name="connsiteX77" fmla="*/ 6018409 w 6127519"/>
              <a:gd name="connsiteY77" fmla="*/ 5227157 h 6858000"/>
              <a:gd name="connsiteX78" fmla="*/ 6036748 w 6127519"/>
              <a:gd name="connsiteY78" fmla="*/ 5322752 h 6858000"/>
              <a:gd name="connsiteX79" fmla="*/ 6036943 w 6127519"/>
              <a:gd name="connsiteY79" fmla="*/ 5329480 h 6858000"/>
              <a:gd name="connsiteX80" fmla="*/ 6037677 w 6127519"/>
              <a:gd name="connsiteY80" fmla="*/ 5354807 h 6858000"/>
              <a:gd name="connsiteX81" fmla="*/ 6039728 w 6127519"/>
              <a:gd name="connsiteY81" fmla="*/ 5359416 h 6858000"/>
              <a:gd name="connsiteX82" fmla="*/ 6053435 w 6127519"/>
              <a:gd name="connsiteY82" fmla="*/ 5387547 h 6858000"/>
              <a:gd name="connsiteX83" fmla="*/ 6065933 w 6127519"/>
              <a:gd name="connsiteY83" fmla="*/ 5443002 h 6858000"/>
              <a:gd name="connsiteX84" fmla="*/ 6068640 w 6127519"/>
              <a:gd name="connsiteY84" fmla="*/ 5474503 h 6858000"/>
              <a:gd name="connsiteX85" fmla="*/ 6080922 w 6127519"/>
              <a:gd name="connsiteY85" fmla="*/ 5561070 h 6858000"/>
              <a:gd name="connsiteX86" fmla="*/ 6096949 w 6127519"/>
              <a:gd name="connsiteY86" fmla="*/ 5648179 h 6858000"/>
              <a:gd name="connsiteX87" fmla="*/ 6125703 w 6127519"/>
              <a:gd name="connsiteY87" fmla="*/ 5692894 h 6858000"/>
              <a:gd name="connsiteX88" fmla="*/ 6121353 w 6127519"/>
              <a:gd name="connsiteY88" fmla="*/ 5721725 h 6858000"/>
              <a:gd name="connsiteX89" fmla="*/ 6121607 w 6127519"/>
              <a:gd name="connsiteY89" fmla="*/ 5721959 h 6858000"/>
              <a:gd name="connsiteX90" fmla="*/ 6127024 w 6127519"/>
              <a:gd name="connsiteY90" fmla="*/ 5786902 h 6858000"/>
              <a:gd name="connsiteX91" fmla="*/ 6127519 w 6127519"/>
              <a:gd name="connsiteY91" fmla="*/ 5865775 h 6858000"/>
              <a:gd name="connsiteX92" fmla="*/ 6119217 w 6127519"/>
              <a:gd name="connsiteY92" fmla="*/ 5888542 h 6858000"/>
              <a:gd name="connsiteX93" fmla="*/ 6102493 w 6127519"/>
              <a:gd name="connsiteY93" fmla="*/ 5928602 h 6858000"/>
              <a:gd name="connsiteX94" fmla="*/ 6056863 w 6127519"/>
              <a:gd name="connsiteY94" fmla="*/ 6000643 h 6858000"/>
              <a:gd name="connsiteX95" fmla="*/ 6045436 w 6127519"/>
              <a:gd name="connsiteY95" fmla="*/ 6124480 h 6858000"/>
              <a:gd name="connsiteX96" fmla="*/ 6030489 w 6127519"/>
              <a:gd name="connsiteY96" fmla="*/ 6317666 h 6858000"/>
              <a:gd name="connsiteX97" fmla="*/ 6007492 w 6127519"/>
              <a:gd name="connsiteY97" fmla="*/ 6440818 h 6858000"/>
              <a:gd name="connsiteX98" fmla="*/ 6009467 w 6127519"/>
              <a:gd name="connsiteY98" fmla="*/ 6487076 h 6858000"/>
              <a:gd name="connsiteX99" fmla="*/ 5995064 w 6127519"/>
              <a:gd name="connsiteY99" fmla="*/ 6540791 h 6858000"/>
              <a:gd name="connsiteX100" fmla="*/ 6004510 w 6127519"/>
              <a:gd name="connsiteY100" fmla="*/ 6599256 h 6858000"/>
              <a:gd name="connsiteX101" fmla="*/ 5986207 w 6127519"/>
              <a:gd name="connsiteY101" fmla="*/ 6695855 h 6858000"/>
              <a:gd name="connsiteX102" fmla="*/ 5979428 w 6127519"/>
              <a:gd name="connsiteY102" fmla="*/ 6754678 h 6858000"/>
              <a:gd name="connsiteX103" fmla="*/ 5983398 w 6127519"/>
              <a:gd name="connsiteY103" fmla="*/ 6778641 h 6858000"/>
              <a:gd name="connsiteX104" fmla="*/ 5984543 w 6127519"/>
              <a:gd name="connsiteY104" fmla="*/ 6811016 h 6858000"/>
              <a:gd name="connsiteX105" fmla="*/ 5979671 w 6127519"/>
              <a:gd name="connsiteY105" fmla="*/ 6858000 h 6858000"/>
              <a:gd name="connsiteX106" fmla="*/ 0 w 6127519"/>
              <a:gd name="connsiteY106" fmla="*/ 6858000 h 6858000"/>
              <a:gd name="connsiteX107" fmla="*/ 0 w 6127519"/>
              <a:gd name="connsiteY107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21088 w 6127519"/>
              <a:gd name="connsiteY13" fmla="*/ 860193 h 6858000"/>
              <a:gd name="connsiteX14" fmla="*/ 5230806 w 6127519"/>
              <a:gd name="connsiteY14" fmla="*/ 961354 h 6858000"/>
              <a:gd name="connsiteX15" fmla="*/ 5201018 w 6127519"/>
              <a:gd name="connsiteY15" fmla="*/ 1095027 h 6858000"/>
              <a:gd name="connsiteX16" fmla="*/ 5202153 w 6127519"/>
              <a:gd name="connsiteY16" fmla="*/ 1133224 h 6858000"/>
              <a:gd name="connsiteX17" fmla="*/ 5189234 w 6127519"/>
              <a:gd name="connsiteY17" fmla="*/ 1193495 h 6858000"/>
              <a:gd name="connsiteX18" fmla="*/ 5202769 w 6127519"/>
              <a:gd name="connsiteY18" fmla="*/ 1269450 h 6858000"/>
              <a:gd name="connsiteX19" fmla="*/ 5225968 w 6127519"/>
              <a:gd name="connsiteY19" fmla="*/ 1357994 h 6858000"/>
              <a:gd name="connsiteX20" fmla="*/ 5233819 w 6127519"/>
              <a:gd name="connsiteY20" fmla="*/ 1380922 h 6858000"/>
              <a:gd name="connsiteX21" fmla="*/ 5237226 w 6127519"/>
              <a:gd name="connsiteY21" fmla="*/ 1441327 h 6858000"/>
              <a:gd name="connsiteX22" fmla="*/ 5255653 w 6127519"/>
              <a:gd name="connsiteY22" fmla="*/ 1524712 h 6858000"/>
              <a:gd name="connsiteX23" fmla="*/ 5263491 w 6127519"/>
              <a:gd name="connsiteY23" fmla="*/ 1642938 h 6858000"/>
              <a:gd name="connsiteX24" fmla="*/ 5261314 w 6127519"/>
              <a:gd name="connsiteY24" fmla="*/ 1689177 h 6858000"/>
              <a:gd name="connsiteX25" fmla="*/ 5259788 w 6127519"/>
              <a:gd name="connsiteY25" fmla="*/ 1768516 h 6858000"/>
              <a:gd name="connsiteX26" fmla="*/ 5255696 w 6127519"/>
              <a:gd name="connsiteY26" fmla="*/ 1953770 h 6858000"/>
              <a:gd name="connsiteX27" fmla="*/ 5252592 w 6127519"/>
              <a:gd name="connsiteY27" fmla="*/ 2092210 h 6858000"/>
              <a:gd name="connsiteX28" fmla="*/ 5250104 w 6127519"/>
              <a:gd name="connsiteY28" fmla="*/ 2249166 h 6858000"/>
              <a:gd name="connsiteX29" fmla="*/ 5251214 w 6127519"/>
              <a:gd name="connsiteY29" fmla="*/ 2250944 h 6858000"/>
              <a:gd name="connsiteX30" fmla="*/ 5250644 w 6127519"/>
              <a:gd name="connsiteY30" fmla="*/ 2266619 h 6858000"/>
              <a:gd name="connsiteX31" fmla="*/ 5293877 w 6127519"/>
              <a:gd name="connsiteY31" fmla="*/ 2368649 h 6858000"/>
              <a:gd name="connsiteX32" fmla="*/ 5311338 w 6127519"/>
              <a:gd name="connsiteY32" fmla="*/ 2404034 h 6858000"/>
              <a:gd name="connsiteX33" fmla="*/ 5338366 w 6127519"/>
              <a:gd name="connsiteY33" fmla="*/ 2465052 h 6858000"/>
              <a:gd name="connsiteX34" fmla="*/ 5371263 w 6127519"/>
              <a:gd name="connsiteY34" fmla="*/ 2586413 h 6858000"/>
              <a:gd name="connsiteX35" fmla="*/ 5407503 w 6127519"/>
              <a:gd name="connsiteY35" fmla="*/ 2786290 h 6858000"/>
              <a:gd name="connsiteX36" fmla="*/ 5407356 w 6127519"/>
              <a:gd name="connsiteY36" fmla="*/ 2787545 h 6858000"/>
              <a:gd name="connsiteX37" fmla="*/ 5457023 w 6127519"/>
              <a:gd name="connsiteY37" fmla="*/ 2858292 h 6858000"/>
              <a:gd name="connsiteX38" fmla="*/ 5479298 w 6127519"/>
              <a:gd name="connsiteY38" fmla="*/ 2947791 h 6858000"/>
              <a:gd name="connsiteX39" fmla="*/ 5481770 w 6127519"/>
              <a:gd name="connsiteY39" fmla="*/ 2951352 h 6858000"/>
              <a:gd name="connsiteX40" fmla="*/ 5482415 w 6127519"/>
              <a:gd name="connsiteY40" fmla="*/ 3004079 h 6858000"/>
              <a:gd name="connsiteX41" fmla="*/ 5503944 w 6127519"/>
              <a:gd name="connsiteY41" fmla="*/ 3123335 h 6858000"/>
              <a:gd name="connsiteX42" fmla="*/ 5516007 w 6127519"/>
              <a:gd name="connsiteY42" fmla="*/ 3258473 h 6858000"/>
              <a:gd name="connsiteX43" fmla="*/ 5589758 w 6127519"/>
              <a:gd name="connsiteY43" fmla="*/ 3453699 h 6858000"/>
              <a:gd name="connsiteX44" fmla="*/ 5596144 w 6127519"/>
              <a:gd name="connsiteY44" fmla="*/ 3534624 h 6858000"/>
              <a:gd name="connsiteX45" fmla="*/ 5597750 w 6127519"/>
              <a:gd name="connsiteY45" fmla="*/ 3534129 h 6858000"/>
              <a:gd name="connsiteX46" fmla="*/ 5599700 w 6127519"/>
              <a:gd name="connsiteY46" fmla="*/ 3547221 h 6858000"/>
              <a:gd name="connsiteX47" fmla="*/ 5615031 w 6127519"/>
              <a:gd name="connsiteY47" fmla="*/ 3557482 h 6858000"/>
              <a:gd name="connsiteX48" fmla="*/ 5618377 w 6127519"/>
              <a:gd name="connsiteY48" fmla="*/ 3588431 h 6858000"/>
              <a:gd name="connsiteX49" fmla="*/ 5612155 w 6127519"/>
              <a:gd name="connsiteY49" fmla="*/ 3589869 h 6858000"/>
              <a:gd name="connsiteX50" fmla="*/ 5620843 w 6127519"/>
              <a:gd name="connsiteY50" fmla="*/ 3606745 h 6858000"/>
              <a:gd name="connsiteX51" fmla="*/ 5655472 w 6127519"/>
              <a:gd name="connsiteY51" fmla="*/ 3678877 h 6858000"/>
              <a:gd name="connsiteX52" fmla="*/ 5683015 w 6127519"/>
              <a:gd name="connsiteY52" fmla="*/ 3762025 h 6858000"/>
              <a:gd name="connsiteX53" fmla="*/ 5696643 w 6127519"/>
              <a:gd name="connsiteY53" fmla="*/ 3773888 h 6858000"/>
              <a:gd name="connsiteX54" fmla="*/ 5707995 w 6127519"/>
              <a:gd name="connsiteY54" fmla="*/ 3781685 h 6858000"/>
              <a:gd name="connsiteX55" fmla="*/ 5768491 w 6127519"/>
              <a:gd name="connsiteY55" fmla="*/ 3914399 h 6858000"/>
              <a:gd name="connsiteX56" fmla="*/ 5793123 w 6127519"/>
              <a:gd name="connsiteY56" fmla="*/ 3969952 h 6858000"/>
              <a:gd name="connsiteX57" fmla="*/ 5808321 w 6127519"/>
              <a:gd name="connsiteY57" fmla="*/ 3988153 h 6858000"/>
              <a:gd name="connsiteX58" fmla="*/ 5825621 w 6127519"/>
              <a:gd name="connsiteY58" fmla="*/ 4015525 h 6858000"/>
              <a:gd name="connsiteX59" fmla="*/ 5860672 w 6127519"/>
              <a:gd name="connsiteY59" fmla="*/ 4061579 h 6858000"/>
              <a:gd name="connsiteX60" fmla="*/ 5872173 w 6127519"/>
              <a:gd name="connsiteY60" fmla="*/ 4088497 h 6858000"/>
              <a:gd name="connsiteX61" fmla="*/ 5894095 w 6127519"/>
              <a:gd name="connsiteY61" fmla="*/ 4128857 h 6858000"/>
              <a:gd name="connsiteX62" fmla="*/ 5903513 w 6127519"/>
              <a:gd name="connsiteY62" fmla="*/ 4187661 h 6858000"/>
              <a:gd name="connsiteX63" fmla="*/ 5917114 w 6127519"/>
              <a:gd name="connsiteY63" fmla="*/ 4213096 h 6858000"/>
              <a:gd name="connsiteX64" fmla="*/ 5924233 w 6127519"/>
              <a:gd name="connsiteY64" fmla="*/ 4242060 h 6858000"/>
              <a:gd name="connsiteX65" fmla="*/ 5928910 w 6127519"/>
              <a:gd name="connsiteY65" fmla="*/ 4300973 h 6858000"/>
              <a:gd name="connsiteX66" fmla="*/ 5939320 w 6127519"/>
              <a:gd name="connsiteY66" fmla="*/ 4340435 h 6858000"/>
              <a:gd name="connsiteX67" fmla="*/ 5946705 w 6127519"/>
              <a:gd name="connsiteY67" fmla="*/ 4428051 h 6858000"/>
              <a:gd name="connsiteX68" fmla="*/ 5949261 w 6127519"/>
              <a:gd name="connsiteY68" fmla="*/ 4449185 h 6858000"/>
              <a:gd name="connsiteX69" fmla="*/ 5968960 w 6127519"/>
              <a:gd name="connsiteY69" fmla="*/ 4482655 h 6858000"/>
              <a:gd name="connsiteX70" fmla="*/ 5980106 w 6127519"/>
              <a:gd name="connsiteY70" fmla="*/ 4585087 h 6858000"/>
              <a:gd name="connsiteX71" fmla="*/ 5998138 w 6127519"/>
              <a:gd name="connsiteY71" fmla="*/ 4697518 h 6858000"/>
              <a:gd name="connsiteX72" fmla="*/ 6007819 w 6127519"/>
              <a:gd name="connsiteY72" fmla="*/ 4858148 h 6858000"/>
              <a:gd name="connsiteX73" fmla="*/ 6007749 w 6127519"/>
              <a:gd name="connsiteY73" fmla="*/ 4964715 h 6858000"/>
              <a:gd name="connsiteX74" fmla="*/ 6005269 w 6127519"/>
              <a:gd name="connsiteY74" fmla="*/ 5150567 h 6858000"/>
              <a:gd name="connsiteX75" fmla="*/ 6001127 w 6127519"/>
              <a:gd name="connsiteY75" fmla="*/ 5164609 h 6858000"/>
              <a:gd name="connsiteX76" fmla="*/ 5998514 w 6127519"/>
              <a:gd name="connsiteY76" fmla="*/ 5189673 h 6858000"/>
              <a:gd name="connsiteX77" fmla="*/ 6018409 w 6127519"/>
              <a:gd name="connsiteY77" fmla="*/ 5227157 h 6858000"/>
              <a:gd name="connsiteX78" fmla="*/ 6036748 w 6127519"/>
              <a:gd name="connsiteY78" fmla="*/ 5322752 h 6858000"/>
              <a:gd name="connsiteX79" fmla="*/ 6036943 w 6127519"/>
              <a:gd name="connsiteY79" fmla="*/ 5329480 h 6858000"/>
              <a:gd name="connsiteX80" fmla="*/ 6037677 w 6127519"/>
              <a:gd name="connsiteY80" fmla="*/ 5354807 h 6858000"/>
              <a:gd name="connsiteX81" fmla="*/ 6039728 w 6127519"/>
              <a:gd name="connsiteY81" fmla="*/ 5359416 h 6858000"/>
              <a:gd name="connsiteX82" fmla="*/ 6053435 w 6127519"/>
              <a:gd name="connsiteY82" fmla="*/ 5387547 h 6858000"/>
              <a:gd name="connsiteX83" fmla="*/ 6065933 w 6127519"/>
              <a:gd name="connsiteY83" fmla="*/ 5443002 h 6858000"/>
              <a:gd name="connsiteX84" fmla="*/ 6068640 w 6127519"/>
              <a:gd name="connsiteY84" fmla="*/ 5474503 h 6858000"/>
              <a:gd name="connsiteX85" fmla="*/ 6080922 w 6127519"/>
              <a:gd name="connsiteY85" fmla="*/ 5561070 h 6858000"/>
              <a:gd name="connsiteX86" fmla="*/ 6096949 w 6127519"/>
              <a:gd name="connsiteY86" fmla="*/ 5648179 h 6858000"/>
              <a:gd name="connsiteX87" fmla="*/ 6121353 w 6127519"/>
              <a:gd name="connsiteY87" fmla="*/ 5721725 h 6858000"/>
              <a:gd name="connsiteX88" fmla="*/ 6121607 w 6127519"/>
              <a:gd name="connsiteY88" fmla="*/ 5721959 h 6858000"/>
              <a:gd name="connsiteX89" fmla="*/ 6127024 w 6127519"/>
              <a:gd name="connsiteY89" fmla="*/ 5786902 h 6858000"/>
              <a:gd name="connsiteX90" fmla="*/ 6127519 w 6127519"/>
              <a:gd name="connsiteY90" fmla="*/ 5865775 h 6858000"/>
              <a:gd name="connsiteX91" fmla="*/ 6119217 w 6127519"/>
              <a:gd name="connsiteY91" fmla="*/ 5888542 h 6858000"/>
              <a:gd name="connsiteX92" fmla="*/ 6102493 w 6127519"/>
              <a:gd name="connsiteY92" fmla="*/ 5928602 h 6858000"/>
              <a:gd name="connsiteX93" fmla="*/ 6056863 w 6127519"/>
              <a:gd name="connsiteY93" fmla="*/ 6000643 h 6858000"/>
              <a:gd name="connsiteX94" fmla="*/ 6045436 w 6127519"/>
              <a:gd name="connsiteY94" fmla="*/ 6124480 h 6858000"/>
              <a:gd name="connsiteX95" fmla="*/ 6030489 w 6127519"/>
              <a:gd name="connsiteY95" fmla="*/ 6317666 h 6858000"/>
              <a:gd name="connsiteX96" fmla="*/ 6007492 w 6127519"/>
              <a:gd name="connsiteY96" fmla="*/ 6440818 h 6858000"/>
              <a:gd name="connsiteX97" fmla="*/ 6009467 w 6127519"/>
              <a:gd name="connsiteY97" fmla="*/ 6487076 h 6858000"/>
              <a:gd name="connsiteX98" fmla="*/ 5995064 w 6127519"/>
              <a:gd name="connsiteY98" fmla="*/ 6540791 h 6858000"/>
              <a:gd name="connsiteX99" fmla="*/ 6004510 w 6127519"/>
              <a:gd name="connsiteY99" fmla="*/ 6599256 h 6858000"/>
              <a:gd name="connsiteX100" fmla="*/ 5986207 w 6127519"/>
              <a:gd name="connsiteY100" fmla="*/ 6695855 h 6858000"/>
              <a:gd name="connsiteX101" fmla="*/ 5979428 w 6127519"/>
              <a:gd name="connsiteY101" fmla="*/ 6754678 h 6858000"/>
              <a:gd name="connsiteX102" fmla="*/ 5983398 w 6127519"/>
              <a:gd name="connsiteY102" fmla="*/ 6778641 h 6858000"/>
              <a:gd name="connsiteX103" fmla="*/ 5984543 w 6127519"/>
              <a:gd name="connsiteY103" fmla="*/ 6811016 h 6858000"/>
              <a:gd name="connsiteX104" fmla="*/ 5979671 w 6127519"/>
              <a:gd name="connsiteY104" fmla="*/ 6858000 h 6858000"/>
              <a:gd name="connsiteX105" fmla="*/ 0 w 6127519"/>
              <a:gd name="connsiteY105" fmla="*/ 6858000 h 6858000"/>
              <a:gd name="connsiteX106" fmla="*/ 0 w 6127519"/>
              <a:gd name="connsiteY106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21088 w 6127519"/>
              <a:gd name="connsiteY13" fmla="*/ 860193 h 6858000"/>
              <a:gd name="connsiteX14" fmla="*/ 5230806 w 6127519"/>
              <a:gd name="connsiteY14" fmla="*/ 961354 h 6858000"/>
              <a:gd name="connsiteX15" fmla="*/ 5201018 w 6127519"/>
              <a:gd name="connsiteY15" fmla="*/ 1095027 h 6858000"/>
              <a:gd name="connsiteX16" fmla="*/ 5202153 w 6127519"/>
              <a:gd name="connsiteY16" fmla="*/ 1133224 h 6858000"/>
              <a:gd name="connsiteX17" fmla="*/ 5189234 w 6127519"/>
              <a:gd name="connsiteY17" fmla="*/ 1193495 h 6858000"/>
              <a:gd name="connsiteX18" fmla="*/ 5202769 w 6127519"/>
              <a:gd name="connsiteY18" fmla="*/ 1269450 h 6858000"/>
              <a:gd name="connsiteX19" fmla="*/ 5225968 w 6127519"/>
              <a:gd name="connsiteY19" fmla="*/ 1357994 h 6858000"/>
              <a:gd name="connsiteX20" fmla="*/ 5233819 w 6127519"/>
              <a:gd name="connsiteY20" fmla="*/ 1380922 h 6858000"/>
              <a:gd name="connsiteX21" fmla="*/ 5237226 w 6127519"/>
              <a:gd name="connsiteY21" fmla="*/ 1441327 h 6858000"/>
              <a:gd name="connsiteX22" fmla="*/ 5255653 w 6127519"/>
              <a:gd name="connsiteY22" fmla="*/ 1524712 h 6858000"/>
              <a:gd name="connsiteX23" fmla="*/ 5263491 w 6127519"/>
              <a:gd name="connsiteY23" fmla="*/ 1642938 h 6858000"/>
              <a:gd name="connsiteX24" fmla="*/ 5261314 w 6127519"/>
              <a:gd name="connsiteY24" fmla="*/ 1689177 h 6858000"/>
              <a:gd name="connsiteX25" fmla="*/ 5259788 w 6127519"/>
              <a:gd name="connsiteY25" fmla="*/ 1768516 h 6858000"/>
              <a:gd name="connsiteX26" fmla="*/ 5255696 w 6127519"/>
              <a:gd name="connsiteY26" fmla="*/ 1953770 h 6858000"/>
              <a:gd name="connsiteX27" fmla="*/ 5252592 w 6127519"/>
              <a:gd name="connsiteY27" fmla="*/ 2092210 h 6858000"/>
              <a:gd name="connsiteX28" fmla="*/ 5250104 w 6127519"/>
              <a:gd name="connsiteY28" fmla="*/ 2249166 h 6858000"/>
              <a:gd name="connsiteX29" fmla="*/ 5251214 w 6127519"/>
              <a:gd name="connsiteY29" fmla="*/ 2250944 h 6858000"/>
              <a:gd name="connsiteX30" fmla="*/ 5250644 w 6127519"/>
              <a:gd name="connsiteY30" fmla="*/ 2266619 h 6858000"/>
              <a:gd name="connsiteX31" fmla="*/ 5293877 w 6127519"/>
              <a:gd name="connsiteY31" fmla="*/ 2368649 h 6858000"/>
              <a:gd name="connsiteX32" fmla="*/ 5311338 w 6127519"/>
              <a:gd name="connsiteY32" fmla="*/ 2404034 h 6858000"/>
              <a:gd name="connsiteX33" fmla="*/ 5338366 w 6127519"/>
              <a:gd name="connsiteY33" fmla="*/ 2465052 h 6858000"/>
              <a:gd name="connsiteX34" fmla="*/ 5371263 w 6127519"/>
              <a:gd name="connsiteY34" fmla="*/ 2586413 h 6858000"/>
              <a:gd name="connsiteX35" fmla="*/ 5407503 w 6127519"/>
              <a:gd name="connsiteY35" fmla="*/ 2786290 h 6858000"/>
              <a:gd name="connsiteX36" fmla="*/ 5407356 w 6127519"/>
              <a:gd name="connsiteY36" fmla="*/ 2787545 h 6858000"/>
              <a:gd name="connsiteX37" fmla="*/ 5457023 w 6127519"/>
              <a:gd name="connsiteY37" fmla="*/ 2858292 h 6858000"/>
              <a:gd name="connsiteX38" fmla="*/ 5479298 w 6127519"/>
              <a:gd name="connsiteY38" fmla="*/ 2947791 h 6858000"/>
              <a:gd name="connsiteX39" fmla="*/ 5481770 w 6127519"/>
              <a:gd name="connsiteY39" fmla="*/ 2951352 h 6858000"/>
              <a:gd name="connsiteX40" fmla="*/ 5482415 w 6127519"/>
              <a:gd name="connsiteY40" fmla="*/ 3004079 h 6858000"/>
              <a:gd name="connsiteX41" fmla="*/ 5503944 w 6127519"/>
              <a:gd name="connsiteY41" fmla="*/ 3123335 h 6858000"/>
              <a:gd name="connsiteX42" fmla="*/ 5516007 w 6127519"/>
              <a:gd name="connsiteY42" fmla="*/ 3258473 h 6858000"/>
              <a:gd name="connsiteX43" fmla="*/ 5589758 w 6127519"/>
              <a:gd name="connsiteY43" fmla="*/ 3453699 h 6858000"/>
              <a:gd name="connsiteX44" fmla="*/ 5596144 w 6127519"/>
              <a:gd name="connsiteY44" fmla="*/ 3534624 h 6858000"/>
              <a:gd name="connsiteX45" fmla="*/ 5597750 w 6127519"/>
              <a:gd name="connsiteY45" fmla="*/ 3534129 h 6858000"/>
              <a:gd name="connsiteX46" fmla="*/ 5599700 w 6127519"/>
              <a:gd name="connsiteY46" fmla="*/ 3547221 h 6858000"/>
              <a:gd name="connsiteX47" fmla="*/ 5615031 w 6127519"/>
              <a:gd name="connsiteY47" fmla="*/ 3557482 h 6858000"/>
              <a:gd name="connsiteX48" fmla="*/ 5618377 w 6127519"/>
              <a:gd name="connsiteY48" fmla="*/ 3588431 h 6858000"/>
              <a:gd name="connsiteX49" fmla="*/ 5612155 w 6127519"/>
              <a:gd name="connsiteY49" fmla="*/ 3589869 h 6858000"/>
              <a:gd name="connsiteX50" fmla="*/ 5620843 w 6127519"/>
              <a:gd name="connsiteY50" fmla="*/ 3606745 h 6858000"/>
              <a:gd name="connsiteX51" fmla="*/ 5655472 w 6127519"/>
              <a:gd name="connsiteY51" fmla="*/ 3678877 h 6858000"/>
              <a:gd name="connsiteX52" fmla="*/ 5683015 w 6127519"/>
              <a:gd name="connsiteY52" fmla="*/ 3762025 h 6858000"/>
              <a:gd name="connsiteX53" fmla="*/ 5696643 w 6127519"/>
              <a:gd name="connsiteY53" fmla="*/ 3773888 h 6858000"/>
              <a:gd name="connsiteX54" fmla="*/ 5707995 w 6127519"/>
              <a:gd name="connsiteY54" fmla="*/ 3781685 h 6858000"/>
              <a:gd name="connsiteX55" fmla="*/ 5768491 w 6127519"/>
              <a:gd name="connsiteY55" fmla="*/ 3914399 h 6858000"/>
              <a:gd name="connsiteX56" fmla="*/ 5793123 w 6127519"/>
              <a:gd name="connsiteY56" fmla="*/ 3969952 h 6858000"/>
              <a:gd name="connsiteX57" fmla="*/ 5808321 w 6127519"/>
              <a:gd name="connsiteY57" fmla="*/ 3988153 h 6858000"/>
              <a:gd name="connsiteX58" fmla="*/ 5825621 w 6127519"/>
              <a:gd name="connsiteY58" fmla="*/ 4015525 h 6858000"/>
              <a:gd name="connsiteX59" fmla="*/ 5860672 w 6127519"/>
              <a:gd name="connsiteY59" fmla="*/ 4061579 h 6858000"/>
              <a:gd name="connsiteX60" fmla="*/ 5872173 w 6127519"/>
              <a:gd name="connsiteY60" fmla="*/ 4088497 h 6858000"/>
              <a:gd name="connsiteX61" fmla="*/ 5894095 w 6127519"/>
              <a:gd name="connsiteY61" fmla="*/ 4128857 h 6858000"/>
              <a:gd name="connsiteX62" fmla="*/ 5903513 w 6127519"/>
              <a:gd name="connsiteY62" fmla="*/ 4187661 h 6858000"/>
              <a:gd name="connsiteX63" fmla="*/ 5917114 w 6127519"/>
              <a:gd name="connsiteY63" fmla="*/ 4213096 h 6858000"/>
              <a:gd name="connsiteX64" fmla="*/ 5924233 w 6127519"/>
              <a:gd name="connsiteY64" fmla="*/ 4242060 h 6858000"/>
              <a:gd name="connsiteX65" fmla="*/ 5928910 w 6127519"/>
              <a:gd name="connsiteY65" fmla="*/ 4300973 h 6858000"/>
              <a:gd name="connsiteX66" fmla="*/ 5939320 w 6127519"/>
              <a:gd name="connsiteY66" fmla="*/ 4340435 h 6858000"/>
              <a:gd name="connsiteX67" fmla="*/ 5946705 w 6127519"/>
              <a:gd name="connsiteY67" fmla="*/ 4428051 h 6858000"/>
              <a:gd name="connsiteX68" fmla="*/ 5949261 w 6127519"/>
              <a:gd name="connsiteY68" fmla="*/ 4449185 h 6858000"/>
              <a:gd name="connsiteX69" fmla="*/ 5968960 w 6127519"/>
              <a:gd name="connsiteY69" fmla="*/ 4482655 h 6858000"/>
              <a:gd name="connsiteX70" fmla="*/ 5980106 w 6127519"/>
              <a:gd name="connsiteY70" fmla="*/ 4585087 h 6858000"/>
              <a:gd name="connsiteX71" fmla="*/ 5998138 w 6127519"/>
              <a:gd name="connsiteY71" fmla="*/ 4697518 h 6858000"/>
              <a:gd name="connsiteX72" fmla="*/ 6007819 w 6127519"/>
              <a:gd name="connsiteY72" fmla="*/ 4858148 h 6858000"/>
              <a:gd name="connsiteX73" fmla="*/ 6007749 w 6127519"/>
              <a:gd name="connsiteY73" fmla="*/ 4964715 h 6858000"/>
              <a:gd name="connsiteX74" fmla="*/ 6005269 w 6127519"/>
              <a:gd name="connsiteY74" fmla="*/ 5150567 h 6858000"/>
              <a:gd name="connsiteX75" fmla="*/ 6001127 w 6127519"/>
              <a:gd name="connsiteY75" fmla="*/ 5164609 h 6858000"/>
              <a:gd name="connsiteX76" fmla="*/ 5998514 w 6127519"/>
              <a:gd name="connsiteY76" fmla="*/ 5189673 h 6858000"/>
              <a:gd name="connsiteX77" fmla="*/ 6018409 w 6127519"/>
              <a:gd name="connsiteY77" fmla="*/ 5227157 h 6858000"/>
              <a:gd name="connsiteX78" fmla="*/ 6036748 w 6127519"/>
              <a:gd name="connsiteY78" fmla="*/ 5322752 h 6858000"/>
              <a:gd name="connsiteX79" fmla="*/ 6036943 w 6127519"/>
              <a:gd name="connsiteY79" fmla="*/ 5329480 h 6858000"/>
              <a:gd name="connsiteX80" fmla="*/ 6037677 w 6127519"/>
              <a:gd name="connsiteY80" fmla="*/ 5354807 h 6858000"/>
              <a:gd name="connsiteX81" fmla="*/ 6039728 w 6127519"/>
              <a:gd name="connsiteY81" fmla="*/ 5359416 h 6858000"/>
              <a:gd name="connsiteX82" fmla="*/ 6053435 w 6127519"/>
              <a:gd name="connsiteY82" fmla="*/ 5387547 h 6858000"/>
              <a:gd name="connsiteX83" fmla="*/ 6065933 w 6127519"/>
              <a:gd name="connsiteY83" fmla="*/ 5443002 h 6858000"/>
              <a:gd name="connsiteX84" fmla="*/ 6068640 w 6127519"/>
              <a:gd name="connsiteY84" fmla="*/ 5474503 h 6858000"/>
              <a:gd name="connsiteX85" fmla="*/ 6080922 w 6127519"/>
              <a:gd name="connsiteY85" fmla="*/ 5561070 h 6858000"/>
              <a:gd name="connsiteX86" fmla="*/ 6096949 w 6127519"/>
              <a:gd name="connsiteY86" fmla="*/ 5648179 h 6858000"/>
              <a:gd name="connsiteX87" fmla="*/ 6121353 w 6127519"/>
              <a:gd name="connsiteY87" fmla="*/ 5721725 h 6858000"/>
              <a:gd name="connsiteX88" fmla="*/ 6109884 w 6127519"/>
              <a:gd name="connsiteY88" fmla="*/ 5721959 h 6858000"/>
              <a:gd name="connsiteX89" fmla="*/ 6127024 w 6127519"/>
              <a:gd name="connsiteY89" fmla="*/ 5786902 h 6858000"/>
              <a:gd name="connsiteX90" fmla="*/ 6127519 w 6127519"/>
              <a:gd name="connsiteY90" fmla="*/ 5865775 h 6858000"/>
              <a:gd name="connsiteX91" fmla="*/ 6119217 w 6127519"/>
              <a:gd name="connsiteY91" fmla="*/ 5888542 h 6858000"/>
              <a:gd name="connsiteX92" fmla="*/ 6102493 w 6127519"/>
              <a:gd name="connsiteY92" fmla="*/ 5928602 h 6858000"/>
              <a:gd name="connsiteX93" fmla="*/ 6056863 w 6127519"/>
              <a:gd name="connsiteY93" fmla="*/ 6000643 h 6858000"/>
              <a:gd name="connsiteX94" fmla="*/ 6045436 w 6127519"/>
              <a:gd name="connsiteY94" fmla="*/ 6124480 h 6858000"/>
              <a:gd name="connsiteX95" fmla="*/ 6030489 w 6127519"/>
              <a:gd name="connsiteY95" fmla="*/ 6317666 h 6858000"/>
              <a:gd name="connsiteX96" fmla="*/ 6007492 w 6127519"/>
              <a:gd name="connsiteY96" fmla="*/ 6440818 h 6858000"/>
              <a:gd name="connsiteX97" fmla="*/ 6009467 w 6127519"/>
              <a:gd name="connsiteY97" fmla="*/ 6487076 h 6858000"/>
              <a:gd name="connsiteX98" fmla="*/ 5995064 w 6127519"/>
              <a:gd name="connsiteY98" fmla="*/ 6540791 h 6858000"/>
              <a:gd name="connsiteX99" fmla="*/ 6004510 w 6127519"/>
              <a:gd name="connsiteY99" fmla="*/ 6599256 h 6858000"/>
              <a:gd name="connsiteX100" fmla="*/ 5986207 w 6127519"/>
              <a:gd name="connsiteY100" fmla="*/ 6695855 h 6858000"/>
              <a:gd name="connsiteX101" fmla="*/ 5979428 w 6127519"/>
              <a:gd name="connsiteY101" fmla="*/ 6754678 h 6858000"/>
              <a:gd name="connsiteX102" fmla="*/ 5983398 w 6127519"/>
              <a:gd name="connsiteY102" fmla="*/ 6778641 h 6858000"/>
              <a:gd name="connsiteX103" fmla="*/ 5984543 w 6127519"/>
              <a:gd name="connsiteY103" fmla="*/ 6811016 h 6858000"/>
              <a:gd name="connsiteX104" fmla="*/ 5979671 w 6127519"/>
              <a:gd name="connsiteY104" fmla="*/ 6858000 h 6858000"/>
              <a:gd name="connsiteX105" fmla="*/ 0 w 6127519"/>
              <a:gd name="connsiteY105" fmla="*/ 6858000 h 6858000"/>
              <a:gd name="connsiteX106" fmla="*/ 0 w 6127519"/>
              <a:gd name="connsiteY106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21088 w 6127519"/>
              <a:gd name="connsiteY13" fmla="*/ 860193 h 6858000"/>
              <a:gd name="connsiteX14" fmla="*/ 5230806 w 6127519"/>
              <a:gd name="connsiteY14" fmla="*/ 961354 h 6858000"/>
              <a:gd name="connsiteX15" fmla="*/ 5201018 w 6127519"/>
              <a:gd name="connsiteY15" fmla="*/ 1095027 h 6858000"/>
              <a:gd name="connsiteX16" fmla="*/ 5202153 w 6127519"/>
              <a:gd name="connsiteY16" fmla="*/ 1133224 h 6858000"/>
              <a:gd name="connsiteX17" fmla="*/ 5189234 w 6127519"/>
              <a:gd name="connsiteY17" fmla="*/ 1193495 h 6858000"/>
              <a:gd name="connsiteX18" fmla="*/ 5202769 w 6127519"/>
              <a:gd name="connsiteY18" fmla="*/ 1269450 h 6858000"/>
              <a:gd name="connsiteX19" fmla="*/ 5225968 w 6127519"/>
              <a:gd name="connsiteY19" fmla="*/ 1357994 h 6858000"/>
              <a:gd name="connsiteX20" fmla="*/ 5233819 w 6127519"/>
              <a:gd name="connsiteY20" fmla="*/ 1380922 h 6858000"/>
              <a:gd name="connsiteX21" fmla="*/ 5237226 w 6127519"/>
              <a:gd name="connsiteY21" fmla="*/ 1441327 h 6858000"/>
              <a:gd name="connsiteX22" fmla="*/ 5255653 w 6127519"/>
              <a:gd name="connsiteY22" fmla="*/ 1524712 h 6858000"/>
              <a:gd name="connsiteX23" fmla="*/ 5263491 w 6127519"/>
              <a:gd name="connsiteY23" fmla="*/ 1642938 h 6858000"/>
              <a:gd name="connsiteX24" fmla="*/ 5261314 w 6127519"/>
              <a:gd name="connsiteY24" fmla="*/ 1689177 h 6858000"/>
              <a:gd name="connsiteX25" fmla="*/ 5259788 w 6127519"/>
              <a:gd name="connsiteY25" fmla="*/ 1768516 h 6858000"/>
              <a:gd name="connsiteX26" fmla="*/ 5255696 w 6127519"/>
              <a:gd name="connsiteY26" fmla="*/ 1953770 h 6858000"/>
              <a:gd name="connsiteX27" fmla="*/ 5252592 w 6127519"/>
              <a:gd name="connsiteY27" fmla="*/ 2092210 h 6858000"/>
              <a:gd name="connsiteX28" fmla="*/ 5250104 w 6127519"/>
              <a:gd name="connsiteY28" fmla="*/ 2249166 h 6858000"/>
              <a:gd name="connsiteX29" fmla="*/ 5251214 w 6127519"/>
              <a:gd name="connsiteY29" fmla="*/ 2250944 h 6858000"/>
              <a:gd name="connsiteX30" fmla="*/ 5250644 w 6127519"/>
              <a:gd name="connsiteY30" fmla="*/ 2266619 h 6858000"/>
              <a:gd name="connsiteX31" fmla="*/ 5293877 w 6127519"/>
              <a:gd name="connsiteY31" fmla="*/ 2368649 h 6858000"/>
              <a:gd name="connsiteX32" fmla="*/ 5311338 w 6127519"/>
              <a:gd name="connsiteY32" fmla="*/ 2404034 h 6858000"/>
              <a:gd name="connsiteX33" fmla="*/ 5338366 w 6127519"/>
              <a:gd name="connsiteY33" fmla="*/ 2465052 h 6858000"/>
              <a:gd name="connsiteX34" fmla="*/ 5371263 w 6127519"/>
              <a:gd name="connsiteY34" fmla="*/ 2586413 h 6858000"/>
              <a:gd name="connsiteX35" fmla="*/ 5407503 w 6127519"/>
              <a:gd name="connsiteY35" fmla="*/ 2786290 h 6858000"/>
              <a:gd name="connsiteX36" fmla="*/ 5407356 w 6127519"/>
              <a:gd name="connsiteY36" fmla="*/ 2787545 h 6858000"/>
              <a:gd name="connsiteX37" fmla="*/ 5457023 w 6127519"/>
              <a:gd name="connsiteY37" fmla="*/ 2858292 h 6858000"/>
              <a:gd name="connsiteX38" fmla="*/ 5479298 w 6127519"/>
              <a:gd name="connsiteY38" fmla="*/ 2947791 h 6858000"/>
              <a:gd name="connsiteX39" fmla="*/ 5481770 w 6127519"/>
              <a:gd name="connsiteY39" fmla="*/ 2951352 h 6858000"/>
              <a:gd name="connsiteX40" fmla="*/ 5482415 w 6127519"/>
              <a:gd name="connsiteY40" fmla="*/ 3004079 h 6858000"/>
              <a:gd name="connsiteX41" fmla="*/ 5503944 w 6127519"/>
              <a:gd name="connsiteY41" fmla="*/ 3123335 h 6858000"/>
              <a:gd name="connsiteX42" fmla="*/ 5516007 w 6127519"/>
              <a:gd name="connsiteY42" fmla="*/ 3258473 h 6858000"/>
              <a:gd name="connsiteX43" fmla="*/ 5589758 w 6127519"/>
              <a:gd name="connsiteY43" fmla="*/ 3453699 h 6858000"/>
              <a:gd name="connsiteX44" fmla="*/ 5596144 w 6127519"/>
              <a:gd name="connsiteY44" fmla="*/ 3534624 h 6858000"/>
              <a:gd name="connsiteX45" fmla="*/ 5597750 w 6127519"/>
              <a:gd name="connsiteY45" fmla="*/ 3534129 h 6858000"/>
              <a:gd name="connsiteX46" fmla="*/ 5599700 w 6127519"/>
              <a:gd name="connsiteY46" fmla="*/ 3547221 h 6858000"/>
              <a:gd name="connsiteX47" fmla="*/ 5615031 w 6127519"/>
              <a:gd name="connsiteY47" fmla="*/ 3557482 h 6858000"/>
              <a:gd name="connsiteX48" fmla="*/ 5618377 w 6127519"/>
              <a:gd name="connsiteY48" fmla="*/ 3588431 h 6858000"/>
              <a:gd name="connsiteX49" fmla="*/ 5612155 w 6127519"/>
              <a:gd name="connsiteY49" fmla="*/ 3589869 h 6858000"/>
              <a:gd name="connsiteX50" fmla="*/ 5620843 w 6127519"/>
              <a:gd name="connsiteY50" fmla="*/ 3606745 h 6858000"/>
              <a:gd name="connsiteX51" fmla="*/ 5655472 w 6127519"/>
              <a:gd name="connsiteY51" fmla="*/ 3678877 h 6858000"/>
              <a:gd name="connsiteX52" fmla="*/ 5683015 w 6127519"/>
              <a:gd name="connsiteY52" fmla="*/ 3762025 h 6858000"/>
              <a:gd name="connsiteX53" fmla="*/ 5696643 w 6127519"/>
              <a:gd name="connsiteY53" fmla="*/ 3773888 h 6858000"/>
              <a:gd name="connsiteX54" fmla="*/ 5707995 w 6127519"/>
              <a:gd name="connsiteY54" fmla="*/ 3781685 h 6858000"/>
              <a:gd name="connsiteX55" fmla="*/ 5768491 w 6127519"/>
              <a:gd name="connsiteY55" fmla="*/ 3914399 h 6858000"/>
              <a:gd name="connsiteX56" fmla="*/ 5793123 w 6127519"/>
              <a:gd name="connsiteY56" fmla="*/ 3969952 h 6858000"/>
              <a:gd name="connsiteX57" fmla="*/ 5808321 w 6127519"/>
              <a:gd name="connsiteY57" fmla="*/ 3988153 h 6858000"/>
              <a:gd name="connsiteX58" fmla="*/ 5825621 w 6127519"/>
              <a:gd name="connsiteY58" fmla="*/ 4015525 h 6858000"/>
              <a:gd name="connsiteX59" fmla="*/ 5860672 w 6127519"/>
              <a:gd name="connsiteY59" fmla="*/ 4061579 h 6858000"/>
              <a:gd name="connsiteX60" fmla="*/ 5872173 w 6127519"/>
              <a:gd name="connsiteY60" fmla="*/ 4088497 h 6858000"/>
              <a:gd name="connsiteX61" fmla="*/ 5894095 w 6127519"/>
              <a:gd name="connsiteY61" fmla="*/ 4128857 h 6858000"/>
              <a:gd name="connsiteX62" fmla="*/ 5903513 w 6127519"/>
              <a:gd name="connsiteY62" fmla="*/ 4187661 h 6858000"/>
              <a:gd name="connsiteX63" fmla="*/ 5917114 w 6127519"/>
              <a:gd name="connsiteY63" fmla="*/ 4213096 h 6858000"/>
              <a:gd name="connsiteX64" fmla="*/ 5924233 w 6127519"/>
              <a:gd name="connsiteY64" fmla="*/ 4242060 h 6858000"/>
              <a:gd name="connsiteX65" fmla="*/ 5928910 w 6127519"/>
              <a:gd name="connsiteY65" fmla="*/ 4300973 h 6858000"/>
              <a:gd name="connsiteX66" fmla="*/ 5939320 w 6127519"/>
              <a:gd name="connsiteY66" fmla="*/ 4340435 h 6858000"/>
              <a:gd name="connsiteX67" fmla="*/ 5946705 w 6127519"/>
              <a:gd name="connsiteY67" fmla="*/ 4428051 h 6858000"/>
              <a:gd name="connsiteX68" fmla="*/ 5949261 w 6127519"/>
              <a:gd name="connsiteY68" fmla="*/ 4449185 h 6858000"/>
              <a:gd name="connsiteX69" fmla="*/ 5968960 w 6127519"/>
              <a:gd name="connsiteY69" fmla="*/ 4482655 h 6858000"/>
              <a:gd name="connsiteX70" fmla="*/ 5980106 w 6127519"/>
              <a:gd name="connsiteY70" fmla="*/ 4585087 h 6858000"/>
              <a:gd name="connsiteX71" fmla="*/ 5998138 w 6127519"/>
              <a:gd name="connsiteY71" fmla="*/ 4697518 h 6858000"/>
              <a:gd name="connsiteX72" fmla="*/ 6007819 w 6127519"/>
              <a:gd name="connsiteY72" fmla="*/ 4858148 h 6858000"/>
              <a:gd name="connsiteX73" fmla="*/ 6007749 w 6127519"/>
              <a:gd name="connsiteY73" fmla="*/ 4964715 h 6858000"/>
              <a:gd name="connsiteX74" fmla="*/ 6005269 w 6127519"/>
              <a:gd name="connsiteY74" fmla="*/ 5150567 h 6858000"/>
              <a:gd name="connsiteX75" fmla="*/ 6001127 w 6127519"/>
              <a:gd name="connsiteY75" fmla="*/ 5164609 h 6858000"/>
              <a:gd name="connsiteX76" fmla="*/ 5998514 w 6127519"/>
              <a:gd name="connsiteY76" fmla="*/ 5189673 h 6858000"/>
              <a:gd name="connsiteX77" fmla="*/ 6018409 w 6127519"/>
              <a:gd name="connsiteY77" fmla="*/ 5227157 h 6858000"/>
              <a:gd name="connsiteX78" fmla="*/ 6036748 w 6127519"/>
              <a:gd name="connsiteY78" fmla="*/ 5322752 h 6858000"/>
              <a:gd name="connsiteX79" fmla="*/ 6036943 w 6127519"/>
              <a:gd name="connsiteY79" fmla="*/ 5329480 h 6858000"/>
              <a:gd name="connsiteX80" fmla="*/ 6037677 w 6127519"/>
              <a:gd name="connsiteY80" fmla="*/ 5354807 h 6858000"/>
              <a:gd name="connsiteX81" fmla="*/ 6039728 w 6127519"/>
              <a:gd name="connsiteY81" fmla="*/ 5359416 h 6858000"/>
              <a:gd name="connsiteX82" fmla="*/ 6053435 w 6127519"/>
              <a:gd name="connsiteY82" fmla="*/ 5387547 h 6858000"/>
              <a:gd name="connsiteX83" fmla="*/ 6065933 w 6127519"/>
              <a:gd name="connsiteY83" fmla="*/ 5443002 h 6858000"/>
              <a:gd name="connsiteX84" fmla="*/ 6068640 w 6127519"/>
              <a:gd name="connsiteY84" fmla="*/ 5474503 h 6858000"/>
              <a:gd name="connsiteX85" fmla="*/ 6080922 w 6127519"/>
              <a:gd name="connsiteY85" fmla="*/ 5561070 h 6858000"/>
              <a:gd name="connsiteX86" fmla="*/ 6096949 w 6127519"/>
              <a:gd name="connsiteY86" fmla="*/ 5648179 h 6858000"/>
              <a:gd name="connsiteX87" fmla="*/ 6121353 w 6127519"/>
              <a:gd name="connsiteY87" fmla="*/ 5721725 h 6858000"/>
              <a:gd name="connsiteX88" fmla="*/ 6109884 w 6127519"/>
              <a:gd name="connsiteY88" fmla="*/ 5721959 h 6858000"/>
              <a:gd name="connsiteX89" fmla="*/ 6127024 w 6127519"/>
              <a:gd name="connsiteY89" fmla="*/ 5786902 h 6858000"/>
              <a:gd name="connsiteX90" fmla="*/ 6127519 w 6127519"/>
              <a:gd name="connsiteY90" fmla="*/ 5865775 h 6858000"/>
              <a:gd name="connsiteX91" fmla="*/ 6116287 w 6127519"/>
              <a:gd name="connsiteY91" fmla="*/ 5868026 h 6858000"/>
              <a:gd name="connsiteX92" fmla="*/ 6102493 w 6127519"/>
              <a:gd name="connsiteY92" fmla="*/ 5928602 h 6858000"/>
              <a:gd name="connsiteX93" fmla="*/ 6056863 w 6127519"/>
              <a:gd name="connsiteY93" fmla="*/ 6000643 h 6858000"/>
              <a:gd name="connsiteX94" fmla="*/ 6045436 w 6127519"/>
              <a:gd name="connsiteY94" fmla="*/ 6124480 h 6858000"/>
              <a:gd name="connsiteX95" fmla="*/ 6030489 w 6127519"/>
              <a:gd name="connsiteY95" fmla="*/ 6317666 h 6858000"/>
              <a:gd name="connsiteX96" fmla="*/ 6007492 w 6127519"/>
              <a:gd name="connsiteY96" fmla="*/ 6440818 h 6858000"/>
              <a:gd name="connsiteX97" fmla="*/ 6009467 w 6127519"/>
              <a:gd name="connsiteY97" fmla="*/ 6487076 h 6858000"/>
              <a:gd name="connsiteX98" fmla="*/ 5995064 w 6127519"/>
              <a:gd name="connsiteY98" fmla="*/ 6540791 h 6858000"/>
              <a:gd name="connsiteX99" fmla="*/ 6004510 w 6127519"/>
              <a:gd name="connsiteY99" fmla="*/ 6599256 h 6858000"/>
              <a:gd name="connsiteX100" fmla="*/ 5986207 w 6127519"/>
              <a:gd name="connsiteY100" fmla="*/ 6695855 h 6858000"/>
              <a:gd name="connsiteX101" fmla="*/ 5979428 w 6127519"/>
              <a:gd name="connsiteY101" fmla="*/ 6754678 h 6858000"/>
              <a:gd name="connsiteX102" fmla="*/ 5983398 w 6127519"/>
              <a:gd name="connsiteY102" fmla="*/ 6778641 h 6858000"/>
              <a:gd name="connsiteX103" fmla="*/ 5984543 w 6127519"/>
              <a:gd name="connsiteY103" fmla="*/ 6811016 h 6858000"/>
              <a:gd name="connsiteX104" fmla="*/ 5979671 w 6127519"/>
              <a:gd name="connsiteY104" fmla="*/ 6858000 h 6858000"/>
              <a:gd name="connsiteX105" fmla="*/ 0 w 6127519"/>
              <a:gd name="connsiteY105" fmla="*/ 6858000 h 6858000"/>
              <a:gd name="connsiteX106" fmla="*/ 0 w 6127519"/>
              <a:gd name="connsiteY106" fmla="*/ 0 h 6858000"/>
              <a:gd name="connsiteX0" fmla="*/ 0 w 6127519"/>
              <a:gd name="connsiteY0" fmla="*/ 0 h 6858000"/>
              <a:gd name="connsiteX1" fmla="*/ 4965888 w 6127519"/>
              <a:gd name="connsiteY1" fmla="*/ 0 h 6858000"/>
              <a:gd name="connsiteX2" fmla="*/ 4967767 w 6127519"/>
              <a:gd name="connsiteY2" fmla="*/ 7930 h 6858000"/>
              <a:gd name="connsiteX3" fmla="*/ 4979444 w 6127519"/>
              <a:gd name="connsiteY3" fmla="*/ 43921 h 6858000"/>
              <a:gd name="connsiteX4" fmla="*/ 5021173 w 6127519"/>
              <a:gd name="connsiteY4" fmla="*/ 123738 h 6858000"/>
              <a:gd name="connsiteX5" fmla="*/ 5075458 w 6127519"/>
              <a:gd name="connsiteY5" fmla="*/ 264355 h 6858000"/>
              <a:gd name="connsiteX6" fmla="*/ 5081175 w 6127519"/>
              <a:gd name="connsiteY6" fmla="*/ 277448 h 6858000"/>
              <a:gd name="connsiteX7" fmla="*/ 5097011 w 6127519"/>
              <a:gd name="connsiteY7" fmla="*/ 355616 h 6858000"/>
              <a:gd name="connsiteX8" fmla="*/ 5130982 w 6127519"/>
              <a:gd name="connsiteY8" fmla="*/ 412030 h 6858000"/>
              <a:gd name="connsiteX9" fmla="*/ 5153000 w 6127519"/>
              <a:gd name="connsiteY9" fmla="*/ 507134 h 6858000"/>
              <a:gd name="connsiteX10" fmla="*/ 5171282 w 6127519"/>
              <a:gd name="connsiteY10" fmla="*/ 602071 h 6858000"/>
              <a:gd name="connsiteX11" fmla="*/ 5176196 w 6127519"/>
              <a:gd name="connsiteY11" fmla="*/ 636822 h 6858000"/>
              <a:gd name="connsiteX12" fmla="*/ 5189051 w 6127519"/>
              <a:gd name="connsiteY12" fmla="*/ 782518 h 6858000"/>
              <a:gd name="connsiteX13" fmla="*/ 5221088 w 6127519"/>
              <a:gd name="connsiteY13" fmla="*/ 860193 h 6858000"/>
              <a:gd name="connsiteX14" fmla="*/ 5230806 w 6127519"/>
              <a:gd name="connsiteY14" fmla="*/ 961354 h 6858000"/>
              <a:gd name="connsiteX15" fmla="*/ 5201018 w 6127519"/>
              <a:gd name="connsiteY15" fmla="*/ 1095027 h 6858000"/>
              <a:gd name="connsiteX16" fmla="*/ 5202153 w 6127519"/>
              <a:gd name="connsiteY16" fmla="*/ 1133224 h 6858000"/>
              <a:gd name="connsiteX17" fmla="*/ 5189234 w 6127519"/>
              <a:gd name="connsiteY17" fmla="*/ 1193495 h 6858000"/>
              <a:gd name="connsiteX18" fmla="*/ 5202769 w 6127519"/>
              <a:gd name="connsiteY18" fmla="*/ 1269450 h 6858000"/>
              <a:gd name="connsiteX19" fmla="*/ 5225968 w 6127519"/>
              <a:gd name="connsiteY19" fmla="*/ 1357994 h 6858000"/>
              <a:gd name="connsiteX20" fmla="*/ 5233819 w 6127519"/>
              <a:gd name="connsiteY20" fmla="*/ 1380922 h 6858000"/>
              <a:gd name="connsiteX21" fmla="*/ 5237226 w 6127519"/>
              <a:gd name="connsiteY21" fmla="*/ 1441327 h 6858000"/>
              <a:gd name="connsiteX22" fmla="*/ 5255653 w 6127519"/>
              <a:gd name="connsiteY22" fmla="*/ 1524712 h 6858000"/>
              <a:gd name="connsiteX23" fmla="*/ 5263491 w 6127519"/>
              <a:gd name="connsiteY23" fmla="*/ 1642938 h 6858000"/>
              <a:gd name="connsiteX24" fmla="*/ 5261314 w 6127519"/>
              <a:gd name="connsiteY24" fmla="*/ 1689177 h 6858000"/>
              <a:gd name="connsiteX25" fmla="*/ 5259788 w 6127519"/>
              <a:gd name="connsiteY25" fmla="*/ 1768516 h 6858000"/>
              <a:gd name="connsiteX26" fmla="*/ 5255696 w 6127519"/>
              <a:gd name="connsiteY26" fmla="*/ 1953770 h 6858000"/>
              <a:gd name="connsiteX27" fmla="*/ 5252592 w 6127519"/>
              <a:gd name="connsiteY27" fmla="*/ 2092210 h 6858000"/>
              <a:gd name="connsiteX28" fmla="*/ 5250104 w 6127519"/>
              <a:gd name="connsiteY28" fmla="*/ 2249166 h 6858000"/>
              <a:gd name="connsiteX29" fmla="*/ 5251214 w 6127519"/>
              <a:gd name="connsiteY29" fmla="*/ 2250944 h 6858000"/>
              <a:gd name="connsiteX30" fmla="*/ 5250644 w 6127519"/>
              <a:gd name="connsiteY30" fmla="*/ 2266619 h 6858000"/>
              <a:gd name="connsiteX31" fmla="*/ 5293877 w 6127519"/>
              <a:gd name="connsiteY31" fmla="*/ 2368649 h 6858000"/>
              <a:gd name="connsiteX32" fmla="*/ 5311338 w 6127519"/>
              <a:gd name="connsiteY32" fmla="*/ 2404034 h 6858000"/>
              <a:gd name="connsiteX33" fmla="*/ 5338366 w 6127519"/>
              <a:gd name="connsiteY33" fmla="*/ 2465052 h 6858000"/>
              <a:gd name="connsiteX34" fmla="*/ 5371263 w 6127519"/>
              <a:gd name="connsiteY34" fmla="*/ 2586413 h 6858000"/>
              <a:gd name="connsiteX35" fmla="*/ 5407503 w 6127519"/>
              <a:gd name="connsiteY35" fmla="*/ 2786290 h 6858000"/>
              <a:gd name="connsiteX36" fmla="*/ 5407356 w 6127519"/>
              <a:gd name="connsiteY36" fmla="*/ 2787545 h 6858000"/>
              <a:gd name="connsiteX37" fmla="*/ 5457023 w 6127519"/>
              <a:gd name="connsiteY37" fmla="*/ 2858292 h 6858000"/>
              <a:gd name="connsiteX38" fmla="*/ 5479298 w 6127519"/>
              <a:gd name="connsiteY38" fmla="*/ 2947791 h 6858000"/>
              <a:gd name="connsiteX39" fmla="*/ 5481770 w 6127519"/>
              <a:gd name="connsiteY39" fmla="*/ 2951352 h 6858000"/>
              <a:gd name="connsiteX40" fmla="*/ 5482415 w 6127519"/>
              <a:gd name="connsiteY40" fmla="*/ 3004079 h 6858000"/>
              <a:gd name="connsiteX41" fmla="*/ 5503944 w 6127519"/>
              <a:gd name="connsiteY41" fmla="*/ 3123335 h 6858000"/>
              <a:gd name="connsiteX42" fmla="*/ 5516007 w 6127519"/>
              <a:gd name="connsiteY42" fmla="*/ 3258473 h 6858000"/>
              <a:gd name="connsiteX43" fmla="*/ 5589758 w 6127519"/>
              <a:gd name="connsiteY43" fmla="*/ 3453699 h 6858000"/>
              <a:gd name="connsiteX44" fmla="*/ 5596144 w 6127519"/>
              <a:gd name="connsiteY44" fmla="*/ 3534624 h 6858000"/>
              <a:gd name="connsiteX45" fmla="*/ 5597750 w 6127519"/>
              <a:gd name="connsiteY45" fmla="*/ 3534129 h 6858000"/>
              <a:gd name="connsiteX46" fmla="*/ 5599700 w 6127519"/>
              <a:gd name="connsiteY46" fmla="*/ 3547221 h 6858000"/>
              <a:gd name="connsiteX47" fmla="*/ 5615031 w 6127519"/>
              <a:gd name="connsiteY47" fmla="*/ 3557482 h 6858000"/>
              <a:gd name="connsiteX48" fmla="*/ 5618377 w 6127519"/>
              <a:gd name="connsiteY48" fmla="*/ 3588431 h 6858000"/>
              <a:gd name="connsiteX49" fmla="*/ 5612155 w 6127519"/>
              <a:gd name="connsiteY49" fmla="*/ 3589869 h 6858000"/>
              <a:gd name="connsiteX50" fmla="*/ 5620843 w 6127519"/>
              <a:gd name="connsiteY50" fmla="*/ 3606745 h 6858000"/>
              <a:gd name="connsiteX51" fmla="*/ 5655472 w 6127519"/>
              <a:gd name="connsiteY51" fmla="*/ 3678877 h 6858000"/>
              <a:gd name="connsiteX52" fmla="*/ 5683015 w 6127519"/>
              <a:gd name="connsiteY52" fmla="*/ 3762025 h 6858000"/>
              <a:gd name="connsiteX53" fmla="*/ 5696643 w 6127519"/>
              <a:gd name="connsiteY53" fmla="*/ 3773888 h 6858000"/>
              <a:gd name="connsiteX54" fmla="*/ 5707995 w 6127519"/>
              <a:gd name="connsiteY54" fmla="*/ 3781685 h 6858000"/>
              <a:gd name="connsiteX55" fmla="*/ 5768491 w 6127519"/>
              <a:gd name="connsiteY55" fmla="*/ 3914399 h 6858000"/>
              <a:gd name="connsiteX56" fmla="*/ 5793123 w 6127519"/>
              <a:gd name="connsiteY56" fmla="*/ 3969952 h 6858000"/>
              <a:gd name="connsiteX57" fmla="*/ 5808321 w 6127519"/>
              <a:gd name="connsiteY57" fmla="*/ 3988153 h 6858000"/>
              <a:gd name="connsiteX58" fmla="*/ 5825621 w 6127519"/>
              <a:gd name="connsiteY58" fmla="*/ 4015525 h 6858000"/>
              <a:gd name="connsiteX59" fmla="*/ 5860672 w 6127519"/>
              <a:gd name="connsiteY59" fmla="*/ 4061579 h 6858000"/>
              <a:gd name="connsiteX60" fmla="*/ 5872173 w 6127519"/>
              <a:gd name="connsiteY60" fmla="*/ 4088497 h 6858000"/>
              <a:gd name="connsiteX61" fmla="*/ 5894095 w 6127519"/>
              <a:gd name="connsiteY61" fmla="*/ 4128857 h 6858000"/>
              <a:gd name="connsiteX62" fmla="*/ 5903513 w 6127519"/>
              <a:gd name="connsiteY62" fmla="*/ 4187661 h 6858000"/>
              <a:gd name="connsiteX63" fmla="*/ 5917114 w 6127519"/>
              <a:gd name="connsiteY63" fmla="*/ 4213096 h 6858000"/>
              <a:gd name="connsiteX64" fmla="*/ 5924233 w 6127519"/>
              <a:gd name="connsiteY64" fmla="*/ 4242060 h 6858000"/>
              <a:gd name="connsiteX65" fmla="*/ 5928910 w 6127519"/>
              <a:gd name="connsiteY65" fmla="*/ 4300973 h 6858000"/>
              <a:gd name="connsiteX66" fmla="*/ 5939320 w 6127519"/>
              <a:gd name="connsiteY66" fmla="*/ 4340435 h 6858000"/>
              <a:gd name="connsiteX67" fmla="*/ 5946705 w 6127519"/>
              <a:gd name="connsiteY67" fmla="*/ 4428051 h 6858000"/>
              <a:gd name="connsiteX68" fmla="*/ 5949261 w 6127519"/>
              <a:gd name="connsiteY68" fmla="*/ 4449185 h 6858000"/>
              <a:gd name="connsiteX69" fmla="*/ 5968960 w 6127519"/>
              <a:gd name="connsiteY69" fmla="*/ 4482655 h 6858000"/>
              <a:gd name="connsiteX70" fmla="*/ 5980106 w 6127519"/>
              <a:gd name="connsiteY70" fmla="*/ 4585087 h 6858000"/>
              <a:gd name="connsiteX71" fmla="*/ 5998138 w 6127519"/>
              <a:gd name="connsiteY71" fmla="*/ 4697518 h 6858000"/>
              <a:gd name="connsiteX72" fmla="*/ 6007819 w 6127519"/>
              <a:gd name="connsiteY72" fmla="*/ 4858148 h 6858000"/>
              <a:gd name="connsiteX73" fmla="*/ 6007749 w 6127519"/>
              <a:gd name="connsiteY73" fmla="*/ 4964715 h 6858000"/>
              <a:gd name="connsiteX74" fmla="*/ 6005269 w 6127519"/>
              <a:gd name="connsiteY74" fmla="*/ 5150567 h 6858000"/>
              <a:gd name="connsiteX75" fmla="*/ 6001127 w 6127519"/>
              <a:gd name="connsiteY75" fmla="*/ 5164609 h 6858000"/>
              <a:gd name="connsiteX76" fmla="*/ 5998514 w 6127519"/>
              <a:gd name="connsiteY76" fmla="*/ 5189673 h 6858000"/>
              <a:gd name="connsiteX77" fmla="*/ 6018409 w 6127519"/>
              <a:gd name="connsiteY77" fmla="*/ 5227157 h 6858000"/>
              <a:gd name="connsiteX78" fmla="*/ 6036748 w 6127519"/>
              <a:gd name="connsiteY78" fmla="*/ 5322752 h 6858000"/>
              <a:gd name="connsiteX79" fmla="*/ 6036943 w 6127519"/>
              <a:gd name="connsiteY79" fmla="*/ 5329480 h 6858000"/>
              <a:gd name="connsiteX80" fmla="*/ 6037677 w 6127519"/>
              <a:gd name="connsiteY80" fmla="*/ 5354807 h 6858000"/>
              <a:gd name="connsiteX81" fmla="*/ 6039728 w 6127519"/>
              <a:gd name="connsiteY81" fmla="*/ 5359416 h 6858000"/>
              <a:gd name="connsiteX82" fmla="*/ 6053435 w 6127519"/>
              <a:gd name="connsiteY82" fmla="*/ 5387547 h 6858000"/>
              <a:gd name="connsiteX83" fmla="*/ 6065933 w 6127519"/>
              <a:gd name="connsiteY83" fmla="*/ 5443002 h 6858000"/>
              <a:gd name="connsiteX84" fmla="*/ 6068640 w 6127519"/>
              <a:gd name="connsiteY84" fmla="*/ 5474503 h 6858000"/>
              <a:gd name="connsiteX85" fmla="*/ 6080922 w 6127519"/>
              <a:gd name="connsiteY85" fmla="*/ 5561070 h 6858000"/>
              <a:gd name="connsiteX86" fmla="*/ 6096949 w 6127519"/>
              <a:gd name="connsiteY86" fmla="*/ 5648179 h 6858000"/>
              <a:gd name="connsiteX87" fmla="*/ 6121353 w 6127519"/>
              <a:gd name="connsiteY87" fmla="*/ 5721725 h 6858000"/>
              <a:gd name="connsiteX88" fmla="*/ 6109884 w 6127519"/>
              <a:gd name="connsiteY88" fmla="*/ 5721959 h 6858000"/>
              <a:gd name="connsiteX89" fmla="*/ 6127024 w 6127519"/>
              <a:gd name="connsiteY89" fmla="*/ 5786902 h 6858000"/>
              <a:gd name="connsiteX90" fmla="*/ 6127519 w 6127519"/>
              <a:gd name="connsiteY90" fmla="*/ 5865775 h 6858000"/>
              <a:gd name="connsiteX91" fmla="*/ 6102493 w 6127519"/>
              <a:gd name="connsiteY91" fmla="*/ 5928602 h 6858000"/>
              <a:gd name="connsiteX92" fmla="*/ 6056863 w 6127519"/>
              <a:gd name="connsiteY92" fmla="*/ 6000643 h 6858000"/>
              <a:gd name="connsiteX93" fmla="*/ 6045436 w 6127519"/>
              <a:gd name="connsiteY93" fmla="*/ 6124480 h 6858000"/>
              <a:gd name="connsiteX94" fmla="*/ 6030489 w 6127519"/>
              <a:gd name="connsiteY94" fmla="*/ 6317666 h 6858000"/>
              <a:gd name="connsiteX95" fmla="*/ 6007492 w 6127519"/>
              <a:gd name="connsiteY95" fmla="*/ 6440818 h 6858000"/>
              <a:gd name="connsiteX96" fmla="*/ 6009467 w 6127519"/>
              <a:gd name="connsiteY96" fmla="*/ 6487076 h 6858000"/>
              <a:gd name="connsiteX97" fmla="*/ 5995064 w 6127519"/>
              <a:gd name="connsiteY97" fmla="*/ 6540791 h 6858000"/>
              <a:gd name="connsiteX98" fmla="*/ 6004510 w 6127519"/>
              <a:gd name="connsiteY98" fmla="*/ 6599256 h 6858000"/>
              <a:gd name="connsiteX99" fmla="*/ 5986207 w 6127519"/>
              <a:gd name="connsiteY99" fmla="*/ 6695855 h 6858000"/>
              <a:gd name="connsiteX100" fmla="*/ 5979428 w 6127519"/>
              <a:gd name="connsiteY100" fmla="*/ 6754678 h 6858000"/>
              <a:gd name="connsiteX101" fmla="*/ 5983398 w 6127519"/>
              <a:gd name="connsiteY101" fmla="*/ 6778641 h 6858000"/>
              <a:gd name="connsiteX102" fmla="*/ 5984543 w 6127519"/>
              <a:gd name="connsiteY102" fmla="*/ 6811016 h 6858000"/>
              <a:gd name="connsiteX103" fmla="*/ 5979671 w 6127519"/>
              <a:gd name="connsiteY103" fmla="*/ 6858000 h 6858000"/>
              <a:gd name="connsiteX104" fmla="*/ 0 w 6127519"/>
              <a:gd name="connsiteY104" fmla="*/ 6858000 h 6858000"/>
              <a:gd name="connsiteX105" fmla="*/ 0 w 6127519"/>
              <a:gd name="connsiteY105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30982 w 6127024"/>
              <a:gd name="connsiteY8" fmla="*/ 412030 h 6858000"/>
              <a:gd name="connsiteX9" fmla="*/ 5153000 w 6127024"/>
              <a:gd name="connsiteY9" fmla="*/ 507134 h 6858000"/>
              <a:gd name="connsiteX10" fmla="*/ 5171282 w 6127024"/>
              <a:gd name="connsiteY10" fmla="*/ 602071 h 6858000"/>
              <a:gd name="connsiteX11" fmla="*/ 5176196 w 6127024"/>
              <a:gd name="connsiteY11" fmla="*/ 636822 h 6858000"/>
              <a:gd name="connsiteX12" fmla="*/ 5189051 w 6127024"/>
              <a:gd name="connsiteY12" fmla="*/ 782518 h 6858000"/>
              <a:gd name="connsiteX13" fmla="*/ 5221088 w 6127024"/>
              <a:gd name="connsiteY13" fmla="*/ 860193 h 6858000"/>
              <a:gd name="connsiteX14" fmla="*/ 5230806 w 6127024"/>
              <a:gd name="connsiteY14" fmla="*/ 961354 h 6858000"/>
              <a:gd name="connsiteX15" fmla="*/ 5201018 w 6127024"/>
              <a:gd name="connsiteY15" fmla="*/ 1095027 h 6858000"/>
              <a:gd name="connsiteX16" fmla="*/ 5202153 w 6127024"/>
              <a:gd name="connsiteY16" fmla="*/ 1133224 h 6858000"/>
              <a:gd name="connsiteX17" fmla="*/ 5189234 w 6127024"/>
              <a:gd name="connsiteY17" fmla="*/ 1193495 h 6858000"/>
              <a:gd name="connsiteX18" fmla="*/ 5202769 w 6127024"/>
              <a:gd name="connsiteY18" fmla="*/ 1269450 h 6858000"/>
              <a:gd name="connsiteX19" fmla="*/ 5225968 w 6127024"/>
              <a:gd name="connsiteY19" fmla="*/ 1357994 h 6858000"/>
              <a:gd name="connsiteX20" fmla="*/ 5233819 w 6127024"/>
              <a:gd name="connsiteY20" fmla="*/ 1380922 h 6858000"/>
              <a:gd name="connsiteX21" fmla="*/ 5237226 w 6127024"/>
              <a:gd name="connsiteY21" fmla="*/ 1441327 h 6858000"/>
              <a:gd name="connsiteX22" fmla="*/ 5255653 w 6127024"/>
              <a:gd name="connsiteY22" fmla="*/ 1524712 h 6858000"/>
              <a:gd name="connsiteX23" fmla="*/ 5263491 w 6127024"/>
              <a:gd name="connsiteY23" fmla="*/ 1642938 h 6858000"/>
              <a:gd name="connsiteX24" fmla="*/ 5261314 w 6127024"/>
              <a:gd name="connsiteY24" fmla="*/ 1689177 h 6858000"/>
              <a:gd name="connsiteX25" fmla="*/ 5259788 w 6127024"/>
              <a:gd name="connsiteY25" fmla="*/ 1768516 h 6858000"/>
              <a:gd name="connsiteX26" fmla="*/ 5255696 w 6127024"/>
              <a:gd name="connsiteY26" fmla="*/ 1953770 h 6858000"/>
              <a:gd name="connsiteX27" fmla="*/ 5252592 w 6127024"/>
              <a:gd name="connsiteY27" fmla="*/ 2092210 h 6858000"/>
              <a:gd name="connsiteX28" fmla="*/ 5250104 w 6127024"/>
              <a:gd name="connsiteY28" fmla="*/ 2249166 h 6858000"/>
              <a:gd name="connsiteX29" fmla="*/ 5251214 w 6127024"/>
              <a:gd name="connsiteY29" fmla="*/ 2250944 h 6858000"/>
              <a:gd name="connsiteX30" fmla="*/ 5250644 w 6127024"/>
              <a:gd name="connsiteY30" fmla="*/ 2266619 h 6858000"/>
              <a:gd name="connsiteX31" fmla="*/ 5293877 w 6127024"/>
              <a:gd name="connsiteY31" fmla="*/ 2368649 h 6858000"/>
              <a:gd name="connsiteX32" fmla="*/ 5311338 w 6127024"/>
              <a:gd name="connsiteY32" fmla="*/ 2404034 h 6858000"/>
              <a:gd name="connsiteX33" fmla="*/ 5338366 w 6127024"/>
              <a:gd name="connsiteY33" fmla="*/ 2465052 h 6858000"/>
              <a:gd name="connsiteX34" fmla="*/ 5371263 w 6127024"/>
              <a:gd name="connsiteY34" fmla="*/ 2586413 h 6858000"/>
              <a:gd name="connsiteX35" fmla="*/ 5407503 w 6127024"/>
              <a:gd name="connsiteY35" fmla="*/ 2786290 h 6858000"/>
              <a:gd name="connsiteX36" fmla="*/ 5407356 w 6127024"/>
              <a:gd name="connsiteY36" fmla="*/ 2787545 h 6858000"/>
              <a:gd name="connsiteX37" fmla="*/ 5457023 w 6127024"/>
              <a:gd name="connsiteY37" fmla="*/ 2858292 h 6858000"/>
              <a:gd name="connsiteX38" fmla="*/ 5479298 w 6127024"/>
              <a:gd name="connsiteY38" fmla="*/ 2947791 h 6858000"/>
              <a:gd name="connsiteX39" fmla="*/ 5481770 w 6127024"/>
              <a:gd name="connsiteY39" fmla="*/ 2951352 h 6858000"/>
              <a:gd name="connsiteX40" fmla="*/ 5482415 w 6127024"/>
              <a:gd name="connsiteY40" fmla="*/ 3004079 h 6858000"/>
              <a:gd name="connsiteX41" fmla="*/ 5503944 w 6127024"/>
              <a:gd name="connsiteY41" fmla="*/ 3123335 h 6858000"/>
              <a:gd name="connsiteX42" fmla="*/ 5516007 w 6127024"/>
              <a:gd name="connsiteY42" fmla="*/ 3258473 h 6858000"/>
              <a:gd name="connsiteX43" fmla="*/ 5589758 w 6127024"/>
              <a:gd name="connsiteY43" fmla="*/ 3453699 h 6858000"/>
              <a:gd name="connsiteX44" fmla="*/ 5596144 w 6127024"/>
              <a:gd name="connsiteY44" fmla="*/ 3534624 h 6858000"/>
              <a:gd name="connsiteX45" fmla="*/ 5597750 w 6127024"/>
              <a:gd name="connsiteY45" fmla="*/ 3534129 h 6858000"/>
              <a:gd name="connsiteX46" fmla="*/ 5599700 w 6127024"/>
              <a:gd name="connsiteY46" fmla="*/ 3547221 h 6858000"/>
              <a:gd name="connsiteX47" fmla="*/ 5615031 w 6127024"/>
              <a:gd name="connsiteY47" fmla="*/ 3557482 h 6858000"/>
              <a:gd name="connsiteX48" fmla="*/ 5618377 w 6127024"/>
              <a:gd name="connsiteY48" fmla="*/ 3588431 h 6858000"/>
              <a:gd name="connsiteX49" fmla="*/ 5612155 w 6127024"/>
              <a:gd name="connsiteY49" fmla="*/ 3589869 h 6858000"/>
              <a:gd name="connsiteX50" fmla="*/ 5620843 w 6127024"/>
              <a:gd name="connsiteY50" fmla="*/ 3606745 h 6858000"/>
              <a:gd name="connsiteX51" fmla="*/ 5655472 w 6127024"/>
              <a:gd name="connsiteY51" fmla="*/ 3678877 h 6858000"/>
              <a:gd name="connsiteX52" fmla="*/ 5683015 w 6127024"/>
              <a:gd name="connsiteY52" fmla="*/ 3762025 h 6858000"/>
              <a:gd name="connsiteX53" fmla="*/ 5696643 w 6127024"/>
              <a:gd name="connsiteY53" fmla="*/ 3773888 h 6858000"/>
              <a:gd name="connsiteX54" fmla="*/ 5707995 w 6127024"/>
              <a:gd name="connsiteY54" fmla="*/ 3781685 h 6858000"/>
              <a:gd name="connsiteX55" fmla="*/ 5768491 w 6127024"/>
              <a:gd name="connsiteY55" fmla="*/ 3914399 h 6858000"/>
              <a:gd name="connsiteX56" fmla="*/ 5793123 w 6127024"/>
              <a:gd name="connsiteY56" fmla="*/ 3969952 h 6858000"/>
              <a:gd name="connsiteX57" fmla="*/ 5808321 w 6127024"/>
              <a:gd name="connsiteY57" fmla="*/ 3988153 h 6858000"/>
              <a:gd name="connsiteX58" fmla="*/ 5825621 w 6127024"/>
              <a:gd name="connsiteY58" fmla="*/ 4015525 h 6858000"/>
              <a:gd name="connsiteX59" fmla="*/ 5860672 w 6127024"/>
              <a:gd name="connsiteY59" fmla="*/ 4061579 h 6858000"/>
              <a:gd name="connsiteX60" fmla="*/ 5872173 w 6127024"/>
              <a:gd name="connsiteY60" fmla="*/ 4088497 h 6858000"/>
              <a:gd name="connsiteX61" fmla="*/ 5894095 w 6127024"/>
              <a:gd name="connsiteY61" fmla="*/ 4128857 h 6858000"/>
              <a:gd name="connsiteX62" fmla="*/ 5903513 w 6127024"/>
              <a:gd name="connsiteY62" fmla="*/ 4187661 h 6858000"/>
              <a:gd name="connsiteX63" fmla="*/ 5917114 w 6127024"/>
              <a:gd name="connsiteY63" fmla="*/ 4213096 h 6858000"/>
              <a:gd name="connsiteX64" fmla="*/ 5924233 w 6127024"/>
              <a:gd name="connsiteY64" fmla="*/ 4242060 h 6858000"/>
              <a:gd name="connsiteX65" fmla="*/ 5928910 w 6127024"/>
              <a:gd name="connsiteY65" fmla="*/ 4300973 h 6858000"/>
              <a:gd name="connsiteX66" fmla="*/ 5939320 w 6127024"/>
              <a:gd name="connsiteY66" fmla="*/ 4340435 h 6858000"/>
              <a:gd name="connsiteX67" fmla="*/ 5946705 w 6127024"/>
              <a:gd name="connsiteY67" fmla="*/ 4428051 h 6858000"/>
              <a:gd name="connsiteX68" fmla="*/ 5949261 w 6127024"/>
              <a:gd name="connsiteY68" fmla="*/ 4449185 h 6858000"/>
              <a:gd name="connsiteX69" fmla="*/ 5968960 w 6127024"/>
              <a:gd name="connsiteY69" fmla="*/ 4482655 h 6858000"/>
              <a:gd name="connsiteX70" fmla="*/ 5980106 w 6127024"/>
              <a:gd name="connsiteY70" fmla="*/ 4585087 h 6858000"/>
              <a:gd name="connsiteX71" fmla="*/ 5998138 w 6127024"/>
              <a:gd name="connsiteY71" fmla="*/ 4697518 h 6858000"/>
              <a:gd name="connsiteX72" fmla="*/ 6007819 w 6127024"/>
              <a:gd name="connsiteY72" fmla="*/ 4858148 h 6858000"/>
              <a:gd name="connsiteX73" fmla="*/ 6007749 w 6127024"/>
              <a:gd name="connsiteY73" fmla="*/ 4964715 h 6858000"/>
              <a:gd name="connsiteX74" fmla="*/ 6005269 w 6127024"/>
              <a:gd name="connsiteY74" fmla="*/ 5150567 h 6858000"/>
              <a:gd name="connsiteX75" fmla="*/ 6001127 w 6127024"/>
              <a:gd name="connsiteY75" fmla="*/ 5164609 h 6858000"/>
              <a:gd name="connsiteX76" fmla="*/ 5998514 w 6127024"/>
              <a:gd name="connsiteY76" fmla="*/ 5189673 h 6858000"/>
              <a:gd name="connsiteX77" fmla="*/ 6018409 w 6127024"/>
              <a:gd name="connsiteY77" fmla="*/ 5227157 h 6858000"/>
              <a:gd name="connsiteX78" fmla="*/ 6036748 w 6127024"/>
              <a:gd name="connsiteY78" fmla="*/ 5322752 h 6858000"/>
              <a:gd name="connsiteX79" fmla="*/ 6036943 w 6127024"/>
              <a:gd name="connsiteY79" fmla="*/ 5329480 h 6858000"/>
              <a:gd name="connsiteX80" fmla="*/ 6037677 w 6127024"/>
              <a:gd name="connsiteY80" fmla="*/ 5354807 h 6858000"/>
              <a:gd name="connsiteX81" fmla="*/ 6039728 w 6127024"/>
              <a:gd name="connsiteY81" fmla="*/ 5359416 h 6858000"/>
              <a:gd name="connsiteX82" fmla="*/ 6053435 w 6127024"/>
              <a:gd name="connsiteY82" fmla="*/ 5387547 h 6858000"/>
              <a:gd name="connsiteX83" fmla="*/ 6065933 w 6127024"/>
              <a:gd name="connsiteY83" fmla="*/ 5443002 h 6858000"/>
              <a:gd name="connsiteX84" fmla="*/ 6068640 w 6127024"/>
              <a:gd name="connsiteY84" fmla="*/ 5474503 h 6858000"/>
              <a:gd name="connsiteX85" fmla="*/ 6080922 w 6127024"/>
              <a:gd name="connsiteY85" fmla="*/ 5561070 h 6858000"/>
              <a:gd name="connsiteX86" fmla="*/ 6096949 w 6127024"/>
              <a:gd name="connsiteY86" fmla="*/ 5648179 h 6858000"/>
              <a:gd name="connsiteX87" fmla="*/ 6121353 w 6127024"/>
              <a:gd name="connsiteY87" fmla="*/ 5721725 h 6858000"/>
              <a:gd name="connsiteX88" fmla="*/ 6109884 w 6127024"/>
              <a:gd name="connsiteY88" fmla="*/ 5721959 h 6858000"/>
              <a:gd name="connsiteX89" fmla="*/ 6127024 w 6127024"/>
              <a:gd name="connsiteY89" fmla="*/ 5786902 h 6858000"/>
              <a:gd name="connsiteX90" fmla="*/ 6115796 w 6127024"/>
              <a:gd name="connsiteY90" fmla="*/ 5862844 h 6858000"/>
              <a:gd name="connsiteX91" fmla="*/ 6102493 w 6127024"/>
              <a:gd name="connsiteY91" fmla="*/ 5928602 h 6858000"/>
              <a:gd name="connsiteX92" fmla="*/ 6056863 w 6127024"/>
              <a:gd name="connsiteY92" fmla="*/ 6000643 h 6858000"/>
              <a:gd name="connsiteX93" fmla="*/ 6045436 w 6127024"/>
              <a:gd name="connsiteY93" fmla="*/ 6124480 h 6858000"/>
              <a:gd name="connsiteX94" fmla="*/ 6030489 w 6127024"/>
              <a:gd name="connsiteY94" fmla="*/ 6317666 h 6858000"/>
              <a:gd name="connsiteX95" fmla="*/ 6007492 w 6127024"/>
              <a:gd name="connsiteY95" fmla="*/ 6440818 h 6858000"/>
              <a:gd name="connsiteX96" fmla="*/ 6009467 w 6127024"/>
              <a:gd name="connsiteY96" fmla="*/ 6487076 h 6858000"/>
              <a:gd name="connsiteX97" fmla="*/ 5995064 w 6127024"/>
              <a:gd name="connsiteY97" fmla="*/ 6540791 h 6858000"/>
              <a:gd name="connsiteX98" fmla="*/ 6004510 w 6127024"/>
              <a:gd name="connsiteY98" fmla="*/ 6599256 h 6858000"/>
              <a:gd name="connsiteX99" fmla="*/ 5986207 w 6127024"/>
              <a:gd name="connsiteY99" fmla="*/ 6695855 h 6858000"/>
              <a:gd name="connsiteX100" fmla="*/ 5979428 w 6127024"/>
              <a:gd name="connsiteY100" fmla="*/ 6754678 h 6858000"/>
              <a:gd name="connsiteX101" fmla="*/ 5983398 w 6127024"/>
              <a:gd name="connsiteY101" fmla="*/ 6778641 h 6858000"/>
              <a:gd name="connsiteX102" fmla="*/ 5984543 w 6127024"/>
              <a:gd name="connsiteY102" fmla="*/ 6811016 h 6858000"/>
              <a:gd name="connsiteX103" fmla="*/ 5979671 w 6127024"/>
              <a:gd name="connsiteY103" fmla="*/ 6858000 h 6858000"/>
              <a:gd name="connsiteX104" fmla="*/ 0 w 6127024"/>
              <a:gd name="connsiteY104" fmla="*/ 6858000 h 6858000"/>
              <a:gd name="connsiteX105" fmla="*/ 0 w 6127024"/>
              <a:gd name="connsiteY105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30982 w 6127024"/>
              <a:gd name="connsiteY8" fmla="*/ 412030 h 6858000"/>
              <a:gd name="connsiteX9" fmla="*/ 5153000 w 6127024"/>
              <a:gd name="connsiteY9" fmla="*/ 507134 h 6858000"/>
              <a:gd name="connsiteX10" fmla="*/ 5171282 w 6127024"/>
              <a:gd name="connsiteY10" fmla="*/ 602071 h 6858000"/>
              <a:gd name="connsiteX11" fmla="*/ 5176196 w 6127024"/>
              <a:gd name="connsiteY11" fmla="*/ 636822 h 6858000"/>
              <a:gd name="connsiteX12" fmla="*/ 5189051 w 6127024"/>
              <a:gd name="connsiteY12" fmla="*/ 782518 h 6858000"/>
              <a:gd name="connsiteX13" fmla="*/ 5221088 w 6127024"/>
              <a:gd name="connsiteY13" fmla="*/ 860193 h 6858000"/>
              <a:gd name="connsiteX14" fmla="*/ 5230806 w 6127024"/>
              <a:gd name="connsiteY14" fmla="*/ 961354 h 6858000"/>
              <a:gd name="connsiteX15" fmla="*/ 5201018 w 6127024"/>
              <a:gd name="connsiteY15" fmla="*/ 1095027 h 6858000"/>
              <a:gd name="connsiteX16" fmla="*/ 5202153 w 6127024"/>
              <a:gd name="connsiteY16" fmla="*/ 1133224 h 6858000"/>
              <a:gd name="connsiteX17" fmla="*/ 5189234 w 6127024"/>
              <a:gd name="connsiteY17" fmla="*/ 1193495 h 6858000"/>
              <a:gd name="connsiteX18" fmla="*/ 5202769 w 6127024"/>
              <a:gd name="connsiteY18" fmla="*/ 1269450 h 6858000"/>
              <a:gd name="connsiteX19" fmla="*/ 5225968 w 6127024"/>
              <a:gd name="connsiteY19" fmla="*/ 1357994 h 6858000"/>
              <a:gd name="connsiteX20" fmla="*/ 5233819 w 6127024"/>
              <a:gd name="connsiteY20" fmla="*/ 1380922 h 6858000"/>
              <a:gd name="connsiteX21" fmla="*/ 5237226 w 6127024"/>
              <a:gd name="connsiteY21" fmla="*/ 1441327 h 6858000"/>
              <a:gd name="connsiteX22" fmla="*/ 5255653 w 6127024"/>
              <a:gd name="connsiteY22" fmla="*/ 1524712 h 6858000"/>
              <a:gd name="connsiteX23" fmla="*/ 5263491 w 6127024"/>
              <a:gd name="connsiteY23" fmla="*/ 1642938 h 6858000"/>
              <a:gd name="connsiteX24" fmla="*/ 5261314 w 6127024"/>
              <a:gd name="connsiteY24" fmla="*/ 1689177 h 6858000"/>
              <a:gd name="connsiteX25" fmla="*/ 5259788 w 6127024"/>
              <a:gd name="connsiteY25" fmla="*/ 1768516 h 6858000"/>
              <a:gd name="connsiteX26" fmla="*/ 5255696 w 6127024"/>
              <a:gd name="connsiteY26" fmla="*/ 1953770 h 6858000"/>
              <a:gd name="connsiteX27" fmla="*/ 5252592 w 6127024"/>
              <a:gd name="connsiteY27" fmla="*/ 2092210 h 6858000"/>
              <a:gd name="connsiteX28" fmla="*/ 5250104 w 6127024"/>
              <a:gd name="connsiteY28" fmla="*/ 2249166 h 6858000"/>
              <a:gd name="connsiteX29" fmla="*/ 5251214 w 6127024"/>
              <a:gd name="connsiteY29" fmla="*/ 2250944 h 6858000"/>
              <a:gd name="connsiteX30" fmla="*/ 5250644 w 6127024"/>
              <a:gd name="connsiteY30" fmla="*/ 2266619 h 6858000"/>
              <a:gd name="connsiteX31" fmla="*/ 5293877 w 6127024"/>
              <a:gd name="connsiteY31" fmla="*/ 2368649 h 6858000"/>
              <a:gd name="connsiteX32" fmla="*/ 5311338 w 6127024"/>
              <a:gd name="connsiteY32" fmla="*/ 2404034 h 6858000"/>
              <a:gd name="connsiteX33" fmla="*/ 5338366 w 6127024"/>
              <a:gd name="connsiteY33" fmla="*/ 2465052 h 6858000"/>
              <a:gd name="connsiteX34" fmla="*/ 5371263 w 6127024"/>
              <a:gd name="connsiteY34" fmla="*/ 2586413 h 6858000"/>
              <a:gd name="connsiteX35" fmla="*/ 5407503 w 6127024"/>
              <a:gd name="connsiteY35" fmla="*/ 2786290 h 6858000"/>
              <a:gd name="connsiteX36" fmla="*/ 5407356 w 6127024"/>
              <a:gd name="connsiteY36" fmla="*/ 2787545 h 6858000"/>
              <a:gd name="connsiteX37" fmla="*/ 5457023 w 6127024"/>
              <a:gd name="connsiteY37" fmla="*/ 2858292 h 6858000"/>
              <a:gd name="connsiteX38" fmla="*/ 5479298 w 6127024"/>
              <a:gd name="connsiteY38" fmla="*/ 2947791 h 6858000"/>
              <a:gd name="connsiteX39" fmla="*/ 5481770 w 6127024"/>
              <a:gd name="connsiteY39" fmla="*/ 2951352 h 6858000"/>
              <a:gd name="connsiteX40" fmla="*/ 5482415 w 6127024"/>
              <a:gd name="connsiteY40" fmla="*/ 3004079 h 6858000"/>
              <a:gd name="connsiteX41" fmla="*/ 5503944 w 6127024"/>
              <a:gd name="connsiteY41" fmla="*/ 3123335 h 6858000"/>
              <a:gd name="connsiteX42" fmla="*/ 5516007 w 6127024"/>
              <a:gd name="connsiteY42" fmla="*/ 3258473 h 6858000"/>
              <a:gd name="connsiteX43" fmla="*/ 5589758 w 6127024"/>
              <a:gd name="connsiteY43" fmla="*/ 3453699 h 6858000"/>
              <a:gd name="connsiteX44" fmla="*/ 5596144 w 6127024"/>
              <a:gd name="connsiteY44" fmla="*/ 3534624 h 6858000"/>
              <a:gd name="connsiteX45" fmla="*/ 5597750 w 6127024"/>
              <a:gd name="connsiteY45" fmla="*/ 3534129 h 6858000"/>
              <a:gd name="connsiteX46" fmla="*/ 5599700 w 6127024"/>
              <a:gd name="connsiteY46" fmla="*/ 3547221 h 6858000"/>
              <a:gd name="connsiteX47" fmla="*/ 5615031 w 6127024"/>
              <a:gd name="connsiteY47" fmla="*/ 3557482 h 6858000"/>
              <a:gd name="connsiteX48" fmla="*/ 5618377 w 6127024"/>
              <a:gd name="connsiteY48" fmla="*/ 3588431 h 6858000"/>
              <a:gd name="connsiteX49" fmla="*/ 5612155 w 6127024"/>
              <a:gd name="connsiteY49" fmla="*/ 3589869 h 6858000"/>
              <a:gd name="connsiteX50" fmla="*/ 5620843 w 6127024"/>
              <a:gd name="connsiteY50" fmla="*/ 3606745 h 6858000"/>
              <a:gd name="connsiteX51" fmla="*/ 5655472 w 6127024"/>
              <a:gd name="connsiteY51" fmla="*/ 3678877 h 6858000"/>
              <a:gd name="connsiteX52" fmla="*/ 5683015 w 6127024"/>
              <a:gd name="connsiteY52" fmla="*/ 3762025 h 6858000"/>
              <a:gd name="connsiteX53" fmla="*/ 5696643 w 6127024"/>
              <a:gd name="connsiteY53" fmla="*/ 3773888 h 6858000"/>
              <a:gd name="connsiteX54" fmla="*/ 5768491 w 6127024"/>
              <a:gd name="connsiteY54" fmla="*/ 3914399 h 6858000"/>
              <a:gd name="connsiteX55" fmla="*/ 5793123 w 6127024"/>
              <a:gd name="connsiteY55" fmla="*/ 3969952 h 6858000"/>
              <a:gd name="connsiteX56" fmla="*/ 5808321 w 6127024"/>
              <a:gd name="connsiteY56" fmla="*/ 3988153 h 6858000"/>
              <a:gd name="connsiteX57" fmla="*/ 5825621 w 6127024"/>
              <a:gd name="connsiteY57" fmla="*/ 4015525 h 6858000"/>
              <a:gd name="connsiteX58" fmla="*/ 5860672 w 6127024"/>
              <a:gd name="connsiteY58" fmla="*/ 4061579 h 6858000"/>
              <a:gd name="connsiteX59" fmla="*/ 5872173 w 6127024"/>
              <a:gd name="connsiteY59" fmla="*/ 4088497 h 6858000"/>
              <a:gd name="connsiteX60" fmla="*/ 5894095 w 6127024"/>
              <a:gd name="connsiteY60" fmla="*/ 4128857 h 6858000"/>
              <a:gd name="connsiteX61" fmla="*/ 5903513 w 6127024"/>
              <a:gd name="connsiteY61" fmla="*/ 4187661 h 6858000"/>
              <a:gd name="connsiteX62" fmla="*/ 5917114 w 6127024"/>
              <a:gd name="connsiteY62" fmla="*/ 4213096 h 6858000"/>
              <a:gd name="connsiteX63" fmla="*/ 5924233 w 6127024"/>
              <a:gd name="connsiteY63" fmla="*/ 4242060 h 6858000"/>
              <a:gd name="connsiteX64" fmla="*/ 5928910 w 6127024"/>
              <a:gd name="connsiteY64" fmla="*/ 4300973 h 6858000"/>
              <a:gd name="connsiteX65" fmla="*/ 5939320 w 6127024"/>
              <a:gd name="connsiteY65" fmla="*/ 4340435 h 6858000"/>
              <a:gd name="connsiteX66" fmla="*/ 5946705 w 6127024"/>
              <a:gd name="connsiteY66" fmla="*/ 4428051 h 6858000"/>
              <a:gd name="connsiteX67" fmla="*/ 5949261 w 6127024"/>
              <a:gd name="connsiteY67" fmla="*/ 4449185 h 6858000"/>
              <a:gd name="connsiteX68" fmla="*/ 5968960 w 6127024"/>
              <a:gd name="connsiteY68" fmla="*/ 4482655 h 6858000"/>
              <a:gd name="connsiteX69" fmla="*/ 5980106 w 6127024"/>
              <a:gd name="connsiteY69" fmla="*/ 4585087 h 6858000"/>
              <a:gd name="connsiteX70" fmla="*/ 5998138 w 6127024"/>
              <a:gd name="connsiteY70" fmla="*/ 4697518 h 6858000"/>
              <a:gd name="connsiteX71" fmla="*/ 6007819 w 6127024"/>
              <a:gd name="connsiteY71" fmla="*/ 4858148 h 6858000"/>
              <a:gd name="connsiteX72" fmla="*/ 6007749 w 6127024"/>
              <a:gd name="connsiteY72" fmla="*/ 4964715 h 6858000"/>
              <a:gd name="connsiteX73" fmla="*/ 6005269 w 6127024"/>
              <a:gd name="connsiteY73" fmla="*/ 5150567 h 6858000"/>
              <a:gd name="connsiteX74" fmla="*/ 6001127 w 6127024"/>
              <a:gd name="connsiteY74" fmla="*/ 5164609 h 6858000"/>
              <a:gd name="connsiteX75" fmla="*/ 5998514 w 6127024"/>
              <a:gd name="connsiteY75" fmla="*/ 5189673 h 6858000"/>
              <a:gd name="connsiteX76" fmla="*/ 6018409 w 6127024"/>
              <a:gd name="connsiteY76" fmla="*/ 5227157 h 6858000"/>
              <a:gd name="connsiteX77" fmla="*/ 6036748 w 6127024"/>
              <a:gd name="connsiteY77" fmla="*/ 5322752 h 6858000"/>
              <a:gd name="connsiteX78" fmla="*/ 6036943 w 6127024"/>
              <a:gd name="connsiteY78" fmla="*/ 5329480 h 6858000"/>
              <a:gd name="connsiteX79" fmla="*/ 6037677 w 6127024"/>
              <a:gd name="connsiteY79" fmla="*/ 5354807 h 6858000"/>
              <a:gd name="connsiteX80" fmla="*/ 6039728 w 6127024"/>
              <a:gd name="connsiteY80" fmla="*/ 5359416 h 6858000"/>
              <a:gd name="connsiteX81" fmla="*/ 6053435 w 6127024"/>
              <a:gd name="connsiteY81" fmla="*/ 5387547 h 6858000"/>
              <a:gd name="connsiteX82" fmla="*/ 6065933 w 6127024"/>
              <a:gd name="connsiteY82" fmla="*/ 5443002 h 6858000"/>
              <a:gd name="connsiteX83" fmla="*/ 6068640 w 6127024"/>
              <a:gd name="connsiteY83" fmla="*/ 5474503 h 6858000"/>
              <a:gd name="connsiteX84" fmla="*/ 6080922 w 6127024"/>
              <a:gd name="connsiteY84" fmla="*/ 5561070 h 6858000"/>
              <a:gd name="connsiteX85" fmla="*/ 6096949 w 6127024"/>
              <a:gd name="connsiteY85" fmla="*/ 5648179 h 6858000"/>
              <a:gd name="connsiteX86" fmla="*/ 6121353 w 6127024"/>
              <a:gd name="connsiteY86" fmla="*/ 5721725 h 6858000"/>
              <a:gd name="connsiteX87" fmla="*/ 6109884 w 6127024"/>
              <a:gd name="connsiteY87" fmla="*/ 5721959 h 6858000"/>
              <a:gd name="connsiteX88" fmla="*/ 6127024 w 6127024"/>
              <a:gd name="connsiteY88" fmla="*/ 5786902 h 6858000"/>
              <a:gd name="connsiteX89" fmla="*/ 6115796 w 6127024"/>
              <a:gd name="connsiteY89" fmla="*/ 5862844 h 6858000"/>
              <a:gd name="connsiteX90" fmla="*/ 6102493 w 6127024"/>
              <a:gd name="connsiteY90" fmla="*/ 5928602 h 6858000"/>
              <a:gd name="connsiteX91" fmla="*/ 6056863 w 6127024"/>
              <a:gd name="connsiteY91" fmla="*/ 6000643 h 6858000"/>
              <a:gd name="connsiteX92" fmla="*/ 6045436 w 6127024"/>
              <a:gd name="connsiteY92" fmla="*/ 6124480 h 6858000"/>
              <a:gd name="connsiteX93" fmla="*/ 6030489 w 6127024"/>
              <a:gd name="connsiteY93" fmla="*/ 6317666 h 6858000"/>
              <a:gd name="connsiteX94" fmla="*/ 6007492 w 6127024"/>
              <a:gd name="connsiteY94" fmla="*/ 6440818 h 6858000"/>
              <a:gd name="connsiteX95" fmla="*/ 6009467 w 6127024"/>
              <a:gd name="connsiteY95" fmla="*/ 6487076 h 6858000"/>
              <a:gd name="connsiteX96" fmla="*/ 5995064 w 6127024"/>
              <a:gd name="connsiteY96" fmla="*/ 6540791 h 6858000"/>
              <a:gd name="connsiteX97" fmla="*/ 6004510 w 6127024"/>
              <a:gd name="connsiteY97" fmla="*/ 6599256 h 6858000"/>
              <a:gd name="connsiteX98" fmla="*/ 5986207 w 6127024"/>
              <a:gd name="connsiteY98" fmla="*/ 6695855 h 6858000"/>
              <a:gd name="connsiteX99" fmla="*/ 5979428 w 6127024"/>
              <a:gd name="connsiteY99" fmla="*/ 6754678 h 6858000"/>
              <a:gd name="connsiteX100" fmla="*/ 5983398 w 6127024"/>
              <a:gd name="connsiteY100" fmla="*/ 6778641 h 6858000"/>
              <a:gd name="connsiteX101" fmla="*/ 5984543 w 6127024"/>
              <a:gd name="connsiteY101" fmla="*/ 6811016 h 6858000"/>
              <a:gd name="connsiteX102" fmla="*/ 5979671 w 6127024"/>
              <a:gd name="connsiteY102" fmla="*/ 6858000 h 6858000"/>
              <a:gd name="connsiteX103" fmla="*/ 0 w 6127024"/>
              <a:gd name="connsiteY103" fmla="*/ 6858000 h 6858000"/>
              <a:gd name="connsiteX104" fmla="*/ 0 w 6127024"/>
              <a:gd name="connsiteY104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30982 w 6127024"/>
              <a:gd name="connsiteY8" fmla="*/ 412030 h 6858000"/>
              <a:gd name="connsiteX9" fmla="*/ 5153000 w 6127024"/>
              <a:gd name="connsiteY9" fmla="*/ 507134 h 6858000"/>
              <a:gd name="connsiteX10" fmla="*/ 5171282 w 6127024"/>
              <a:gd name="connsiteY10" fmla="*/ 602071 h 6858000"/>
              <a:gd name="connsiteX11" fmla="*/ 5176196 w 6127024"/>
              <a:gd name="connsiteY11" fmla="*/ 636822 h 6858000"/>
              <a:gd name="connsiteX12" fmla="*/ 5189051 w 6127024"/>
              <a:gd name="connsiteY12" fmla="*/ 782518 h 6858000"/>
              <a:gd name="connsiteX13" fmla="*/ 5221088 w 6127024"/>
              <a:gd name="connsiteY13" fmla="*/ 860193 h 6858000"/>
              <a:gd name="connsiteX14" fmla="*/ 5230806 w 6127024"/>
              <a:gd name="connsiteY14" fmla="*/ 961354 h 6858000"/>
              <a:gd name="connsiteX15" fmla="*/ 5201018 w 6127024"/>
              <a:gd name="connsiteY15" fmla="*/ 1095027 h 6858000"/>
              <a:gd name="connsiteX16" fmla="*/ 5202153 w 6127024"/>
              <a:gd name="connsiteY16" fmla="*/ 1133224 h 6858000"/>
              <a:gd name="connsiteX17" fmla="*/ 5189234 w 6127024"/>
              <a:gd name="connsiteY17" fmla="*/ 1193495 h 6858000"/>
              <a:gd name="connsiteX18" fmla="*/ 5202769 w 6127024"/>
              <a:gd name="connsiteY18" fmla="*/ 1269450 h 6858000"/>
              <a:gd name="connsiteX19" fmla="*/ 5225968 w 6127024"/>
              <a:gd name="connsiteY19" fmla="*/ 1357994 h 6858000"/>
              <a:gd name="connsiteX20" fmla="*/ 5233819 w 6127024"/>
              <a:gd name="connsiteY20" fmla="*/ 1380922 h 6858000"/>
              <a:gd name="connsiteX21" fmla="*/ 5237226 w 6127024"/>
              <a:gd name="connsiteY21" fmla="*/ 1441327 h 6858000"/>
              <a:gd name="connsiteX22" fmla="*/ 5255653 w 6127024"/>
              <a:gd name="connsiteY22" fmla="*/ 1524712 h 6858000"/>
              <a:gd name="connsiteX23" fmla="*/ 5263491 w 6127024"/>
              <a:gd name="connsiteY23" fmla="*/ 1642938 h 6858000"/>
              <a:gd name="connsiteX24" fmla="*/ 5261314 w 6127024"/>
              <a:gd name="connsiteY24" fmla="*/ 1689177 h 6858000"/>
              <a:gd name="connsiteX25" fmla="*/ 5259788 w 6127024"/>
              <a:gd name="connsiteY25" fmla="*/ 1768516 h 6858000"/>
              <a:gd name="connsiteX26" fmla="*/ 5255696 w 6127024"/>
              <a:gd name="connsiteY26" fmla="*/ 1953770 h 6858000"/>
              <a:gd name="connsiteX27" fmla="*/ 5252592 w 6127024"/>
              <a:gd name="connsiteY27" fmla="*/ 2092210 h 6858000"/>
              <a:gd name="connsiteX28" fmla="*/ 5250104 w 6127024"/>
              <a:gd name="connsiteY28" fmla="*/ 2249166 h 6858000"/>
              <a:gd name="connsiteX29" fmla="*/ 5251214 w 6127024"/>
              <a:gd name="connsiteY29" fmla="*/ 2250944 h 6858000"/>
              <a:gd name="connsiteX30" fmla="*/ 5250644 w 6127024"/>
              <a:gd name="connsiteY30" fmla="*/ 2266619 h 6858000"/>
              <a:gd name="connsiteX31" fmla="*/ 5293877 w 6127024"/>
              <a:gd name="connsiteY31" fmla="*/ 2368649 h 6858000"/>
              <a:gd name="connsiteX32" fmla="*/ 5311338 w 6127024"/>
              <a:gd name="connsiteY32" fmla="*/ 2404034 h 6858000"/>
              <a:gd name="connsiteX33" fmla="*/ 5338366 w 6127024"/>
              <a:gd name="connsiteY33" fmla="*/ 2465052 h 6858000"/>
              <a:gd name="connsiteX34" fmla="*/ 5371263 w 6127024"/>
              <a:gd name="connsiteY34" fmla="*/ 2586413 h 6858000"/>
              <a:gd name="connsiteX35" fmla="*/ 5407503 w 6127024"/>
              <a:gd name="connsiteY35" fmla="*/ 2786290 h 6858000"/>
              <a:gd name="connsiteX36" fmla="*/ 5407356 w 6127024"/>
              <a:gd name="connsiteY36" fmla="*/ 2787545 h 6858000"/>
              <a:gd name="connsiteX37" fmla="*/ 5457023 w 6127024"/>
              <a:gd name="connsiteY37" fmla="*/ 2858292 h 6858000"/>
              <a:gd name="connsiteX38" fmla="*/ 5479298 w 6127024"/>
              <a:gd name="connsiteY38" fmla="*/ 2947791 h 6858000"/>
              <a:gd name="connsiteX39" fmla="*/ 5481770 w 6127024"/>
              <a:gd name="connsiteY39" fmla="*/ 2951352 h 6858000"/>
              <a:gd name="connsiteX40" fmla="*/ 5482415 w 6127024"/>
              <a:gd name="connsiteY40" fmla="*/ 3004079 h 6858000"/>
              <a:gd name="connsiteX41" fmla="*/ 5503944 w 6127024"/>
              <a:gd name="connsiteY41" fmla="*/ 3123335 h 6858000"/>
              <a:gd name="connsiteX42" fmla="*/ 5516007 w 6127024"/>
              <a:gd name="connsiteY42" fmla="*/ 3258473 h 6858000"/>
              <a:gd name="connsiteX43" fmla="*/ 5589758 w 6127024"/>
              <a:gd name="connsiteY43" fmla="*/ 3453699 h 6858000"/>
              <a:gd name="connsiteX44" fmla="*/ 5596144 w 6127024"/>
              <a:gd name="connsiteY44" fmla="*/ 3534624 h 6858000"/>
              <a:gd name="connsiteX45" fmla="*/ 5597750 w 6127024"/>
              <a:gd name="connsiteY45" fmla="*/ 3534129 h 6858000"/>
              <a:gd name="connsiteX46" fmla="*/ 5599700 w 6127024"/>
              <a:gd name="connsiteY46" fmla="*/ 3547221 h 6858000"/>
              <a:gd name="connsiteX47" fmla="*/ 5618377 w 6127024"/>
              <a:gd name="connsiteY47" fmla="*/ 3588431 h 6858000"/>
              <a:gd name="connsiteX48" fmla="*/ 5612155 w 6127024"/>
              <a:gd name="connsiteY48" fmla="*/ 3589869 h 6858000"/>
              <a:gd name="connsiteX49" fmla="*/ 5620843 w 6127024"/>
              <a:gd name="connsiteY49" fmla="*/ 3606745 h 6858000"/>
              <a:gd name="connsiteX50" fmla="*/ 5655472 w 6127024"/>
              <a:gd name="connsiteY50" fmla="*/ 3678877 h 6858000"/>
              <a:gd name="connsiteX51" fmla="*/ 5683015 w 6127024"/>
              <a:gd name="connsiteY51" fmla="*/ 3762025 h 6858000"/>
              <a:gd name="connsiteX52" fmla="*/ 5696643 w 6127024"/>
              <a:gd name="connsiteY52" fmla="*/ 3773888 h 6858000"/>
              <a:gd name="connsiteX53" fmla="*/ 5768491 w 6127024"/>
              <a:gd name="connsiteY53" fmla="*/ 3914399 h 6858000"/>
              <a:gd name="connsiteX54" fmla="*/ 5793123 w 6127024"/>
              <a:gd name="connsiteY54" fmla="*/ 3969952 h 6858000"/>
              <a:gd name="connsiteX55" fmla="*/ 5808321 w 6127024"/>
              <a:gd name="connsiteY55" fmla="*/ 3988153 h 6858000"/>
              <a:gd name="connsiteX56" fmla="*/ 5825621 w 6127024"/>
              <a:gd name="connsiteY56" fmla="*/ 4015525 h 6858000"/>
              <a:gd name="connsiteX57" fmla="*/ 5860672 w 6127024"/>
              <a:gd name="connsiteY57" fmla="*/ 4061579 h 6858000"/>
              <a:gd name="connsiteX58" fmla="*/ 5872173 w 6127024"/>
              <a:gd name="connsiteY58" fmla="*/ 4088497 h 6858000"/>
              <a:gd name="connsiteX59" fmla="*/ 5894095 w 6127024"/>
              <a:gd name="connsiteY59" fmla="*/ 4128857 h 6858000"/>
              <a:gd name="connsiteX60" fmla="*/ 5903513 w 6127024"/>
              <a:gd name="connsiteY60" fmla="*/ 4187661 h 6858000"/>
              <a:gd name="connsiteX61" fmla="*/ 5917114 w 6127024"/>
              <a:gd name="connsiteY61" fmla="*/ 4213096 h 6858000"/>
              <a:gd name="connsiteX62" fmla="*/ 5924233 w 6127024"/>
              <a:gd name="connsiteY62" fmla="*/ 4242060 h 6858000"/>
              <a:gd name="connsiteX63" fmla="*/ 5928910 w 6127024"/>
              <a:gd name="connsiteY63" fmla="*/ 4300973 h 6858000"/>
              <a:gd name="connsiteX64" fmla="*/ 5939320 w 6127024"/>
              <a:gd name="connsiteY64" fmla="*/ 4340435 h 6858000"/>
              <a:gd name="connsiteX65" fmla="*/ 5946705 w 6127024"/>
              <a:gd name="connsiteY65" fmla="*/ 4428051 h 6858000"/>
              <a:gd name="connsiteX66" fmla="*/ 5949261 w 6127024"/>
              <a:gd name="connsiteY66" fmla="*/ 4449185 h 6858000"/>
              <a:gd name="connsiteX67" fmla="*/ 5968960 w 6127024"/>
              <a:gd name="connsiteY67" fmla="*/ 4482655 h 6858000"/>
              <a:gd name="connsiteX68" fmla="*/ 5980106 w 6127024"/>
              <a:gd name="connsiteY68" fmla="*/ 4585087 h 6858000"/>
              <a:gd name="connsiteX69" fmla="*/ 5998138 w 6127024"/>
              <a:gd name="connsiteY69" fmla="*/ 4697518 h 6858000"/>
              <a:gd name="connsiteX70" fmla="*/ 6007819 w 6127024"/>
              <a:gd name="connsiteY70" fmla="*/ 4858148 h 6858000"/>
              <a:gd name="connsiteX71" fmla="*/ 6007749 w 6127024"/>
              <a:gd name="connsiteY71" fmla="*/ 4964715 h 6858000"/>
              <a:gd name="connsiteX72" fmla="*/ 6005269 w 6127024"/>
              <a:gd name="connsiteY72" fmla="*/ 5150567 h 6858000"/>
              <a:gd name="connsiteX73" fmla="*/ 6001127 w 6127024"/>
              <a:gd name="connsiteY73" fmla="*/ 5164609 h 6858000"/>
              <a:gd name="connsiteX74" fmla="*/ 5998514 w 6127024"/>
              <a:gd name="connsiteY74" fmla="*/ 5189673 h 6858000"/>
              <a:gd name="connsiteX75" fmla="*/ 6018409 w 6127024"/>
              <a:gd name="connsiteY75" fmla="*/ 5227157 h 6858000"/>
              <a:gd name="connsiteX76" fmla="*/ 6036748 w 6127024"/>
              <a:gd name="connsiteY76" fmla="*/ 5322752 h 6858000"/>
              <a:gd name="connsiteX77" fmla="*/ 6036943 w 6127024"/>
              <a:gd name="connsiteY77" fmla="*/ 5329480 h 6858000"/>
              <a:gd name="connsiteX78" fmla="*/ 6037677 w 6127024"/>
              <a:gd name="connsiteY78" fmla="*/ 5354807 h 6858000"/>
              <a:gd name="connsiteX79" fmla="*/ 6039728 w 6127024"/>
              <a:gd name="connsiteY79" fmla="*/ 5359416 h 6858000"/>
              <a:gd name="connsiteX80" fmla="*/ 6053435 w 6127024"/>
              <a:gd name="connsiteY80" fmla="*/ 5387547 h 6858000"/>
              <a:gd name="connsiteX81" fmla="*/ 6065933 w 6127024"/>
              <a:gd name="connsiteY81" fmla="*/ 5443002 h 6858000"/>
              <a:gd name="connsiteX82" fmla="*/ 6068640 w 6127024"/>
              <a:gd name="connsiteY82" fmla="*/ 5474503 h 6858000"/>
              <a:gd name="connsiteX83" fmla="*/ 6080922 w 6127024"/>
              <a:gd name="connsiteY83" fmla="*/ 5561070 h 6858000"/>
              <a:gd name="connsiteX84" fmla="*/ 6096949 w 6127024"/>
              <a:gd name="connsiteY84" fmla="*/ 5648179 h 6858000"/>
              <a:gd name="connsiteX85" fmla="*/ 6121353 w 6127024"/>
              <a:gd name="connsiteY85" fmla="*/ 5721725 h 6858000"/>
              <a:gd name="connsiteX86" fmla="*/ 6109884 w 6127024"/>
              <a:gd name="connsiteY86" fmla="*/ 5721959 h 6858000"/>
              <a:gd name="connsiteX87" fmla="*/ 6127024 w 6127024"/>
              <a:gd name="connsiteY87" fmla="*/ 5786902 h 6858000"/>
              <a:gd name="connsiteX88" fmla="*/ 6115796 w 6127024"/>
              <a:gd name="connsiteY88" fmla="*/ 5862844 h 6858000"/>
              <a:gd name="connsiteX89" fmla="*/ 6102493 w 6127024"/>
              <a:gd name="connsiteY89" fmla="*/ 5928602 h 6858000"/>
              <a:gd name="connsiteX90" fmla="*/ 6056863 w 6127024"/>
              <a:gd name="connsiteY90" fmla="*/ 6000643 h 6858000"/>
              <a:gd name="connsiteX91" fmla="*/ 6045436 w 6127024"/>
              <a:gd name="connsiteY91" fmla="*/ 6124480 h 6858000"/>
              <a:gd name="connsiteX92" fmla="*/ 6030489 w 6127024"/>
              <a:gd name="connsiteY92" fmla="*/ 6317666 h 6858000"/>
              <a:gd name="connsiteX93" fmla="*/ 6007492 w 6127024"/>
              <a:gd name="connsiteY93" fmla="*/ 6440818 h 6858000"/>
              <a:gd name="connsiteX94" fmla="*/ 6009467 w 6127024"/>
              <a:gd name="connsiteY94" fmla="*/ 6487076 h 6858000"/>
              <a:gd name="connsiteX95" fmla="*/ 5995064 w 6127024"/>
              <a:gd name="connsiteY95" fmla="*/ 6540791 h 6858000"/>
              <a:gd name="connsiteX96" fmla="*/ 6004510 w 6127024"/>
              <a:gd name="connsiteY96" fmla="*/ 6599256 h 6858000"/>
              <a:gd name="connsiteX97" fmla="*/ 5986207 w 6127024"/>
              <a:gd name="connsiteY97" fmla="*/ 6695855 h 6858000"/>
              <a:gd name="connsiteX98" fmla="*/ 5979428 w 6127024"/>
              <a:gd name="connsiteY98" fmla="*/ 6754678 h 6858000"/>
              <a:gd name="connsiteX99" fmla="*/ 5983398 w 6127024"/>
              <a:gd name="connsiteY99" fmla="*/ 6778641 h 6858000"/>
              <a:gd name="connsiteX100" fmla="*/ 5984543 w 6127024"/>
              <a:gd name="connsiteY100" fmla="*/ 6811016 h 6858000"/>
              <a:gd name="connsiteX101" fmla="*/ 5979671 w 6127024"/>
              <a:gd name="connsiteY101" fmla="*/ 6858000 h 6858000"/>
              <a:gd name="connsiteX102" fmla="*/ 0 w 6127024"/>
              <a:gd name="connsiteY102" fmla="*/ 6858000 h 6858000"/>
              <a:gd name="connsiteX103" fmla="*/ 0 w 6127024"/>
              <a:gd name="connsiteY103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30806 w 6127024"/>
              <a:gd name="connsiteY13" fmla="*/ 961354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61314 w 6127024"/>
              <a:gd name="connsiteY23" fmla="*/ 1689177 h 6858000"/>
              <a:gd name="connsiteX24" fmla="*/ 5259788 w 6127024"/>
              <a:gd name="connsiteY24" fmla="*/ 1768516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30806 w 6127024"/>
              <a:gd name="connsiteY13" fmla="*/ 961354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61314 w 6127024"/>
              <a:gd name="connsiteY23" fmla="*/ 1689177 h 6858000"/>
              <a:gd name="connsiteX24" fmla="*/ 5259788 w 6127024"/>
              <a:gd name="connsiteY24" fmla="*/ 1768516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61314 w 6127024"/>
              <a:gd name="connsiteY23" fmla="*/ 1689177 h 6858000"/>
              <a:gd name="connsiteX24" fmla="*/ 5259788 w 6127024"/>
              <a:gd name="connsiteY24" fmla="*/ 1768516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56552 w 6127024"/>
              <a:gd name="connsiteY23" fmla="*/ 1672509 h 6858000"/>
              <a:gd name="connsiteX24" fmla="*/ 5259788 w 6127024"/>
              <a:gd name="connsiteY24" fmla="*/ 1768516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56552 w 6127024"/>
              <a:gd name="connsiteY23" fmla="*/ 1672509 h 6858000"/>
              <a:gd name="connsiteX24" fmla="*/ 5266931 w 6127024"/>
              <a:gd name="connsiteY24" fmla="*/ 1866147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56552 w 6127024"/>
              <a:gd name="connsiteY23" fmla="*/ 1672509 h 6858000"/>
              <a:gd name="connsiteX24" fmla="*/ 5266931 w 6127024"/>
              <a:gd name="connsiteY24" fmla="*/ 1866147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21088 w 6127024"/>
              <a:gd name="connsiteY12" fmla="*/ 860193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56552 w 6127024"/>
              <a:gd name="connsiteY23" fmla="*/ 1672509 h 6858000"/>
              <a:gd name="connsiteX24" fmla="*/ 5266931 w 6127024"/>
              <a:gd name="connsiteY24" fmla="*/ 1866147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202153 w 6127024"/>
              <a:gd name="connsiteY15" fmla="*/ 1133224 h 6858000"/>
              <a:gd name="connsiteX16" fmla="*/ 5189234 w 6127024"/>
              <a:gd name="connsiteY16" fmla="*/ 1193495 h 6858000"/>
              <a:gd name="connsiteX17" fmla="*/ 5202769 w 6127024"/>
              <a:gd name="connsiteY17" fmla="*/ 1269450 h 6858000"/>
              <a:gd name="connsiteX18" fmla="*/ 5225968 w 6127024"/>
              <a:gd name="connsiteY18" fmla="*/ 1357994 h 6858000"/>
              <a:gd name="connsiteX19" fmla="*/ 5233819 w 6127024"/>
              <a:gd name="connsiteY19" fmla="*/ 1380922 h 6858000"/>
              <a:gd name="connsiteX20" fmla="*/ 5237226 w 6127024"/>
              <a:gd name="connsiteY20" fmla="*/ 1441327 h 6858000"/>
              <a:gd name="connsiteX21" fmla="*/ 5255653 w 6127024"/>
              <a:gd name="connsiteY21" fmla="*/ 1524712 h 6858000"/>
              <a:gd name="connsiteX22" fmla="*/ 5263491 w 6127024"/>
              <a:gd name="connsiteY22" fmla="*/ 1642938 h 6858000"/>
              <a:gd name="connsiteX23" fmla="*/ 5256552 w 6127024"/>
              <a:gd name="connsiteY23" fmla="*/ 1672509 h 6858000"/>
              <a:gd name="connsiteX24" fmla="*/ 5266931 w 6127024"/>
              <a:gd name="connsiteY24" fmla="*/ 1866147 h 6858000"/>
              <a:gd name="connsiteX25" fmla="*/ 5255696 w 6127024"/>
              <a:gd name="connsiteY25" fmla="*/ 1953770 h 6858000"/>
              <a:gd name="connsiteX26" fmla="*/ 5252592 w 6127024"/>
              <a:gd name="connsiteY26" fmla="*/ 2092210 h 6858000"/>
              <a:gd name="connsiteX27" fmla="*/ 5250104 w 6127024"/>
              <a:gd name="connsiteY27" fmla="*/ 2249166 h 6858000"/>
              <a:gd name="connsiteX28" fmla="*/ 5251214 w 6127024"/>
              <a:gd name="connsiteY28" fmla="*/ 2250944 h 6858000"/>
              <a:gd name="connsiteX29" fmla="*/ 5250644 w 6127024"/>
              <a:gd name="connsiteY29" fmla="*/ 2266619 h 6858000"/>
              <a:gd name="connsiteX30" fmla="*/ 5293877 w 6127024"/>
              <a:gd name="connsiteY30" fmla="*/ 2368649 h 6858000"/>
              <a:gd name="connsiteX31" fmla="*/ 5311338 w 6127024"/>
              <a:gd name="connsiteY31" fmla="*/ 2404034 h 6858000"/>
              <a:gd name="connsiteX32" fmla="*/ 5338366 w 6127024"/>
              <a:gd name="connsiteY32" fmla="*/ 2465052 h 6858000"/>
              <a:gd name="connsiteX33" fmla="*/ 5371263 w 6127024"/>
              <a:gd name="connsiteY33" fmla="*/ 2586413 h 6858000"/>
              <a:gd name="connsiteX34" fmla="*/ 5407503 w 6127024"/>
              <a:gd name="connsiteY34" fmla="*/ 2786290 h 6858000"/>
              <a:gd name="connsiteX35" fmla="*/ 5407356 w 6127024"/>
              <a:gd name="connsiteY35" fmla="*/ 2787545 h 6858000"/>
              <a:gd name="connsiteX36" fmla="*/ 5457023 w 6127024"/>
              <a:gd name="connsiteY36" fmla="*/ 2858292 h 6858000"/>
              <a:gd name="connsiteX37" fmla="*/ 5479298 w 6127024"/>
              <a:gd name="connsiteY37" fmla="*/ 2947791 h 6858000"/>
              <a:gd name="connsiteX38" fmla="*/ 5481770 w 6127024"/>
              <a:gd name="connsiteY38" fmla="*/ 2951352 h 6858000"/>
              <a:gd name="connsiteX39" fmla="*/ 5482415 w 6127024"/>
              <a:gd name="connsiteY39" fmla="*/ 3004079 h 6858000"/>
              <a:gd name="connsiteX40" fmla="*/ 5503944 w 6127024"/>
              <a:gd name="connsiteY40" fmla="*/ 3123335 h 6858000"/>
              <a:gd name="connsiteX41" fmla="*/ 5516007 w 6127024"/>
              <a:gd name="connsiteY41" fmla="*/ 3258473 h 6858000"/>
              <a:gd name="connsiteX42" fmla="*/ 5589758 w 6127024"/>
              <a:gd name="connsiteY42" fmla="*/ 3453699 h 6858000"/>
              <a:gd name="connsiteX43" fmla="*/ 5596144 w 6127024"/>
              <a:gd name="connsiteY43" fmla="*/ 3534624 h 6858000"/>
              <a:gd name="connsiteX44" fmla="*/ 5597750 w 6127024"/>
              <a:gd name="connsiteY44" fmla="*/ 3534129 h 6858000"/>
              <a:gd name="connsiteX45" fmla="*/ 5599700 w 6127024"/>
              <a:gd name="connsiteY45" fmla="*/ 3547221 h 6858000"/>
              <a:gd name="connsiteX46" fmla="*/ 5618377 w 6127024"/>
              <a:gd name="connsiteY46" fmla="*/ 3588431 h 6858000"/>
              <a:gd name="connsiteX47" fmla="*/ 5612155 w 6127024"/>
              <a:gd name="connsiteY47" fmla="*/ 3589869 h 6858000"/>
              <a:gd name="connsiteX48" fmla="*/ 5620843 w 6127024"/>
              <a:gd name="connsiteY48" fmla="*/ 3606745 h 6858000"/>
              <a:gd name="connsiteX49" fmla="*/ 5655472 w 6127024"/>
              <a:gd name="connsiteY49" fmla="*/ 3678877 h 6858000"/>
              <a:gd name="connsiteX50" fmla="*/ 5683015 w 6127024"/>
              <a:gd name="connsiteY50" fmla="*/ 3762025 h 6858000"/>
              <a:gd name="connsiteX51" fmla="*/ 5696643 w 6127024"/>
              <a:gd name="connsiteY51" fmla="*/ 3773888 h 6858000"/>
              <a:gd name="connsiteX52" fmla="*/ 5768491 w 6127024"/>
              <a:gd name="connsiteY52" fmla="*/ 3914399 h 6858000"/>
              <a:gd name="connsiteX53" fmla="*/ 5793123 w 6127024"/>
              <a:gd name="connsiteY53" fmla="*/ 3969952 h 6858000"/>
              <a:gd name="connsiteX54" fmla="*/ 5808321 w 6127024"/>
              <a:gd name="connsiteY54" fmla="*/ 3988153 h 6858000"/>
              <a:gd name="connsiteX55" fmla="*/ 5825621 w 6127024"/>
              <a:gd name="connsiteY55" fmla="*/ 4015525 h 6858000"/>
              <a:gd name="connsiteX56" fmla="*/ 5860672 w 6127024"/>
              <a:gd name="connsiteY56" fmla="*/ 4061579 h 6858000"/>
              <a:gd name="connsiteX57" fmla="*/ 5872173 w 6127024"/>
              <a:gd name="connsiteY57" fmla="*/ 4088497 h 6858000"/>
              <a:gd name="connsiteX58" fmla="*/ 5894095 w 6127024"/>
              <a:gd name="connsiteY58" fmla="*/ 4128857 h 6858000"/>
              <a:gd name="connsiteX59" fmla="*/ 5903513 w 6127024"/>
              <a:gd name="connsiteY59" fmla="*/ 4187661 h 6858000"/>
              <a:gd name="connsiteX60" fmla="*/ 5917114 w 6127024"/>
              <a:gd name="connsiteY60" fmla="*/ 4213096 h 6858000"/>
              <a:gd name="connsiteX61" fmla="*/ 5924233 w 6127024"/>
              <a:gd name="connsiteY61" fmla="*/ 4242060 h 6858000"/>
              <a:gd name="connsiteX62" fmla="*/ 5928910 w 6127024"/>
              <a:gd name="connsiteY62" fmla="*/ 4300973 h 6858000"/>
              <a:gd name="connsiteX63" fmla="*/ 5939320 w 6127024"/>
              <a:gd name="connsiteY63" fmla="*/ 4340435 h 6858000"/>
              <a:gd name="connsiteX64" fmla="*/ 5946705 w 6127024"/>
              <a:gd name="connsiteY64" fmla="*/ 4428051 h 6858000"/>
              <a:gd name="connsiteX65" fmla="*/ 5949261 w 6127024"/>
              <a:gd name="connsiteY65" fmla="*/ 4449185 h 6858000"/>
              <a:gd name="connsiteX66" fmla="*/ 5968960 w 6127024"/>
              <a:gd name="connsiteY66" fmla="*/ 4482655 h 6858000"/>
              <a:gd name="connsiteX67" fmla="*/ 5980106 w 6127024"/>
              <a:gd name="connsiteY67" fmla="*/ 4585087 h 6858000"/>
              <a:gd name="connsiteX68" fmla="*/ 5998138 w 6127024"/>
              <a:gd name="connsiteY68" fmla="*/ 4697518 h 6858000"/>
              <a:gd name="connsiteX69" fmla="*/ 6007819 w 6127024"/>
              <a:gd name="connsiteY69" fmla="*/ 4858148 h 6858000"/>
              <a:gd name="connsiteX70" fmla="*/ 6007749 w 6127024"/>
              <a:gd name="connsiteY70" fmla="*/ 4964715 h 6858000"/>
              <a:gd name="connsiteX71" fmla="*/ 6005269 w 6127024"/>
              <a:gd name="connsiteY71" fmla="*/ 5150567 h 6858000"/>
              <a:gd name="connsiteX72" fmla="*/ 6001127 w 6127024"/>
              <a:gd name="connsiteY72" fmla="*/ 5164609 h 6858000"/>
              <a:gd name="connsiteX73" fmla="*/ 5998514 w 6127024"/>
              <a:gd name="connsiteY73" fmla="*/ 5189673 h 6858000"/>
              <a:gd name="connsiteX74" fmla="*/ 6018409 w 6127024"/>
              <a:gd name="connsiteY74" fmla="*/ 5227157 h 6858000"/>
              <a:gd name="connsiteX75" fmla="*/ 6036748 w 6127024"/>
              <a:gd name="connsiteY75" fmla="*/ 5322752 h 6858000"/>
              <a:gd name="connsiteX76" fmla="*/ 6036943 w 6127024"/>
              <a:gd name="connsiteY76" fmla="*/ 5329480 h 6858000"/>
              <a:gd name="connsiteX77" fmla="*/ 6037677 w 6127024"/>
              <a:gd name="connsiteY77" fmla="*/ 5354807 h 6858000"/>
              <a:gd name="connsiteX78" fmla="*/ 6039728 w 6127024"/>
              <a:gd name="connsiteY78" fmla="*/ 5359416 h 6858000"/>
              <a:gd name="connsiteX79" fmla="*/ 6053435 w 6127024"/>
              <a:gd name="connsiteY79" fmla="*/ 5387547 h 6858000"/>
              <a:gd name="connsiteX80" fmla="*/ 6065933 w 6127024"/>
              <a:gd name="connsiteY80" fmla="*/ 5443002 h 6858000"/>
              <a:gd name="connsiteX81" fmla="*/ 6068640 w 6127024"/>
              <a:gd name="connsiteY81" fmla="*/ 5474503 h 6858000"/>
              <a:gd name="connsiteX82" fmla="*/ 6080922 w 6127024"/>
              <a:gd name="connsiteY82" fmla="*/ 5561070 h 6858000"/>
              <a:gd name="connsiteX83" fmla="*/ 6096949 w 6127024"/>
              <a:gd name="connsiteY83" fmla="*/ 5648179 h 6858000"/>
              <a:gd name="connsiteX84" fmla="*/ 6121353 w 6127024"/>
              <a:gd name="connsiteY84" fmla="*/ 5721725 h 6858000"/>
              <a:gd name="connsiteX85" fmla="*/ 6109884 w 6127024"/>
              <a:gd name="connsiteY85" fmla="*/ 5721959 h 6858000"/>
              <a:gd name="connsiteX86" fmla="*/ 6127024 w 6127024"/>
              <a:gd name="connsiteY86" fmla="*/ 5786902 h 6858000"/>
              <a:gd name="connsiteX87" fmla="*/ 6115796 w 6127024"/>
              <a:gd name="connsiteY87" fmla="*/ 5862844 h 6858000"/>
              <a:gd name="connsiteX88" fmla="*/ 6102493 w 6127024"/>
              <a:gd name="connsiteY88" fmla="*/ 5928602 h 6858000"/>
              <a:gd name="connsiteX89" fmla="*/ 6056863 w 6127024"/>
              <a:gd name="connsiteY89" fmla="*/ 6000643 h 6858000"/>
              <a:gd name="connsiteX90" fmla="*/ 6045436 w 6127024"/>
              <a:gd name="connsiteY90" fmla="*/ 6124480 h 6858000"/>
              <a:gd name="connsiteX91" fmla="*/ 6030489 w 6127024"/>
              <a:gd name="connsiteY91" fmla="*/ 6317666 h 6858000"/>
              <a:gd name="connsiteX92" fmla="*/ 6007492 w 6127024"/>
              <a:gd name="connsiteY92" fmla="*/ 6440818 h 6858000"/>
              <a:gd name="connsiteX93" fmla="*/ 6009467 w 6127024"/>
              <a:gd name="connsiteY93" fmla="*/ 6487076 h 6858000"/>
              <a:gd name="connsiteX94" fmla="*/ 5995064 w 6127024"/>
              <a:gd name="connsiteY94" fmla="*/ 6540791 h 6858000"/>
              <a:gd name="connsiteX95" fmla="*/ 6004510 w 6127024"/>
              <a:gd name="connsiteY95" fmla="*/ 6599256 h 6858000"/>
              <a:gd name="connsiteX96" fmla="*/ 5986207 w 6127024"/>
              <a:gd name="connsiteY96" fmla="*/ 6695855 h 6858000"/>
              <a:gd name="connsiteX97" fmla="*/ 5979428 w 6127024"/>
              <a:gd name="connsiteY97" fmla="*/ 6754678 h 6858000"/>
              <a:gd name="connsiteX98" fmla="*/ 5983398 w 6127024"/>
              <a:gd name="connsiteY98" fmla="*/ 6778641 h 6858000"/>
              <a:gd name="connsiteX99" fmla="*/ 5984543 w 6127024"/>
              <a:gd name="connsiteY99" fmla="*/ 6811016 h 6858000"/>
              <a:gd name="connsiteX100" fmla="*/ 5979671 w 6127024"/>
              <a:gd name="connsiteY100" fmla="*/ 6858000 h 6858000"/>
              <a:gd name="connsiteX101" fmla="*/ 0 w 6127024"/>
              <a:gd name="connsiteY101" fmla="*/ 6858000 h 6858000"/>
              <a:gd name="connsiteX102" fmla="*/ 0 w 6127024"/>
              <a:gd name="connsiteY10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193495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3819 w 6127024"/>
              <a:gd name="connsiteY18" fmla="*/ 1380922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12155 w 6127024"/>
              <a:gd name="connsiteY46" fmla="*/ 3589869 h 6858000"/>
              <a:gd name="connsiteX47" fmla="*/ 5620843 w 6127024"/>
              <a:gd name="connsiteY47" fmla="*/ 3606745 h 6858000"/>
              <a:gd name="connsiteX48" fmla="*/ 5655472 w 6127024"/>
              <a:gd name="connsiteY48" fmla="*/ 3678877 h 6858000"/>
              <a:gd name="connsiteX49" fmla="*/ 5683015 w 6127024"/>
              <a:gd name="connsiteY49" fmla="*/ 3762025 h 6858000"/>
              <a:gd name="connsiteX50" fmla="*/ 5696643 w 6127024"/>
              <a:gd name="connsiteY50" fmla="*/ 3773888 h 6858000"/>
              <a:gd name="connsiteX51" fmla="*/ 5768491 w 6127024"/>
              <a:gd name="connsiteY51" fmla="*/ 3914399 h 6858000"/>
              <a:gd name="connsiteX52" fmla="*/ 5793123 w 6127024"/>
              <a:gd name="connsiteY52" fmla="*/ 3969952 h 6858000"/>
              <a:gd name="connsiteX53" fmla="*/ 5808321 w 6127024"/>
              <a:gd name="connsiteY53" fmla="*/ 3988153 h 6858000"/>
              <a:gd name="connsiteX54" fmla="*/ 5825621 w 6127024"/>
              <a:gd name="connsiteY54" fmla="*/ 4015525 h 6858000"/>
              <a:gd name="connsiteX55" fmla="*/ 5860672 w 6127024"/>
              <a:gd name="connsiteY55" fmla="*/ 4061579 h 6858000"/>
              <a:gd name="connsiteX56" fmla="*/ 5872173 w 6127024"/>
              <a:gd name="connsiteY56" fmla="*/ 4088497 h 6858000"/>
              <a:gd name="connsiteX57" fmla="*/ 5894095 w 6127024"/>
              <a:gd name="connsiteY57" fmla="*/ 4128857 h 6858000"/>
              <a:gd name="connsiteX58" fmla="*/ 5903513 w 6127024"/>
              <a:gd name="connsiteY58" fmla="*/ 4187661 h 6858000"/>
              <a:gd name="connsiteX59" fmla="*/ 5917114 w 6127024"/>
              <a:gd name="connsiteY59" fmla="*/ 4213096 h 6858000"/>
              <a:gd name="connsiteX60" fmla="*/ 5924233 w 6127024"/>
              <a:gd name="connsiteY60" fmla="*/ 4242060 h 6858000"/>
              <a:gd name="connsiteX61" fmla="*/ 5928910 w 6127024"/>
              <a:gd name="connsiteY61" fmla="*/ 4300973 h 6858000"/>
              <a:gd name="connsiteX62" fmla="*/ 5939320 w 6127024"/>
              <a:gd name="connsiteY62" fmla="*/ 4340435 h 6858000"/>
              <a:gd name="connsiteX63" fmla="*/ 5946705 w 6127024"/>
              <a:gd name="connsiteY63" fmla="*/ 4428051 h 6858000"/>
              <a:gd name="connsiteX64" fmla="*/ 5949261 w 6127024"/>
              <a:gd name="connsiteY64" fmla="*/ 4449185 h 6858000"/>
              <a:gd name="connsiteX65" fmla="*/ 5968960 w 6127024"/>
              <a:gd name="connsiteY65" fmla="*/ 4482655 h 6858000"/>
              <a:gd name="connsiteX66" fmla="*/ 5980106 w 6127024"/>
              <a:gd name="connsiteY66" fmla="*/ 4585087 h 6858000"/>
              <a:gd name="connsiteX67" fmla="*/ 5998138 w 6127024"/>
              <a:gd name="connsiteY67" fmla="*/ 4697518 h 6858000"/>
              <a:gd name="connsiteX68" fmla="*/ 6007819 w 6127024"/>
              <a:gd name="connsiteY68" fmla="*/ 4858148 h 6858000"/>
              <a:gd name="connsiteX69" fmla="*/ 6007749 w 6127024"/>
              <a:gd name="connsiteY69" fmla="*/ 4964715 h 6858000"/>
              <a:gd name="connsiteX70" fmla="*/ 6005269 w 6127024"/>
              <a:gd name="connsiteY70" fmla="*/ 5150567 h 6858000"/>
              <a:gd name="connsiteX71" fmla="*/ 6001127 w 6127024"/>
              <a:gd name="connsiteY71" fmla="*/ 5164609 h 6858000"/>
              <a:gd name="connsiteX72" fmla="*/ 5998514 w 6127024"/>
              <a:gd name="connsiteY72" fmla="*/ 5189673 h 6858000"/>
              <a:gd name="connsiteX73" fmla="*/ 6018409 w 6127024"/>
              <a:gd name="connsiteY73" fmla="*/ 5227157 h 6858000"/>
              <a:gd name="connsiteX74" fmla="*/ 6036748 w 6127024"/>
              <a:gd name="connsiteY74" fmla="*/ 5322752 h 6858000"/>
              <a:gd name="connsiteX75" fmla="*/ 6036943 w 6127024"/>
              <a:gd name="connsiteY75" fmla="*/ 5329480 h 6858000"/>
              <a:gd name="connsiteX76" fmla="*/ 6037677 w 6127024"/>
              <a:gd name="connsiteY76" fmla="*/ 5354807 h 6858000"/>
              <a:gd name="connsiteX77" fmla="*/ 6039728 w 6127024"/>
              <a:gd name="connsiteY77" fmla="*/ 5359416 h 6858000"/>
              <a:gd name="connsiteX78" fmla="*/ 6053435 w 6127024"/>
              <a:gd name="connsiteY78" fmla="*/ 5387547 h 6858000"/>
              <a:gd name="connsiteX79" fmla="*/ 6065933 w 6127024"/>
              <a:gd name="connsiteY79" fmla="*/ 5443002 h 6858000"/>
              <a:gd name="connsiteX80" fmla="*/ 6068640 w 6127024"/>
              <a:gd name="connsiteY80" fmla="*/ 5474503 h 6858000"/>
              <a:gd name="connsiteX81" fmla="*/ 6080922 w 6127024"/>
              <a:gd name="connsiteY81" fmla="*/ 5561070 h 6858000"/>
              <a:gd name="connsiteX82" fmla="*/ 6096949 w 6127024"/>
              <a:gd name="connsiteY82" fmla="*/ 5648179 h 6858000"/>
              <a:gd name="connsiteX83" fmla="*/ 6121353 w 6127024"/>
              <a:gd name="connsiteY83" fmla="*/ 5721725 h 6858000"/>
              <a:gd name="connsiteX84" fmla="*/ 6109884 w 6127024"/>
              <a:gd name="connsiteY84" fmla="*/ 5721959 h 6858000"/>
              <a:gd name="connsiteX85" fmla="*/ 6127024 w 6127024"/>
              <a:gd name="connsiteY85" fmla="*/ 5786902 h 6858000"/>
              <a:gd name="connsiteX86" fmla="*/ 6115796 w 6127024"/>
              <a:gd name="connsiteY86" fmla="*/ 5862844 h 6858000"/>
              <a:gd name="connsiteX87" fmla="*/ 6102493 w 6127024"/>
              <a:gd name="connsiteY87" fmla="*/ 5928602 h 6858000"/>
              <a:gd name="connsiteX88" fmla="*/ 6056863 w 6127024"/>
              <a:gd name="connsiteY88" fmla="*/ 6000643 h 6858000"/>
              <a:gd name="connsiteX89" fmla="*/ 6045436 w 6127024"/>
              <a:gd name="connsiteY89" fmla="*/ 6124480 h 6858000"/>
              <a:gd name="connsiteX90" fmla="*/ 6030489 w 6127024"/>
              <a:gd name="connsiteY90" fmla="*/ 6317666 h 6858000"/>
              <a:gd name="connsiteX91" fmla="*/ 6007492 w 6127024"/>
              <a:gd name="connsiteY91" fmla="*/ 6440818 h 6858000"/>
              <a:gd name="connsiteX92" fmla="*/ 6009467 w 6127024"/>
              <a:gd name="connsiteY92" fmla="*/ 6487076 h 6858000"/>
              <a:gd name="connsiteX93" fmla="*/ 5995064 w 6127024"/>
              <a:gd name="connsiteY93" fmla="*/ 6540791 h 6858000"/>
              <a:gd name="connsiteX94" fmla="*/ 6004510 w 6127024"/>
              <a:gd name="connsiteY94" fmla="*/ 6599256 h 6858000"/>
              <a:gd name="connsiteX95" fmla="*/ 5986207 w 6127024"/>
              <a:gd name="connsiteY95" fmla="*/ 6695855 h 6858000"/>
              <a:gd name="connsiteX96" fmla="*/ 5979428 w 6127024"/>
              <a:gd name="connsiteY96" fmla="*/ 6754678 h 6858000"/>
              <a:gd name="connsiteX97" fmla="*/ 5983398 w 6127024"/>
              <a:gd name="connsiteY97" fmla="*/ 6778641 h 6858000"/>
              <a:gd name="connsiteX98" fmla="*/ 5984543 w 6127024"/>
              <a:gd name="connsiteY98" fmla="*/ 6811016 h 6858000"/>
              <a:gd name="connsiteX99" fmla="*/ 5979671 w 6127024"/>
              <a:gd name="connsiteY99" fmla="*/ 6858000 h 6858000"/>
              <a:gd name="connsiteX100" fmla="*/ 0 w 6127024"/>
              <a:gd name="connsiteY100" fmla="*/ 6858000 h 6858000"/>
              <a:gd name="connsiteX101" fmla="*/ 0 w 6127024"/>
              <a:gd name="connsiteY101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3819 w 6127024"/>
              <a:gd name="connsiteY18" fmla="*/ 1380922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12155 w 6127024"/>
              <a:gd name="connsiteY46" fmla="*/ 3589869 h 6858000"/>
              <a:gd name="connsiteX47" fmla="*/ 5620843 w 6127024"/>
              <a:gd name="connsiteY47" fmla="*/ 3606745 h 6858000"/>
              <a:gd name="connsiteX48" fmla="*/ 5655472 w 6127024"/>
              <a:gd name="connsiteY48" fmla="*/ 3678877 h 6858000"/>
              <a:gd name="connsiteX49" fmla="*/ 5683015 w 6127024"/>
              <a:gd name="connsiteY49" fmla="*/ 3762025 h 6858000"/>
              <a:gd name="connsiteX50" fmla="*/ 5696643 w 6127024"/>
              <a:gd name="connsiteY50" fmla="*/ 3773888 h 6858000"/>
              <a:gd name="connsiteX51" fmla="*/ 5768491 w 6127024"/>
              <a:gd name="connsiteY51" fmla="*/ 3914399 h 6858000"/>
              <a:gd name="connsiteX52" fmla="*/ 5793123 w 6127024"/>
              <a:gd name="connsiteY52" fmla="*/ 3969952 h 6858000"/>
              <a:gd name="connsiteX53" fmla="*/ 5808321 w 6127024"/>
              <a:gd name="connsiteY53" fmla="*/ 3988153 h 6858000"/>
              <a:gd name="connsiteX54" fmla="*/ 5825621 w 6127024"/>
              <a:gd name="connsiteY54" fmla="*/ 4015525 h 6858000"/>
              <a:gd name="connsiteX55" fmla="*/ 5860672 w 6127024"/>
              <a:gd name="connsiteY55" fmla="*/ 4061579 h 6858000"/>
              <a:gd name="connsiteX56" fmla="*/ 5872173 w 6127024"/>
              <a:gd name="connsiteY56" fmla="*/ 4088497 h 6858000"/>
              <a:gd name="connsiteX57" fmla="*/ 5894095 w 6127024"/>
              <a:gd name="connsiteY57" fmla="*/ 4128857 h 6858000"/>
              <a:gd name="connsiteX58" fmla="*/ 5903513 w 6127024"/>
              <a:gd name="connsiteY58" fmla="*/ 4187661 h 6858000"/>
              <a:gd name="connsiteX59" fmla="*/ 5917114 w 6127024"/>
              <a:gd name="connsiteY59" fmla="*/ 4213096 h 6858000"/>
              <a:gd name="connsiteX60" fmla="*/ 5924233 w 6127024"/>
              <a:gd name="connsiteY60" fmla="*/ 4242060 h 6858000"/>
              <a:gd name="connsiteX61" fmla="*/ 5928910 w 6127024"/>
              <a:gd name="connsiteY61" fmla="*/ 4300973 h 6858000"/>
              <a:gd name="connsiteX62" fmla="*/ 5939320 w 6127024"/>
              <a:gd name="connsiteY62" fmla="*/ 4340435 h 6858000"/>
              <a:gd name="connsiteX63" fmla="*/ 5946705 w 6127024"/>
              <a:gd name="connsiteY63" fmla="*/ 4428051 h 6858000"/>
              <a:gd name="connsiteX64" fmla="*/ 5949261 w 6127024"/>
              <a:gd name="connsiteY64" fmla="*/ 4449185 h 6858000"/>
              <a:gd name="connsiteX65" fmla="*/ 5968960 w 6127024"/>
              <a:gd name="connsiteY65" fmla="*/ 4482655 h 6858000"/>
              <a:gd name="connsiteX66" fmla="*/ 5980106 w 6127024"/>
              <a:gd name="connsiteY66" fmla="*/ 4585087 h 6858000"/>
              <a:gd name="connsiteX67" fmla="*/ 5998138 w 6127024"/>
              <a:gd name="connsiteY67" fmla="*/ 4697518 h 6858000"/>
              <a:gd name="connsiteX68" fmla="*/ 6007819 w 6127024"/>
              <a:gd name="connsiteY68" fmla="*/ 4858148 h 6858000"/>
              <a:gd name="connsiteX69" fmla="*/ 6007749 w 6127024"/>
              <a:gd name="connsiteY69" fmla="*/ 4964715 h 6858000"/>
              <a:gd name="connsiteX70" fmla="*/ 6005269 w 6127024"/>
              <a:gd name="connsiteY70" fmla="*/ 5150567 h 6858000"/>
              <a:gd name="connsiteX71" fmla="*/ 6001127 w 6127024"/>
              <a:gd name="connsiteY71" fmla="*/ 5164609 h 6858000"/>
              <a:gd name="connsiteX72" fmla="*/ 5998514 w 6127024"/>
              <a:gd name="connsiteY72" fmla="*/ 5189673 h 6858000"/>
              <a:gd name="connsiteX73" fmla="*/ 6018409 w 6127024"/>
              <a:gd name="connsiteY73" fmla="*/ 5227157 h 6858000"/>
              <a:gd name="connsiteX74" fmla="*/ 6036748 w 6127024"/>
              <a:gd name="connsiteY74" fmla="*/ 5322752 h 6858000"/>
              <a:gd name="connsiteX75" fmla="*/ 6036943 w 6127024"/>
              <a:gd name="connsiteY75" fmla="*/ 5329480 h 6858000"/>
              <a:gd name="connsiteX76" fmla="*/ 6037677 w 6127024"/>
              <a:gd name="connsiteY76" fmla="*/ 5354807 h 6858000"/>
              <a:gd name="connsiteX77" fmla="*/ 6039728 w 6127024"/>
              <a:gd name="connsiteY77" fmla="*/ 5359416 h 6858000"/>
              <a:gd name="connsiteX78" fmla="*/ 6053435 w 6127024"/>
              <a:gd name="connsiteY78" fmla="*/ 5387547 h 6858000"/>
              <a:gd name="connsiteX79" fmla="*/ 6065933 w 6127024"/>
              <a:gd name="connsiteY79" fmla="*/ 5443002 h 6858000"/>
              <a:gd name="connsiteX80" fmla="*/ 6068640 w 6127024"/>
              <a:gd name="connsiteY80" fmla="*/ 5474503 h 6858000"/>
              <a:gd name="connsiteX81" fmla="*/ 6080922 w 6127024"/>
              <a:gd name="connsiteY81" fmla="*/ 5561070 h 6858000"/>
              <a:gd name="connsiteX82" fmla="*/ 6096949 w 6127024"/>
              <a:gd name="connsiteY82" fmla="*/ 5648179 h 6858000"/>
              <a:gd name="connsiteX83" fmla="*/ 6121353 w 6127024"/>
              <a:gd name="connsiteY83" fmla="*/ 5721725 h 6858000"/>
              <a:gd name="connsiteX84" fmla="*/ 6109884 w 6127024"/>
              <a:gd name="connsiteY84" fmla="*/ 5721959 h 6858000"/>
              <a:gd name="connsiteX85" fmla="*/ 6127024 w 6127024"/>
              <a:gd name="connsiteY85" fmla="*/ 5786902 h 6858000"/>
              <a:gd name="connsiteX86" fmla="*/ 6115796 w 6127024"/>
              <a:gd name="connsiteY86" fmla="*/ 5862844 h 6858000"/>
              <a:gd name="connsiteX87" fmla="*/ 6102493 w 6127024"/>
              <a:gd name="connsiteY87" fmla="*/ 5928602 h 6858000"/>
              <a:gd name="connsiteX88" fmla="*/ 6056863 w 6127024"/>
              <a:gd name="connsiteY88" fmla="*/ 6000643 h 6858000"/>
              <a:gd name="connsiteX89" fmla="*/ 6045436 w 6127024"/>
              <a:gd name="connsiteY89" fmla="*/ 6124480 h 6858000"/>
              <a:gd name="connsiteX90" fmla="*/ 6030489 w 6127024"/>
              <a:gd name="connsiteY90" fmla="*/ 6317666 h 6858000"/>
              <a:gd name="connsiteX91" fmla="*/ 6007492 w 6127024"/>
              <a:gd name="connsiteY91" fmla="*/ 6440818 h 6858000"/>
              <a:gd name="connsiteX92" fmla="*/ 6009467 w 6127024"/>
              <a:gd name="connsiteY92" fmla="*/ 6487076 h 6858000"/>
              <a:gd name="connsiteX93" fmla="*/ 5995064 w 6127024"/>
              <a:gd name="connsiteY93" fmla="*/ 6540791 h 6858000"/>
              <a:gd name="connsiteX94" fmla="*/ 6004510 w 6127024"/>
              <a:gd name="connsiteY94" fmla="*/ 6599256 h 6858000"/>
              <a:gd name="connsiteX95" fmla="*/ 5986207 w 6127024"/>
              <a:gd name="connsiteY95" fmla="*/ 6695855 h 6858000"/>
              <a:gd name="connsiteX96" fmla="*/ 5979428 w 6127024"/>
              <a:gd name="connsiteY96" fmla="*/ 6754678 h 6858000"/>
              <a:gd name="connsiteX97" fmla="*/ 5983398 w 6127024"/>
              <a:gd name="connsiteY97" fmla="*/ 6778641 h 6858000"/>
              <a:gd name="connsiteX98" fmla="*/ 5984543 w 6127024"/>
              <a:gd name="connsiteY98" fmla="*/ 6811016 h 6858000"/>
              <a:gd name="connsiteX99" fmla="*/ 5979671 w 6127024"/>
              <a:gd name="connsiteY99" fmla="*/ 6858000 h 6858000"/>
              <a:gd name="connsiteX100" fmla="*/ 0 w 6127024"/>
              <a:gd name="connsiteY100" fmla="*/ 6858000 h 6858000"/>
              <a:gd name="connsiteX101" fmla="*/ 0 w 6127024"/>
              <a:gd name="connsiteY101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12155 w 6127024"/>
              <a:gd name="connsiteY46" fmla="*/ 3589869 h 6858000"/>
              <a:gd name="connsiteX47" fmla="*/ 5620843 w 6127024"/>
              <a:gd name="connsiteY47" fmla="*/ 3606745 h 6858000"/>
              <a:gd name="connsiteX48" fmla="*/ 5655472 w 6127024"/>
              <a:gd name="connsiteY48" fmla="*/ 3678877 h 6858000"/>
              <a:gd name="connsiteX49" fmla="*/ 5683015 w 6127024"/>
              <a:gd name="connsiteY49" fmla="*/ 3762025 h 6858000"/>
              <a:gd name="connsiteX50" fmla="*/ 5696643 w 6127024"/>
              <a:gd name="connsiteY50" fmla="*/ 3773888 h 6858000"/>
              <a:gd name="connsiteX51" fmla="*/ 5768491 w 6127024"/>
              <a:gd name="connsiteY51" fmla="*/ 3914399 h 6858000"/>
              <a:gd name="connsiteX52" fmla="*/ 5793123 w 6127024"/>
              <a:gd name="connsiteY52" fmla="*/ 3969952 h 6858000"/>
              <a:gd name="connsiteX53" fmla="*/ 5808321 w 6127024"/>
              <a:gd name="connsiteY53" fmla="*/ 3988153 h 6858000"/>
              <a:gd name="connsiteX54" fmla="*/ 5825621 w 6127024"/>
              <a:gd name="connsiteY54" fmla="*/ 4015525 h 6858000"/>
              <a:gd name="connsiteX55" fmla="*/ 5860672 w 6127024"/>
              <a:gd name="connsiteY55" fmla="*/ 4061579 h 6858000"/>
              <a:gd name="connsiteX56" fmla="*/ 5872173 w 6127024"/>
              <a:gd name="connsiteY56" fmla="*/ 4088497 h 6858000"/>
              <a:gd name="connsiteX57" fmla="*/ 5894095 w 6127024"/>
              <a:gd name="connsiteY57" fmla="*/ 4128857 h 6858000"/>
              <a:gd name="connsiteX58" fmla="*/ 5903513 w 6127024"/>
              <a:gd name="connsiteY58" fmla="*/ 4187661 h 6858000"/>
              <a:gd name="connsiteX59" fmla="*/ 5917114 w 6127024"/>
              <a:gd name="connsiteY59" fmla="*/ 4213096 h 6858000"/>
              <a:gd name="connsiteX60" fmla="*/ 5924233 w 6127024"/>
              <a:gd name="connsiteY60" fmla="*/ 4242060 h 6858000"/>
              <a:gd name="connsiteX61" fmla="*/ 5928910 w 6127024"/>
              <a:gd name="connsiteY61" fmla="*/ 4300973 h 6858000"/>
              <a:gd name="connsiteX62" fmla="*/ 5939320 w 6127024"/>
              <a:gd name="connsiteY62" fmla="*/ 4340435 h 6858000"/>
              <a:gd name="connsiteX63" fmla="*/ 5946705 w 6127024"/>
              <a:gd name="connsiteY63" fmla="*/ 4428051 h 6858000"/>
              <a:gd name="connsiteX64" fmla="*/ 5949261 w 6127024"/>
              <a:gd name="connsiteY64" fmla="*/ 4449185 h 6858000"/>
              <a:gd name="connsiteX65" fmla="*/ 5968960 w 6127024"/>
              <a:gd name="connsiteY65" fmla="*/ 4482655 h 6858000"/>
              <a:gd name="connsiteX66" fmla="*/ 5980106 w 6127024"/>
              <a:gd name="connsiteY66" fmla="*/ 4585087 h 6858000"/>
              <a:gd name="connsiteX67" fmla="*/ 5998138 w 6127024"/>
              <a:gd name="connsiteY67" fmla="*/ 4697518 h 6858000"/>
              <a:gd name="connsiteX68" fmla="*/ 6007819 w 6127024"/>
              <a:gd name="connsiteY68" fmla="*/ 4858148 h 6858000"/>
              <a:gd name="connsiteX69" fmla="*/ 6007749 w 6127024"/>
              <a:gd name="connsiteY69" fmla="*/ 4964715 h 6858000"/>
              <a:gd name="connsiteX70" fmla="*/ 6005269 w 6127024"/>
              <a:gd name="connsiteY70" fmla="*/ 5150567 h 6858000"/>
              <a:gd name="connsiteX71" fmla="*/ 6001127 w 6127024"/>
              <a:gd name="connsiteY71" fmla="*/ 5164609 h 6858000"/>
              <a:gd name="connsiteX72" fmla="*/ 5998514 w 6127024"/>
              <a:gd name="connsiteY72" fmla="*/ 5189673 h 6858000"/>
              <a:gd name="connsiteX73" fmla="*/ 6018409 w 6127024"/>
              <a:gd name="connsiteY73" fmla="*/ 5227157 h 6858000"/>
              <a:gd name="connsiteX74" fmla="*/ 6036748 w 6127024"/>
              <a:gd name="connsiteY74" fmla="*/ 5322752 h 6858000"/>
              <a:gd name="connsiteX75" fmla="*/ 6036943 w 6127024"/>
              <a:gd name="connsiteY75" fmla="*/ 5329480 h 6858000"/>
              <a:gd name="connsiteX76" fmla="*/ 6037677 w 6127024"/>
              <a:gd name="connsiteY76" fmla="*/ 5354807 h 6858000"/>
              <a:gd name="connsiteX77" fmla="*/ 6039728 w 6127024"/>
              <a:gd name="connsiteY77" fmla="*/ 5359416 h 6858000"/>
              <a:gd name="connsiteX78" fmla="*/ 6053435 w 6127024"/>
              <a:gd name="connsiteY78" fmla="*/ 5387547 h 6858000"/>
              <a:gd name="connsiteX79" fmla="*/ 6065933 w 6127024"/>
              <a:gd name="connsiteY79" fmla="*/ 5443002 h 6858000"/>
              <a:gd name="connsiteX80" fmla="*/ 6068640 w 6127024"/>
              <a:gd name="connsiteY80" fmla="*/ 5474503 h 6858000"/>
              <a:gd name="connsiteX81" fmla="*/ 6080922 w 6127024"/>
              <a:gd name="connsiteY81" fmla="*/ 5561070 h 6858000"/>
              <a:gd name="connsiteX82" fmla="*/ 6096949 w 6127024"/>
              <a:gd name="connsiteY82" fmla="*/ 5648179 h 6858000"/>
              <a:gd name="connsiteX83" fmla="*/ 6121353 w 6127024"/>
              <a:gd name="connsiteY83" fmla="*/ 5721725 h 6858000"/>
              <a:gd name="connsiteX84" fmla="*/ 6109884 w 6127024"/>
              <a:gd name="connsiteY84" fmla="*/ 5721959 h 6858000"/>
              <a:gd name="connsiteX85" fmla="*/ 6127024 w 6127024"/>
              <a:gd name="connsiteY85" fmla="*/ 5786902 h 6858000"/>
              <a:gd name="connsiteX86" fmla="*/ 6115796 w 6127024"/>
              <a:gd name="connsiteY86" fmla="*/ 5862844 h 6858000"/>
              <a:gd name="connsiteX87" fmla="*/ 6102493 w 6127024"/>
              <a:gd name="connsiteY87" fmla="*/ 5928602 h 6858000"/>
              <a:gd name="connsiteX88" fmla="*/ 6056863 w 6127024"/>
              <a:gd name="connsiteY88" fmla="*/ 6000643 h 6858000"/>
              <a:gd name="connsiteX89" fmla="*/ 6045436 w 6127024"/>
              <a:gd name="connsiteY89" fmla="*/ 6124480 h 6858000"/>
              <a:gd name="connsiteX90" fmla="*/ 6030489 w 6127024"/>
              <a:gd name="connsiteY90" fmla="*/ 6317666 h 6858000"/>
              <a:gd name="connsiteX91" fmla="*/ 6007492 w 6127024"/>
              <a:gd name="connsiteY91" fmla="*/ 6440818 h 6858000"/>
              <a:gd name="connsiteX92" fmla="*/ 6009467 w 6127024"/>
              <a:gd name="connsiteY92" fmla="*/ 6487076 h 6858000"/>
              <a:gd name="connsiteX93" fmla="*/ 5995064 w 6127024"/>
              <a:gd name="connsiteY93" fmla="*/ 6540791 h 6858000"/>
              <a:gd name="connsiteX94" fmla="*/ 6004510 w 6127024"/>
              <a:gd name="connsiteY94" fmla="*/ 6599256 h 6858000"/>
              <a:gd name="connsiteX95" fmla="*/ 5986207 w 6127024"/>
              <a:gd name="connsiteY95" fmla="*/ 6695855 h 6858000"/>
              <a:gd name="connsiteX96" fmla="*/ 5979428 w 6127024"/>
              <a:gd name="connsiteY96" fmla="*/ 6754678 h 6858000"/>
              <a:gd name="connsiteX97" fmla="*/ 5983398 w 6127024"/>
              <a:gd name="connsiteY97" fmla="*/ 6778641 h 6858000"/>
              <a:gd name="connsiteX98" fmla="*/ 5984543 w 6127024"/>
              <a:gd name="connsiteY98" fmla="*/ 6811016 h 6858000"/>
              <a:gd name="connsiteX99" fmla="*/ 5979671 w 6127024"/>
              <a:gd name="connsiteY99" fmla="*/ 6858000 h 6858000"/>
              <a:gd name="connsiteX100" fmla="*/ 0 w 6127024"/>
              <a:gd name="connsiteY100" fmla="*/ 6858000 h 6858000"/>
              <a:gd name="connsiteX101" fmla="*/ 0 w 6127024"/>
              <a:gd name="connsiteY101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12155 w 6127024"/>
              <a:gd name="connsiteY46" fmla="*/ 3589869 h 6858000"/>
              <a:gd name="connsiteX47" fmla="*/ 5620843 w 6127024"/>
              <a:gd name="connsiteY47" fmla="*/ 3606745 h 6858000"/>
              <a:gd name="connsiteX48" fmla="*/ 5655472 w 6127024"/>
              <a:gd name="connsiteY48" fmla="*/ 3678877 h 6858000"/>
              <a:gd name="connsiteX49" fmla="*/ 5683015 w 6127024"/>
              <a:gd name="connsiteY49" fmla="*/ 3762025 h 6858000"/>
              <a:gd name="connsiteX50" fmla="*/ 5696643 w 6127024"/>
              <a:gd name="connsiteY50" fmla="*/ 3773888 h 6858000"/>
              <a:gd name="connsiteX51" fmla="*/ 5768491 w 6127024"/>
              <a:gd name="connsiteY51" fmla="*/ 3914399 h 6858000"/>
              <a:gd name="connsiteX52" fmla="*/ 5793123 w 6127024"/>
              <a:gd name="connsiteY52" fmla="*/ 3969952 h 6858000"/>
              <a:gd name="connsiteX53" fmla="*/ 5808321 w 6127024"/>
              <a:gd name="connsiteY53" fmla="*/ 3988153 h 6858000"/>
              <a:gd name="connsiteX54" fmla="*/ 5825621 w 6127024"/>
              <a:gd name="connsiteY54" fmla="*/ 4015525 h 6858000"/>
              <a:gd name="connsiteX55" fmla="*/ 5860672 w 6127024"/>
              <a:gd name="connsiteY55" fmla="*/ 4061579 h 6858000"/>
              <a:gd name="connsiteX56" fmla="*/ 5872173 w 6127024"/>
              <a:gd name="connsiteY56" fmla="*/ 4088497 h 6858000"/>
              <a:gd name="connsiteX57" fmla="*/ 5894095 w 6127024"/>
              <a:gd name="connsiteY57" fmla="*/ 4128857 h 6858000"/>
              <a:gd name="connsiteX58" fmla="*/ 5903513 w 6127024"/>
              <a:gd name="connsiteY58" fmla="*/ 4187661 h 6858000"/>
              <a:gd name="connsiteX59" fmla="*/ 5917114 w 6127024"/>
              <a:gd name="connsiteY59" fmla="*/ 4213096 h 6858000"/>
              <a:gd name="connsiteX60" fmla="*/ 5924233 w 6127024"/>
              <a:gd name="connsiteY60" fmla="*/ 4242060 h 6858000"/>
              <a:gd name="connsiteX61" fmla="*/ 5928910 w 6127024"/>
              <a:gd name="connsiteY61" fmla="*/ 4300973 h 6858000"/>
              <a:gd name="connsiteX62" fmla="*/ 5939320 w 6127024"/>
              <a:gd name="connsiteY62" fmla="*/ 4340435 h 6858000"/>
              <a:gd name="connsiteX63" fmla="*/ 5946705 w 6127024"/>
              <a:gd name="connsiteY63" fmla="*/ 4428051 h 6858000"/>
              <a:gd name="connsiteX64" fmla="*/ 5949261 w 6127024"/>
              <a:gd name="connsiteY64" fmla="*/ 4449185 h 6858000"/>
              <a:gd name="connsiteX65" fmla="*/ 5968960 w 6127024"/>
              <a:gd name="connsiteY65" fmla="*/ 4482655 h 6858000"/>
              <a:gd name="connsiteX66" fmla="*/ 5998138 w 6127024"/>
              <a:gd name="connsiteY66" fmla="*/ 4697518 h 6858000"/>
              <a:gd name="connsiteX67" fmla="*/ 6007819 w 6127024"/>
              <a:gd name="connsiteY67" fmla="*/ 4858148 h 6858000"/>
              <a:gd name="connsiteX68" fmla="*/ 6007749 w 6127024"/>
              <a:gd name="connsiteY68" fmla="*/ 4964715 h 6858000"/>
              <a:gd name="connsiteX69" fmla="*/ 6005269 w 6127024"/>
              <a:gd name="connsiteY69" fmla="*/ 5150567 h 6858000"/>
              <a:gd name="connsiteX70" fmla="*/ 6001127 w 6127024"/>
              <a:gd name="connsiteY70" fmla="*/ 5164609 h 6858000"/>
              <a:gd name="connsiteX71" fmla="*/ 5998514 w 6127024"/>
              <a:gd name="connsiteY71" fmla="*/ 5189673 h 6858000"/>
              <a:gd name="connsiteX72" fmla="*/ 6018409 w 6127024"/>
              <a:gd name="connsiteY72" fmla="*/ 5227157 h 6858000"/>
              <a:gd name="connsiteX73" fmla="*/ 6036748 w 6127024"/>
              <a:gd name="connsiteY73" fmla="*/ 5322752 h 6858000"/>
              <a:gd name="connsiteX74" fmla="*/ 6036943 w 6127024"/>
              <a:gd name="connsiteY74" fmla="*/ 5329480 h 6858000"/>
              <a:gd name="connsiteX75" fmla="*/ 6037677 w 6127024"/>
              <a:gd name="connsiteY75" fmla="*/ 5354807 h 6858000"/>
              <a:gd name="connsiteX76" fmla="*/ 6039728 w 6127024"/>
              <a:gd name="connsiteY76" fmla="*/ 5359416 h 6858000"/>
              <a:gd name="connsiteX77" fmla="*/ 6053435 w 6127024"/>
              <a:gd name="connsiteY77" fmla="*/ 5387547 h 6858000"/>
              <a:gd name="connsiteX78" fmla="*/ 6065933 w 6127024"/>
              <a:gd name="connsiteY78" fmla="*/ 5443002 h 6858000"/>
              <a:gd name="connsiteX79" fmla="*/ 6068640 w 6127024"/>
              <a:gd name="connsiteY79" fmla="*/ 5474503 h 6858000"/>
              <a:gd name="connsiteX80" fmla="*/ 6080922 w 6127024"/>
              <a:gd name="connsiteY80" fmla="*/ 5561070 h 6858000"/>
              <a:gd name="connsiteX81" fmla="*/ 6096949 w 6127024"/>
              <a:gd name="connsiteY81" fmla="*/ 5648179 h 6858000"/>
              <a:gd name="connsiteX82" fmla="*/ 6121353 w 6127024"/>
              <a:gd name="connsiteY82" fmla="*/ 5721725 h 6858000"/>
              <a:gd name="connsiteX83" fmla="*/ 6109884 w 6127024"/>
              <a:gd name="connsiteY83" fmla="*/ 5721959 h 6858000"/>
              <a:gd name="connsiteX84" fmla="*/ 6127024 w 6127024"/>
              <a:gd name="connsiteY84" fmla="*/ 5786902 h 6858000"/>
              <a:gd name="connsiteX85" fmla="*/ 6115796 w 6127024"/>
              <a:gd name="connsiteY85" fmla="*/ 5862844 h 6858000"/>
              <a:gd name="connsiteX86" fmla="*/ 6102493 w 6127024"/>
              <a:gd name="connsiteY86" fmla="*/ 5928602 h 6858000"/>
              <a:gd name="connsiteX87" fmla="*/ 6056863 w 6127024"/>
              <a:gd name="connsiteY87" fmla="*/ 6000643 h 6858000"/>
              <a:gd name="connsiteX88" fmla="*/ 6045436 w 6127024"/>
              <a:gd name="connsiteY88" fmla="*/ 6124480 h 6858000"/>
              <a:gd name="connsiteX89" fmla="*/ 6030489 w 6127024"/>
              <a:gd name="connsiteY89" fmla="*/ 6317666 h 6858000"/>
              <a:gd name="connsiteX90" fmla="*/ 6007492 w 6127024"/>
              <a:gd name="connsiteY90" fmla="*/ 6440818 h 6858000"/>
              <a:gd name="connsiteX91" fmla="*/ 6009467 w 6127024"/>
              <a:gd name="connsiteY91" fmla="*/ 6487076 h 6858000"/>
              <a:gd name="connsiteX92" fmla="*/ 5995064 w 6127024"/>
              <a:gd name="connsiteY92" fmla="*/ 6540791 h 6858000"/>
              <a:gd name="connsiteX93" fmla="*/ 6004510 w 6127024"/>
              <a:gd name="connsiteY93" fmla="*/ 6599256 h 6858000"/>
              <a:gd name="connsiteX94" fmla="*/ 5986207 w 6127024"/>
              <a:gd name="connsiteY94" fmla="*/ 6695855 h 6858000"/>
              <a:gd name="connsiteX95" fmla="*/ 5979428 w 6127024"/>
              <a:gd name="connsiteY95" fmla="*/ 6754678 h 6858000"/>
              <a:gd name="connsiteX96" fmla="*/ 5983398 w 6127024"/>
              <a:gd name="connsiteY96" fmla="*/ 6778641 h 6858000"/>
              <a:gd name="connsiteX97" fmla="*/ 5984543 w 6127024"/>
              <a:gd name="connsiteY97" fmla="*/ 6811016 h 6858000"/>
              <a:gd name="connsiteX98" fmla="*/ 5979671 w 6127024"/>
              <a:gd name="connsiteY98" fmla="*/ 6858000 h 6858000"/>
              <a:gd name="connsiteX99" fmla="*/ 0 w 6127024"/>
              <a:gd name="connsiteY99" fmla="*/ 6858000 h 6858000"/>
              <a:gd name="connsiteX100" fmla="*/ 0 w 6127024"/>
              <a:gd name="connsiteY100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12155 w 6127024"/>
              <a:gd name="connsiteY46" fmla="*/ 3589869 h 6858000"/>
              <a:gd name="connsiteX47" fmla="*/ 5620843 w 6127024"/>
              <a:gd name="connsiteY47" fmla="*/ 3606745 h 6858000"/>
              <a:gd name="connsiteX48" fmla="*/ 5655472 w 6127024"/>
              <a:gd name="connsiteY48" fmla="*/ 3678877 h 6858000"/>
              <a:gd name="connsiteX49" fmla="*/ 5683015 w 6127024"/>
              <a:gd name="connsiteY49" fmla="*/ 3762025 h 6858000"/>
              <a:gd name="connsiteX50" fmla="*/ 5696643 w 6127024"/>
              <a:gd name="connsiteY50" fmla="*/ 3773888 h 6858000"/>
              <a:gd name="connsiteX51" fmla="*/ 5768491 w 6127024"/>
              <a:gd name="connsiteY51" fmla="*/ 3914399 h 6858000"/>
              <a:gd name="connsiteX52" fmla="*/ 5793123 w 6127024"/>
              <a:gd name="connsiteY52" fmla="*/ 3969952 h 6858000"/>
              <a:gd name="connsiteX53" fmla="*/ 5808321 w 6127024"/>
              <a:gd name="connsiteY53" fmla="*/ 3988153 h 6858000"/>
              <a:gd name="connsiteX54" fmla="*/ 5825621 w 6127024"/>
              <a:gd name="connsiteY54" fmla="*/ 4015525 h 6858000"/>
              <a:gd name="connsiteX55" fmla="*/ 5860672 w 6127024"/>
              <a:gd name="connsiteY55" fmla="*/ 4061579 h 6858000"/>
              <a:gd name="connsiteX56" fmla="*/ 5872173 w 6127024"/>
              <a:gd name="connsiteY56" fmla="*/ 4088497 h 6858000"/>
              <a:gd name="connsiteX57" fmla="*/ 5894095 w 6127024"/>
              <a:gd name="connsiteY57" fmla="*/ 4128857 h 6858000"/>
              <a:gd name="connsiteX58" fmla="*/ 5903513 w 6127024"/>
              <a:gd name="connsiteY58" fmla="*/ 4187661 h 6858000"/>
              <a:gd name="connsiteX59" fmla="*/ 5917114 w 6127024"/>
              <a:gd name="connsiteY59" fmla="*/ 4213096 h 6858000"/>
              <a:gd name="connsiteX60" fmla="*/ 5924233 w 6127024"/>
              <a:gd name="connsiteY60" fmla="*/ 4242060 h 6858000"/>
              <a:gd name="connsiteX61" fmla="*/ 5928910 w 6127024"/>
              <a:gd name="connsiteY61" fmla="*/ 4300973 h 6858000"/>
              <a:gd name="connsiteX62" fmla="*/ 5939320 w 6127024"/>
              <a:gd name="connsiteY62" fmla="*/ 4340435 h 6858000"/>
              <a:gd name="connsiteX63" fmla="*/ 5946705 w 6127024"/>
              <a:gd name="connsiteY63" fmla="*/ 4428051 h 6858000"/>
              <a:gd name="connsiteX64" fmla="*/ 5949261 w 6127024"/>
              <a:gd name="connsiteY64" fmla="*/ 4449185 h 6858000"/>
              <a:gd name="connsiteX65" fmla="*/ 5968960 w 6127024"/>
              <a:gd name="connsiteY65" fmla="*/ 4482655 h 6858000"/>
              <a:gd name="connsiteX66" fmla="*/ 5998138 w 6127024"/>
              <a:gd name="connsiteY66" fmla="*/ 4697518 h 6858000"/>
              <a:gd name="connsiteX67" fmla="*/ 6007819 w 6127024"/>
              <a:gd name="connsiteY67" fmla="*/ 4858148 h 6858000"/>
              <a:gd name="connsiteX68" fmla="*/ 6007749 w 6127024"/>
              <a:gd name="connsiteY68" fmla="*/ 4964715 h 6858000"/>
              <a:gd name="connsiteX69" fmla="*/ 6005269 w 6127024"/>
              <a:gd name="connsiteY69" fmla="*/ 5150567 h 6858000"/>
              <a:gd name="connsiteX70" fmla="*/ 6001127 w 6127024"/>
              <a:gd name="connsiteY70" fmla="*/ 5164609 h 6858000"/>
              <a:gd name="connsiteX71" fmla="*/ 5998514 w 6127024"/>
              <a:gd name="connsiteY71" fmla="*/ 5189673 h 6858000"/>
              <a:gd name="connsiteX72" fmla="*/ 6018409 w 6127024"/>
              <a:gd name="connsiteY72" fmla="*/ 5227157 h 6858000"/>
              <a:gd name="connsiteX73" fmla="*/ 6036748 w 6127024"/>
              <a:gd name="connsiteY73" fmla="*/ 5322752 h 6858000"/>
              <a:gd name="connsiteX74" fmla="*/ 6036943 w 6127024"/>
              <a:gd name="connsiteY74" fmla="*/ 5329480 h 6858000"/>
              <a:gd name="connsiteX75" fmla="*/ 6037677 w 6127024"/>
              <a:gd name="connsiteY75" fmla="*/ 5354807 h 6858000"/>
              <a:gd name="connsiteX76" fmla="*/ 6039728 w 6127024"/>
              <a:gd name="connsiteY76" fmla="*/ 5359416 h 6858000"/>
              <a:gd name="connsiteX77" fmla="*/ 6053435 w 6127024"/>
              <a:gd name="connsiteY77" fmla="*/ 5387547 h 6858000"/>
              <a:gd name="connsiteX78" fmla="*/ 6065933 w 6127024"/>
              <a:gd name="connsiteY78" fmla="*/ 5443002 h 6858000"/>
              <a:gd name="connsiteX79" fmla="*/ 6068640 w 6127024"/>
              <a:gd name="connsiteY79" fmla="*/ 5474503 h 6858000"/>
              <a:gd name="connsiteX80" fmla="*/ 6080922 w 6127024"/>
              <a:gd name="connsiteY80" fmla="*/ 5561070 h 6858000"/>
              <a:gd name="connsiteX81" fmla="*/ 6096949 w 6127024"/>
              <a:gd name="connsiteY81" fmla="*/ 5648179 h 6858000"/>
              <a:gd name="connsiteX82" fmla="*/ 6121353 w 6127024"/>
              <a:gd name="connsiteY82" fmla="*/ 5721725 h 6858000"/>
              <a:gd name="connsiteX83" fmla="*/ 6109884 w 6127024"/>
              <a:gd name="connsiteY83" fmla="*/ 5721959 h 6858000"/>
              <a:gd name="connsiteX84" fmla="*/ 6127024 w 6127024"/>
              <a:gd name="connsiteY84" fmla="*/ 5786902 h 6858000"/>
              <a:gd name="connsiteX85" fmla="*/ 6115796 w 6127024"/>
              <a:gd name="connsiteY85" fmla="*/ 5862844 h 6858000"/>
              <a:gd name="connsiteX86" fmla="*/ 6102493 w 6127024"/>
              <a:gd name="connsiteY86" fmla="*/ 5928602 h 6858000"/>
              <a:gd name="connsiteX87" fmla="*/ 6056863 w 6127024"/>
              <a:gd name="connsiteY87" fmla="*/ 6000643 h 6858000"/>
              <a:gd name="connsiteX88" fmla="*/ 6045436 w 6127024"/>
              <a:gd name="connsiteY88" fmla="*/ 6124480 h 6858000"/>
              <a:gd name="connsiteX89" fmla="*/ 6030489 w 6127024"/>
              <a:gd name="connsiteY89" fmla="*/ 6317666 h 6858000"/>
              <a:gd name="connsiteX90" fmla="*/ 6007492 w 6127024"/>
              <a:gd name="connsiteY90" fmla="*/ 6440818 h 6858000"/>
              <a:gd name="connsiteX91" fmla="*/ 6009467 w 6127024"/>
              <a:gd name="connsiteY91" fmla="*/ 6487076 h 6858000"/>
              <a:gd name="connsiteX92" fmla="*/ 5995064 w 6127024"/>
              <a:gd name="connsiteY92" fmla="*/ 6540791 h 6858000"/>
              <a:gd name="connsiteX93" fmla="*/ 6004510 w 6127024"/>
              <a:gd name="connsiteY93" fmla="*/ 6599256 h 6858000"/>
              <a:gd name="connsiteX94" fmla="*/ 5986207 w 6127024"/>
              <a:gd name="connsiteY94" fmla="*/ 6695855 h 6858000"/>
              <a:gd name="connsiteX95" fmla="*/ 5979428 w 6127024"/>
              <a:gd name="connsiteY95" fmla="*/ 6754678 h 6858000"/>
              <a:gd name="connsiteX96" fmla="*/ 5983398 w 6127024"/>
              <a:gd name="connsiteY96" fmla="*/ 6778641 h 6858000"/>
              <a:gd name="connsiteX97" fmla="*/ 5984543 w 6127024"/>
              <a:gd name="connsiteY97" fmla="*/ 6811016 h 6858000"/>
              <a:gd name="connsiteX98" fmla="*/ 5979671 w 6127024"/>
              <a:gd name="connsiteY98" fmla="*/ 6858000 h 6858000"/>
              <a:gd name="connsiteX99" fmla="*/ 0 w 6127024"/>
              <a:gd name="connsiteY99" fmla="*/ 6858000 h 6858000"/>
              <a:gd name="connsiteX100" fmla="*/ 0 w 6127024"/>
              <a:gd name="connsiteY100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20843 w 6127024"/>
              <a:gd name="connsiteY46" fmla="*/ 3606745 h 6858000"/>
              <a:gd name="connsiteX47" fmla="*/ 5655472 w 6127024"/>
              <a:gd name="connsiteY47" fmla="*/ 3678877 h 6858000"/>
              <a:gd name="connsiteX48" fmla="*/ 5683015 w 6127024"/>
              <a:gd name="connsiteY48" fmla="*/ 3762025 h 6858000"/>
              <a:gd name="connsiteX49" fmla="*/ 5696643 w 6127024"/>
              <a:gd name="connsiteY49" fmla="*/ 3773888 h 6858000"/>
              <a:gd name="connsiteX50" fmla="*/ 5768491 w 6127024"/>
              <a:gd name="connsiteY50" fmla="*/ 3914399 h 6858000"/>
              <a:gd name="connsiteX51" fmla="*/ 5793123 w 6127024"/>
              <a:gd name="connsiteY51" fmla="*/ 3969952 h 6858000"/>
              <a:gd name="connsiteX52" fmla="*/ 5808321 w 6127024"/>
              <a:gd name="connsiteY52" fmla="*/ 3988153 h 6858000"/>
              <a:gd name="connsiteX53" fmla="*/ 5825621 w 6127024"/>
              <a:gd name="connsiteY53" fmla="*/ 4015525 h 6858000"/>
              <a:gd name="connsiteX54" fmla="*/ 5860672 w 6127024"/>
              <a:gd name="connsiteY54" fmla="*/ 4061579 h 6858000"/>
              <a:gd name="connsiteX55" fmla="*/ 5872173 w 6127024"/>
              <a:gd name="connsiteY55" fmla="*/ 4088497 h 6858000"/>
              <a:gd name="connsiteX56" fmla="*/ 5894095 w 6127024"/>
              <a:gd name="connsiteY56" fmla="*/ 4128857 h 6858000"/>
              <a:gd name="connsiteX57" fmla="*/ 5903513 w 6127024"/>
              <a:gd name="connsiteY57" fmla="*/ 4187661 h 6858000"/>
              <a:gd name="connsiteX58" fmla="*/ 5917114 w 6127024"/>
              <a:gd name="connsiteY58" fmla="*/ 4213096 h 6858000"/>
              <a:gd name="connsiteX59" fmla="*/ 5924233 w 6127024"/>
              <a:gd name="connsiteY59" fmla="*/ 4242060 h 6858000"/>
              <a:gd name="connsiteX60" fmla="*/ 5928910 w 6127024"/>
              <a:gd name="connsiteY60" fmla="*/ 4300973 h 6858000"/>
              <a:gd name="connsiteX61" fmla="*/ 5939320 w 6127024"/>
              <a:gd name="connsiteY61" fmla="*/ 4340435 h 6858000"/>
              <a:gd name="connsiteX62" fmla="*/ 5946705 w 6127024"/>
              <a:gd name="connsiteY62" fmla="*/ 4428051 h 6858000"/>
              <a:gd name="connsiteX63" fmla="*/ 5949261 w 6127024"/>
              <a:gd name="connsiteY63" fmla="*/ 4449185 h 6858000"/>
              <a:gd name="connsiteX64" fmla="*/ 5968960 w 6127024"/>
              <a:gd name="connsiteY64" fmla="*/ 4482655 h 6858000"/>
              <a:gd name="connsiteX65" fmla="*/ 5998138 w 6127024"/>
              <a:gd name="connsiteY65" fmla="*/ 4697518 h 6858000"/>
              <a:gd name="connsiteX66" fmla="*/ 6007819 w 6127024"/>
              <a:gd name="connsiteY66" fmla="*/ 4858148 h 6858000"/>
              <a:gd name="connsiteX67" fmla="*/ 6007749 w 6127024"/>
              <a:gd name="connsiteY67" fmla="*/ 4964715 h 6858000"/>
              <a:gd name="connsiteX68" fmla="*/ 6005269 w 6127024"/>
              <a:gd name="connsiteY68" fmla="*/ 5150567 h 6858000"/>
              <a:gd name="connsiteX69" fmla="*/ 6001127 w 6127024"/>
              <a:gd name="connsiteY69" fmla="*/ 5164609 h 6858000"/>
              <a:gd name="connsiteX70" fmla="*/ 5998514 w 6127024"/>
              <a:gd name="connsiteY70" fmla="*/ 5189673 h 6858000"/>
              <a:gd name="connsiteX71" fmla="*/ 6018409 w 6127024"/>
              <a:gd name="connsiteY71" fmla="*/ 5227157 h 6858000"/>
              <a:gd name="connsiteX72" fmla="*/ 6036748 w 6127024"/>
              <a:gd name="connsiteY72" fmla="*/ 5322752 h 6858000"/>
              <a:gd name="connsiteX73" fmla="*/ 6036943 w 6127024"/>
              <a:gd name="connsiteY73" fmla="*/ 5329480 h 6858000"/>
              <a:gd name="connsiteX74" fmla="*/ 6037677 w 6127024"/>
              <a:gd name="connsiteY74" fmla="*/ 5354807 h 6858000"/>
              <a:gd name="connsiteX75" fmla="*/ 6039728 w 6127024"/>
              <a:gd name="connsiteY75" fmla="*/ 5359416 h 6858000"/>
              <a:gd name="connsiteX76" fmla="*/ 6053435 w 6127024"/>
              <a:gd name="connsiteY76" fmla="*/ 5387547 h 6858000"/>
              <a:gd name="connsiteX77" fmla="*/ 6065933 w 6127024"/>
              <a:gd name="connsiteY77" fmla="*/ 5443002 h 6858000"/>
              <a:gd name="connsiteX78" fmla="*/ 6068640 w 6127024"/>
              <a:gd name="connsiteY78" fmla="*/ 5474503 h 6858000"/>
              <a:gd name="connsiteX79" fmla="*/ 6080922 w 6127024"/>
              <a:gd name="connsiteY79" fmla="*/ 5561070 h 6858000"/>
              <a:gd name="connsiteX80" fmla="*/ 6096949 w 6127024"/>
              <a:gd name="connsiteY80" fmla="*/ 5648179 h 6858000"/>
              <a:gd name="connsiteX81" fmla="*/ 6121353 w 6127024"/>
              <a:gd name="connsiteY81" fmla="*/ 5721725 h 6858000"/>
              <a:gd name="connsiteX82" fmla="*/ 6109884 w 6127024"/>
              <a:gd name="connsiteY82" fmla="*/ 5721959 h 6858000"/>
              <a:gd name="connsiteX83" fmla="*/ 6127024 w 6127024"/>
              <a:gd name="connsiteY83" fmla="*/ 5786902 h 6858000"/>
              <a:gd name="connsiteX84" fmla="*/ 6115796 w 6127024"/>
              <a:gd name="connsiteY84" fmla="*/ 5862844 h 6858000"/>
              <a:gd name="connsiteX85" fmla="*/ 6102493 w 6127024"/>
              <a:gd name="connsiteY85" fmla="*/ 5928602 h 6858000"/>
              <a:gd name="connsiteX86" fmla="*/ 6056863 w 6127024"/>
              <a:gd name="connsiteY86" fmla="*/ 6000643 h 6858000"/>
              <a:gd name="connsiteX87" fmla="*/ 6045436 w 6127024"/>
              <a:gd name="connsiteY87" fmla="*/ 6124480 h 6858000"/>
              <a:gd name="connsiteX88" fmla="*/ 6030489 w 6127024"/>
              <a:gd name="connsiteY88" fmla="*/ 6317666 h 6858000"/>
              <a:gd name="connsiteX89" fmla="*/ 6007492 w 6127024"/>
              <a:gd name="connsiteY89" fmla="*/ 6440818 h 6858000"/>
              <a:gd name="connsiteX90" fmla="*/ 6009467 w 6127024"/>
              <a:gd name="connsiteY90" fmla="*/ 6487076 h 6858000"/>
              <a:gd name="connsiteX91" fmla="*/ 5995064 w 6127024"/>
              <a:gd name="connsiteY91" fmla="*/ 6540791 h 6858000"/>
              <a:gd name="connsiteX92" fmla="*/ 6004510 w 6127024"/>
              <a:gd name="connsiteY92" fmla="*/ 6599256 h 6858000"/>
              <a:gd name="connsiteX93" fmla="*/ 5986207 w 6127024"/>
              <a:gd name="connsiteY93" fmla="*/ 6695855 h 6858000"/>
              <a:gd name="connsiteX94" fmla="*/ 5979428 w 6127024"/>
              <a:gd name="connsiteY94" fmla="*/ 6754678 h 6858000"/>
              <a:gd name="connsiteX95" fmla="*/ 5983398 w 6127024"/>
              <a:gd name="connsiteY95" fmla="*/ 6778641 h 6858000"/>
              <a:gd name="connsiteX96" fmla="*/ 5984543 w 6127024"/>
              <a:gd name="connsiteY96" fmla="*/ 6811016 h 6858000"/>
              <a:gd name="connsiteX97" fmla="*/ 5979671 w 6127024"/>
              <a:gd name="connsiteY97" fmla="*/ 6858000 h 6858000"/>
              <a:gd name="connsiteX98" fmla="*/ 0 w 6127024"/>
              <a:gd name="connsiteY98" fmla="*/ 6858000 h 6858000"/>
              <a:gd name="connsiteX99" fmla="*/ 0 w 6127024"/>
              <a:gd name="connsiteY99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599700 w 6127024"/>
              <a:gd name="connsiteY44" fmla="*/ 3547221 h 6858000"/>
              <a:gd name="connsiteX45" fmla="*/ 5618377 w 6127024"/>
              <a:gd name="connsiteY45" fmla="*/ 3588431 h 6858000"/>
              <a:gd name="connsiteX46" fmla="*/ 5655472 w 6127024"/>
              <a:gd name="connsiteY46" fmla="*/ 3678877 h 6858000"/>
              <a:gd name="connsiteX47" fmla="*/ 5683015 w 6127024"/>
              <a:gd name="connsiteY47" fmla="*/ 3762025 h 6858000"/>
              <a:gd name="connsiteX48" fmla="*/ 5696643 w 6127024"/>
              <a:gd name="connsiteY48" fmla="*/ 3773888 h 6858000"/>
              <a:gd name="connsiteX49" fmla="*/ 5768491 w 6127024"/>
              <a:gd name="connsiteY49" fmla="*/ 3914399 h 6858000"/>
              <a:gd name="connsiteX50" fmla="*/ 5793123 w 6127024"/>
              <a:gd name="connsiteY50" fmla="*/ 3969952 h 6858000"/>
              <a:gd name="connsiteX51" fmla="*/ 5808321 w 6127024"/>
              <a:gd name="connsiteY51" fmla="*/ 3988153 h 6858000"/>
              <a:gd name="connsiteX52" fmla="*/ 5825621 w 6127024"/>
              <a:gd name="connsiteY52" fmla="*/ 4015525 h 6858000"/>
              <a:gd name="connsiteX53" fmla="*/ 5860672 w 6127024"/>
              <a:gd name="connsiteY53" fmla="*/ 4061579 h 6858000"/>
              <a:gd name="connsiteX54" fmla="*/ 5872173 w 6127024"/>
              <a:gd name="connsiteY54" fmla="*/ 4088497 h 6858000"/>
              <a:gd name="connsiteX55" fmla="*/ 5894095 w 6127024"/>
              <a:gd name="connsiteY55" fmla="*/ 4128857 h 6858000"/>
              <a:gd name="connsiteX56" fmla="*/ 5903513 w 6127024"/>
              <a:gd name="connsiteY56" fmla="*/ 4187661 h 6858000"/>
              <a:gd name="connsiteX57" fmla="*/ 5917114 w 6127024"/>
              <a:gd name="connsiteY57" fmla="*/ 4213096 h 6858000"/>
              <a:gd name="connsiteX58" fmla="*/ 5924233 w 6127024"/>
              <a:gd name="connsiteY58" fmla="*/ 4242060 h 6858000"/>
              <a:gd name="connsiteX59" fmla="*/ 5928910 w 6127024"/>
              <a:gd name="connsiteY59" fmla="*/ 4300973 h 6858000"/>
              <a:gd name="connsiteX60" fmla="*/ 5939320 w 6127024"/>
              <a:gd name="connsiteY60" fmla="*/ 4340435 h 6858000"/>
              <a:gd name="connsiteX61" fmla="*/ 5946705 w 6127024"/>
              <a:gd name="connsiteY61" fmla="*/ 4428051 h 6858000"/>
              <a:gd name="connsiteX62" fmla="*/ 5949261 w 6127024"/>
              <a:gd name="connsiteY62" fmla="*/ 4449185 h 6858000"/>
              <a:gd name="connsiteX63" fmla="*/ 5968960 w 6127024"/>
              <a:gd name="connsiteY63" fmla="*/ 4482655 h 6858000"/>
              <a:gd name="connsiteX64" fmla="*/ 5998138 w 6127024"/>
              <a:gd name="connsiteY64" fmla="*/ 4697518 h 6858000"/>
              <a:gd name="connsiteX65" fmla="*/ 6007819 w 6127024"/>
              <a:gd name="connsiteY65" fmla="*/ 4858148 h 6858000"/>
              <a:gd name="connsiteX66" fmla="*/ 6007749 w 6127024"/>
              <a:gd name="connsiteY66" fmla="*/ 4964715 h 6858000"/>
              <a:gd name="connsiteX67" fmla="*/ 6005269 w 6127024"/>
              <a:gd name="connsiteY67" fmla="*/ 5150567 h 6858000"/>
              <a:gd name="connsiteX68" fmla="*/ 6001127 w 6127024"/>
              <a:gd name="connsiteY68" fmla="*/ 5164609 h 6858000"/>
              <a:gd name="connsiteX69" fmla="*/ 5998514 w 6127024"/>
              <a:gd name="connsiteY69" fmla="*/ 5189673 h 6858000"/>
              <a:gd name="connsiteX70" fmla="*/ 6018409 w 6127024"/>
              <a:gd name="connsiteY70" fmla="*/ 5227157 h 6858000"/>
              <a:gd name="connsiteX71" fmla="*/ 6036748 w 6127024"/>
              <a:gd name="connsiteY71" fmla="*/ 5322752 h 6858000"/>
              <a:gd name="connsiteX72" fmla="*/ 6036943 w 6127024"/>
              <a:gd name="connsiteY72" fmla="*/ 5329480 h 6858000"/>
              <a:gd name="connsiteX73" fmla="*/ 6037677 w 6127024"/>
              <a:gd name="connsiteY73" fmla="*/ 5354807 h 6858000"/>
              <a:gd name="connsiteX74" fmla="*/ 6039728 w 6127024"/>
              <a:gd name="connsiteY74" fmla="*/ 5359416 h 6858000"/>
              <a:gd name="connsiteX75" fmla="*/ 6053435 w 6127024"/>
              <a:gd name="connsiteY75" fmla="*/ 5387547 h 6858000"/>
              <a:gd name="connsiteX76" fmla="*/ 6065933 w 6127024"/>
              <a:gd name="connsiteY76" fmla="*/ 5443002 h 6858000"/>
              <a:gd name="connsiteX77" fmla="*/ 6068640 w 6127024"/>
              <a:gd name="connsiteY77" fmla="*/ 5474503 h 6858000"/>
              <a:gd name="connsiteX78" fmla="*/ 6080922 w 6127024"/>
              <a:gd name="connsiteY78" fmla="*/ 5561070 h 6858000"/>
              <a:gd name="connsiteX79" fmla="*/ 6096949 w 6127024"/>
              <a:gd name="connsiteY79" fmla="*/ 5648179 h 6858000"/>
              <a:gd name="connsiteX80" fmla="*/ 6121353 w 6127024"/>
              <a:gd name="connsiteY80" fmla="*/ 5721725 h 6858000"/>
              <a:gd name="connsiteX81" fmla="*/ 6109884 w 6127024"/>
              <a:gd name="connsiteY81" fmla="*/ 5721959 h 6858000"/>
              <a:gd name="connsiteX82" fmla="*/ 6127024 w 6127024"/>
              <a:gd name="connsiteY82" fmla="*/ 5786902 h 6858000"/>
              <a:gd name="connsiteX83" fmla="*/ 6115796 w 6127024"/>
              <a:gd name="connsiteY83" fmla="*/ 5862844 h 6858000"/>
              <a:gd name="connsiteX84" fmla="*/ 6102493 w 6127024"/>
              <a:gd name="connsiteY84" fmla="*/ 5928602 h 6858000"/>
              <a:gd name="connsiteX85" fmla="*/ 6056863 w 6127024"/>
              <a:gd name="connsiteY85" fmla="*/ 6000643 h 6858000"/>
              <a:gd name="connsiteX86" fmla="*/ 6045436 w 6127024"/>
              <a:gd name="connsiteY86" fmla="*/ 6124480 h 6858000"/>
              <a:gd name="connsiteX87" fmla="*/ 6030489 w 6127024"/>
              <a:gd name="connsiteY87" fmla="*/ 6317666 h 6858000"/>
              <a:gd name="connsiteX88" fmla="*/ 6007492 w 6127024"/>
              <a:gd name="connsiteY88" fmla="*/ 6440818 h 6858000"/>
              <a:gd name="connsiteX89" fmla="*/ 6009467 w 6127024"/>
              <a:gd name="connsiteY89" fmla="*/ 6487076 h 6858000"/>
              <a:gd name="connsiteX90" fmla="*/ 5995064 w 6127024"/>
              <a:gd name="connsiteY90" fmla="*/ 6540791 h 6858000"/>
              <a:gd name="connsiteX91" fmla="*/ 6004510 w 6127024"/>
              <a:gd name="connsiteY91" fmla="*/ 6599256 h 6858000"/>
              <a:gd name="connsiteX92" fmla="*/ 5986207 w 6127024"/>
              <a:gd name="connsiteY92" fmla="*/ 6695855 h 6858000"/>
              <a:gd name="connsiteX93" fmla="*/ 5979428 w 6127024"/>
              <a:gd name="connsiteY93" fmla="*/ 6754678 h 6858000"/>
              <a:gd name="connsiteX94" fmla="*/ 5983398 w 6127024"/>
              <a:gd name="connsiteY94" fmla="*/ 6778641 h 6858000"/>
              <a:gd name="connsiteX95" fmla="*/ 5984543 w 6127024"/>
              <a:gd name="connsiteY95" fmla="*/ 6811016 h 6858000"/>
              <a:gd name="connsiteX96" fmla="*/ 5979671 w 6127024"/>
              <a:gd name="connsiteY96" fmla="*/ 6858000 h 6858000"/>
              <a:gd name="connsiteX97" fmla="*/ 0 w 6127024"/>
              <a:gd name="connsiteY97" fmla="*/ 6858000 h 6858000"/>
              <a:gd name="connsiteX98" fmla="*/ 0 w 6127024"/>
              <a:gd name="connsiteY98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72173 w 6127024"/>
              <a:gd name="connsiteY53" fmla="*/ 4088497 h 6858000"/>
              <a:gd name="connsiteX54" fmla="*/ 5894095 w 6127024"/>
              <a:gd name="connsiteY54" fmla="*/ 4128857 h 6858000"/>
              <a:gd name="connsiteX55" fmla="*/ 5903513 w 6127024"/>
              <a:gd name="connsiteY55" fmla="*/ 4187661 h 6858000"/>
              <a:gd name="connsiteX56" fmla="*/ 5917114 w 6127024"/>
              <a:gd name="connsiteY56" fmla="*/ 4213096 h 6858000"/>
              <a:gd name="connsiteX57" fmla="*/ 5924233 w 6127024"/>
              <a:gd name="connsiteY57" fmla="*/ 4242060 h 6858000"/>
              <a:gd name="connsiteX58" fmla="*/ 5928910 w 6127024"/>
              <a:gd name="connsiteY58" fmla="*/ 4300973 h 6858000"/>
              <a:gd name="connsiteX59" fmla="*/ 5939320 w 6127024"/>
              <a:gd name="connsiteY59" fmla="*/ 4340435 h 6858000"/>
              <a:gd name="connsiteX60" fmla="*/ 5946705 w 6127024"/>
              <a:gd name="connsiteY60" fmla="*/ 4428051 h 6858000"/>
              <a:gd name="connsiteX61" fmla="*/ 5949261 w 6127024"/>
              <a:gd name="connsiteY61" fmla="*/ 4449185 h 6858000"/>
              <a:gd name="connsiteX62" fmla="*/ 5968960 w 6127024"/>
              <a:gd name="connsiteY62" fmla="*/ 4482655 h 6858000"/>
              <a:gd name="connsiteX63" fmla="*/ 5998138 w 6127024"/>
              <a:gd name="connsiteY63" fmla="*/ 4697518 h 6858000"/>
              <a:gd name="connsiteX64" fmla="*/ 6007819 w 6127024"/>
              <a:gd name="connsiteY64" fmla="*/ 4858148 h 6858000"/>
              <a:gd name="connsiteX65" fmla="*/ 6007749 w 6127024"/>
              <a:gd name="connsiteY65" fmla="*/ 4964715 h 6858000"/>
              <a:gd name="connsiteX66" fmla="*/ 6005269 w 6127024"/>
              <a:gd name="connsiteY66" fmla="*/ 5150567 h 6858000"/>
              <a:gd name="connsiteX67" fmla="*/ 6001127 w 6127024"/>
              <a:gd name="connsiteY67" fmla="*/ 5164609 h 6858000"/>
              <a:gd name="connsiteX68" fmla="*/ 5998514 w 6127024"/>
              <a:gd name="connsiteY68" fmla="*/ 5189673 h 6858000"/>
              <a:gd name="connsiteX69" fmla="*/ 6018409 w 6127024"/>
              <a:gd name="connsiteY69" fmla="*/ 5227157 h 6858000"/>
              <a:gd name="connsiteX70" fmla="*/ 6036748 w 6127024"/>
              <a:gd name="connsiteY70" fmla="*/ 5322752 h 6858000"/>
              <a:gd name="connsiteX71" fmla="*/ 6036943 w 6127024"/>
              <a:gd name="connsiteY71" fmla="*/ 5329480 h 6858000"/>
              <a:gd name="connsiteX72" fmla="*/ 6037677 w 6127024"/>
              <a:gd name="connsiteY72" fmla="*/ 5354807 h 6858000"/>
              <a:gd name="connsiteX73" fmla="*/ 6039728 w 6127024"/>
              <a:gd name="connsiteY73" fmla="*/ 5359416 h 6858000"/>
              <a:gd name="connsiteX74" fmla="*/ 6053435 w 6127024"/>
              <a:gd name="connsiteY74" fmla="*/ 5387547 h 6858000"/>
              <a:gd name="connsiteX75" fmla="*/ 6065933 w 6127024"/>
              <a:gd name="connsiteY75" fmla="*/ 5443002 h 6858000"/>
              <a:gd name="connsiteX76" fmla="*/ 6068640 w 6127024"/>
              <a:gd name="connsiteY76" fmla="*/ 5474503 h 6858000"/>
              <a:gd name="connsiteX77" fmla="*/ 6080922 w 6127024"/>
              <a:gd name="connsiteY77" fmla="*/ 5561070 h 6858000"/>
              <a:gd name="connsiteX78" fmla="*/ 6096949 w 6127024"/>
              <a:gd name="connsiteY78" fmla="*/ 5648179 h 6858000"/>
              <a:gd name="connsiteX79" fmla="*/ 6121353 w 6127024"/>
              <a:gd name="connsiteY79" fmla="*/ 5721725 h 6858000"/>
              <a:gd name="connsiteX80" fmla="*/ 6109884 w 6127024"/>
              <a:gd name="connsiteY80" fmla="*/ 5721959 h 6858000"/>
              <a:gd name="connsiteX81" fmla="*/ 6127024 w 6127024"/>
              <a:gd name="connsiteY81" fmla="*/ 5786902 h 6858000"/>
              <a:gd name="connsiteX82" fmla="*/ 6115796 w 6127024"/>
              <a:gd name="connsiteY82" fmla="*/ 5862844 h 6858000"/>
              <a:gd name="connsiteX83" fmla="*/ 6102493 w 6127024"/>
              <a:gd name="connsiteY83" fmla="*/ 5928602 h 6858000"/>
              <a:gd name="connsiteX84" fmla="*/ 6056863 w 6127024"/>
              <a:gd name="connsiteY84" fmla="*/ 6000643 h 6858000"/>
              <a:gd name="connsiteX85" fmla="*/ 6045436 w 6127024"/>
              <a:gd name="connsiteY85" fmla="*/ 6124480 h 6858000"/>
              <a:gd name="connsiteX86" fmla="*/ 6030489 w 6127024"/>
              <a:gd name="connsiteY86" fmla="*/ 6317666 h 6858000"/>
              <a:gd name="connsiteX87" fmla="*/ 6007492 w 6127024"/>
              <a:gd name="connsiteY87" fmla="*/ 6440818 h 6858000"/>
              <a:gd name="connsiteX88" fmla="*/ 6009467 w 6127024"/>
              <a:gd name="connsiteY88" fmla="*/ 6487076 h 6858000"/>
              <a:gd name="connsiteX89" fmla="*/ 5995064 w 6127024"/>
              <a:gd name="connsiteY89" fmla="*/ 6540791 h 6858000"/>
              <a:gd name="connsiteX90" fmla="*/ 6004510 w 6127024"/>
              <a:gd name="connsiteY90" fmla="*/ 6599256 h 6858000"/>
              <a:gd name="connsiteX91" fmla="*/ 5986207 w 6127024"/>
              <a:gd name="connsiteY91" fmla="*/ 6695855 h 6858000"/>
              <a:gd name="connsiteX92" fmla="*/ 5979428 w 6127024"/>
              <a:gd name="connsiteY92" fmla="*/ 6754678 h 6858000"/>
              <a:gd name="connsiteX93" fmla="*/ 5983398 w 6127024"/>
              <a:gd name="connsiteY93" fmla="*/ 6778641 h 6858000"/>
              <a:gd name="connsiteX94" fmla="*/ 5984543 w 6127024"/>
              <a:gd name="connsiteY94" fmla="*/ 6811016 h 6858000"/>
              <a:gd name="connsiteX95" fmla="*/ 5979671 w 6127024"/>
              <a:gd name="connsiteY95" fmla="*/ 6858000 h 6858000"/>
              <a:gd name="connsiteX96" fmla="*/ 0 w 6127024"/>
              <a:gd name="connsiteY96" fmla="*/ 6858000 h 6858000"/>
              <a:gd name="connsiteX97" fmla="*/ 0 w 6127024"/>
              <a:gd name="connsiteY97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72173 w 6127024"/>
              <a:gd name="connsiteY53" fmla="*/ 4088497 h 6858000"/>
              <a:gd name="connsiteX54" fmla="*/ 5894095 w 6127024"/>
              <a:gd name="connsiteY54" fmla="*/ 4128857 h 6858000"/>
              <a:gd name="connsiteX55" fmla="*/ 5903513 w 6127024"/>
              <a:gd name="connsiteY55" fmla="*/ 4187661 h 6858000"/>
              <a:gd name="connsiteX56" fmla="*/ 5917114 w 6127024"/>
              <a:gd name="connsiteY56" fmla="*/ 4213096 h 6858000"/>
              <a:gd name="connsiteX57" fmla="*/ 5924233 w 6127024"/>
              <a:gd name="connsiteY57" fmla="*/ 4242060 h 6858000"/>
              <a:gd name="connsiteX58" fmla="*/ 5928910 w 6127024"/>
              <a:gd name="connsiteY58" fmla="*/ 4300973 h 6858000"/>
              <a:gd name="connsiteX59" fmla="*/ 5946705 w 6127024"/>
              <a:gd name="connsiteY59" fmla="*/ 4428051 h 6858000"/>
              <a:gd name="connsiteX60" fmla="*/ 5949261 w 6127024"/>
              <a:gd name="connsiteY60" fmla="*/ 4449185 h 6858000"/>
              <a:gd name="connsiteX61" fmla="*/ 5968960 w 6127024"/>
              <a:gd name="connsiteY61" fmla="*/ 4482655 h 6858000"/>
              <a:gd name="connsiteX62" fmla="*/ 5998138 w 6127024"/>
              <a:gd name="connsiteY62" fmla="*/ 4697518 h 6858000"/>
              <a:gd name="connsiteX63" fmla="*/ 6007819 w 6127024"/>
              <a:gd name="connsiteY63" fmla="*/ 4858148 h 6858000"/>
              <a:gd name="connsiteX64" fmla="*/ 6007749 w 6127024"/>
              <a:gd name="connsiteY64" fmla="*/ 4964715 h 6858000"/>
              <a:gd name="connsiteX65" fmla="*/ 6005269 w 6127024"/>
              <a:gd name="connsiteY65" fmla="*/ 5150567 h 6858000"/>
              <a:gd name="connsiteX66" fmla="*/ 6001127 w 6127024"/>
              <a:gd name="connsiteY66" fmla="*/ 5164609 h 6858000"/>
              <a:gd name="connsiteX67" fmla="*/ 5998514 w 6127024"/>
              <a:gd name="connsiteY67" fmla="*/ 5189673 h 6858000"/>
              <a:gd name="connsiteX68" fmla="*/ 6018409 w 6127024"/>
              <a:gd name="connsiteY68" fmla="*/ 5227157 h 6858000"/>
              <a:gd name="connsiteX69" fmla="*/ 6036748 w 6127024"/>
              <a:gd name="connsiteY69" fmla="*/ 5322752 h 6858000"/>
              <a:gd name="connsiteX70" fmla="*/ 6036943 w 6127024"/>
              <a:gd name="connsiteY70" fmla="*/ 5329480 h 6858000"/>
              <a:gd name="connsiteX71" fmla="*/ 6037677 w 6127024"/>
              <a:gd name="connsiteY71" fmla="*/ 5354807 h 6858000"/>
              <a:gd name="connsiteX72" fmla="*/ 6039728 w 6127024"/>
              <a:gd name="connsiteY72" fmla="*/ 5359416 h 6858000"/>
              <a:gd name="connsiteX73" fmla="*/ 6053435 w 6127024"/>
              <a:gd name="connsiteY73" fmla="*/ 5387547 h 6858000"/>
              <a:gd name="connsiteX74" fmla="*/ 6065933 w 6127024"/>
              <a:gd name="connsiteY74" fmla="*/ 5443002 h 6858000"/>
              <a:gd name="connsiteX75" fmla="*/ 6068640 w 6127024"/>
              <a:gd name="connsiteY75" fmla="*/ 5474503 h 6858000"/>
              <a:gd name="connsiteX76" fmla="*/ 6080922 w 6127024"/>
              <a:gd name="connsiteY76" fmla="*/ 5561070 h 6858000"/>
              <a:gd name="connsiteX77" fmla="*/ 6096949 w 6127024"/>
              <a:gd name="connsiteY77" fmla="*/ 5648179 h 6858000"/>
              <a:gd name="connsiteX78" fmla="*/ 6121353 w 6127024"/>
              <a:gd name="connsiteY78" fmla="*/ 5721725 h 6858000"/>
              <a:gd name="connsiteX79" fmla="*/ 6109884 w 6127024"/>
              <a:gd name="connsiteY79" fmla="*/ 5721959 h 6858000"/>
              <a:gd name="connsiteX80" fmla="*/ 6127024 w 6127024"/>
              <a:gd name="connsiteY80" fmla="*/ 5786902 h 6858000"/>
              <a:gd name="connsiteX81" fmla="*/ 6115796 w 6127024"/>
              <a:gd name="connsiteY81" fmla="*/ 5862844 h 6858000"/>
              <a:gd name="connsiteX82" fmla="*/ 6102493 w 6127024"/>
              <a:gd name="connsiteY82" fmla="*/ 5928602 h 6858000"/>
              <a:gd name="connsiteX83" fmla="*/ 6056863 w 6127024"/>
              <a:gd name="connsiteY83" fmla="*/ 6000643 h 6858000"/>
              <a:gd name="connsiteX84" fmla="*/ 6045436 w 6127024"/>
              <a:gd name="connsiteY84" fmla="*/ 6124480 h 6858000"/>
              <a:gd name="connsiteX85" fmla="*/ 6030489 w 6127024"/>
              <a:gd name="connsiteY85" fmla="*/ 6317666 h 6858000"/>
              <a:gd name="connsiteX86" fmla="*/ 6007492 w 6127024"/>
              <a:gd name="connsiteY86" fmla="*/ 6440818 h 6858000"/>
              <a:gd name="connsiteX87" fmla="*/ 6009467 w 6127024"/>
              <a:gd name="connsiteY87" fmla="*/ 6487076 h 6858000"/>
              <a:gd name="connsiteX88" fmla="*/ 5995064 w 6127024"/>
              <a:gd name="connsiteY88" fmla="*/ 6540791 h 6858000"/>
              <a:gd name="connsiteX89" fmla="*/ 6004510 w 6127024"/>
              <a:gd name="connsiteY89" fmla="*/ 6599256 h 6858000"/>
              <a:gd name="connsiteX90" fmla="*/ 5986207 w 6127024"/>
              <a:gd name="connsiteY90" fmla="*/ 6695855 h 6858000"/>
              <a:gd name="connsiteX91" fmla="*/ 5979428 w 6127024"/>
              <a:gd name="connsiteY91" fmla="*/ 6754678 h 6858000"/>
              <a:gd name="connsiteX92" fmla="*/ 5983398 w 6127024"/>
              <a:gd name="connsiteY92" fmla="*/ 6778641 h 6858000"/>
              <a:gd name="connsiteX93" fmla="*/ 5984543 w 6127024"/>
              <a:gd name="connsiteY93" fmla="*/ 6811016 h 6858000"/>
              <a:gd name="connsiteX94" fmla="*/ 5979671 w 6127024"/>
              <a:gd name="connsiteY94" fmla="*/ 6858000 h 6858000"/>
              <a:gd name="connsiteX95" fmla="*/ 0 w 6127024"/>
              <a:gd name="connsiteY95" fmla="*/ 6858000 h 6858000"/>
              <a:gd name="connsiteX96" fmla="*/ 0 w 6127024"/>
              <a:gd name="connsiteY96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72173 w 6127024"/>
              <a:gd name="connsiteY53" fmla="*/ 4088497 h 6858000"/>
              <a:gd name="connsiteX54" fmla="*/ 5894095 w 6127024"/>
              <a:gd name="connsiteY54" fmla="*/ 4128857 h 6858000"/>
              <a:gd name="connsiteX55" fmla="*/ 5903513 w 6127024"/>
              <a:gd name="connsiteY55" fmla="*/ 4187661 h 6858000"/>
              <a:gd name="connsiteX56" fmla="*/ 5924233 w 6127024"/>
              <a:gd name="connsiteY56" fmla="*/ 4242060 h 6858000"/>
              <a:gd name="connsiteX57" fmla="*/ 5928910 w 6127024"/>
              <a:gd name="connsiteY57" fmla="*/ 4300973 h 6858000"/>
              <a:gd name="connsiteX58" fmla="*/ 5946705 w 6127024"/>
              <a:gd name="connsiteY58" fmla="*/ 4428051 h 6858000"/>
              <a:gd name="connsiteX59" fmla="*/ 5949261 w 6127024"/>
              <a:gd name="connsiteY59" fmla="*/ 4449185 h 6858000"/>
              <a:gd name="connsiteX60" fmla="*/ 5968960 w 6127024"/>
              <a:gd name="connsiteY60" fmla="*/ 4482655 h 6858000"/>
              <a:gd name="connsiteX61" fmla="*/ 5998138 w 6127024"/>
              <a:gd name="connsiteY61" fmla="*/ 4697518 h 6858000"/>
              <a:gd name="connsiteX62" fmla="*/ 6007819 w 6127024"/>
              <a:gd name="connsiteY62" fmla="*/ 4858148 h 6858000"/>
              <a:gd name="connsiteX63" fmla="*/ 6007749 w 6127024"/>
              <a:gd name="connsiteY63" fmla="*/ 4964715 h 6858000"/>
              <a:gd name="connsiteX64" fmla="*/ 6005269 w 6127024"/>
              <a:gd name="connsiteY64" fmla="*/ 5150567 h 6858000"/>
              <a:gd name="connsiteX65" fmla="*/ 6001127 w 6127024"/>
              <a:gd name="connsiteY65" fmla="*/ 5164609 h 6858000"/>
              <a:gd name="connsiteX66" fmla="*/ 5998514 w 6127024"/>
              <a:gd name="connsiteY66" fmla="*/ 5189673 h 6858000"/>
              <a:gd name="connsiteX67" fmla="*/ 6018409 w 6127024"/>
              <a:gd name="connsiteY67" fmla="*/ 5227157 h 6858000"/>
              <a:gd name="connsiteX68" fmla="*/ 6036748 w 6127024"/>
              <a:gd name="connsiteY68" fmla="*/ 5322752 h 6858000"/>
              <a:gd name="connsiteX69" fmla="*/ 6036943 w 6127024"/>
              <a:gd name="connsiteY69" fmla="*/ 5329480 h 6858000"/>
              <a:gd name="connsiteX70" fmla="*/ 6037677 w 6127024"/>
              <a:gd name="connsiteY70" fmla="*/ 5354807 h 6858000"/>
              <a:gd name="connsiteX71" fmla="*/ 6039728 w 6127024"/>
              <a:gd name="connsiteY71" fmla="*/ 5359416 h 6858000"/>
              <a:gd name="connsiteX72" fmla="*/ 6053435 w 6127024"/>
              <a:gd name="connsiteY72" fmla="*/ 5387547 h 6858000"/>
              <a:gd name="connsiteX73" fmla="*/ 6065933 w 6127024"/>
              <a:gd name="connsiteY73" fmla="*/ 5443002 h 6858000"/>
              <a:gd name="connsiteX74" fmla="*/ 6068640 w 6127024"/>
              <a:gd name="connsiteY74" fmla="*/ 5474503 h 6858000"/>
              <a:gd name="connsiteX75" fmla="*/ 6080922 w 6127024"/>
              <a:gd name="connsiteY75" fmla="*/ 5561070 h 6858000"/>
              <a:gd name="connsiteX76" fmla="*/ 6096949 w 6127024"/>
              <a:gd name="connsiteY76" fmla="*/ 5648179 h 6858000"/>
              <a:gd name="connsiteX77" fmla="*/ 6121353 w 6127024"/>
              <a:gd name="connsiteY77" fmla="*/ 5721725 h 6858000"/>
              <a:gd name="connsiteX78" fmla="*/ 6109884 w 6127024"/>
              <a:gd name="connsiteY78" fmla="*/ 5721959 h 6858000"/>
              <a:gd name="connsiteX79" fmla="*/ 6127024 w 6127024"/>
              <a:gd name="connsiteY79" fmla="*/ 5786902 h 6858000"/>
              <a:gd name="connsiteX80" fmla="*/ 6115796 w 6127024"/>
              <a:gd name="connsiteY80" fmla="*/ 5862844 h 6858000"/>
              <a:gd name="connsiteX81" fmla="*/ 6102493 w 6127024"/>
              <a:gd name="connsiteY81" fmla="*/ 5928602 h 6858000"/>
              <a:gd name="connsiteX82" fmla="*/ 6056863 w 6127024"/>
              <a:gd name="connsiteY82" fmla="*/ 6000643 h 6858000"/>
              <a:gd name="connsiteX83" fmla="*/ 6045436 w 6127024"/>
              <a:gd name="connsiteY83" fmla="*/ 6124480 h 6858000"/>
              <a:gd name="connsiteX84" fmla="*/ 6030489 w 6127024"/>
              <a:gd name="connsiteY84" fmla="*/ 6317666 h 6858000"/>
              <a:gd name="connsiteX85" fmla="*/ 6007492 w 6127024"/>
              <a:gd name="connsiteY85" fmla="*/ 6440818 h 6858000"/>
              <a:gd name="connsiteX86" fmla="*/ 6009467 w 6127024"/>
              <a:gd name="connsiteY86" fmla="*/ 6487076 h 6858000"/>
              <a:gd name="connsiteX87" fmla="*/ 5995064 w 6127024"/>
              <a:gd name="connsiteY87" fmla="*/ 6540791 h 6858000"/>
              <a:gd name="connsiteX88" fmla="*/ 6004510 w 6127024"/>
              <a:gd name="connsiteY88" fmla="*/ 6599256 h 6858000"/>
              <a:gd name="connsiteX89" fmla="*/ 5986207 w 6127024"/>
              <a:gd name="connsiteY89" fmla="*/ 6695855 h 6858000"/>
              <a:gd name="connsiteX90" fmla="*/ 5979428 w 6127024"/>
              <a:gd name="connsiteY90" fmla="*/ 6754678 h 6858000"/>
              <a:gd name="connsiteX91" fmla="*/ 5983398 w 6127024"/>
              <a:gd name="connsiteY91" fmla="*/ 6778641 h 6858000"/>
              <a:gd name="connsiteX92" fmla="*/ 5984543 w 6127024"/>
              <a:gd name="connsiteY92" fmla="*/ 6811016 h 6858000"/>
              <a:gd name="connsiteX93" fmla="*/ 5979671 w 6127024"/>
              <a:gd name="connsiteY93" fmla="*/ 6858000 h 6858000"/>
              <a:gd name="connsiteX94" fmla="*/ 0 w 6127024"/>
              <a:gd name="connsiteY94" fmla="*/ 6858000 h 6858000"/>
              <a:gd name="connsiteX95" fmla="*/ 0 w 6127024"/>
              <a:gd name="connsiteY95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72173 w 6127024"/>
              <a:gd name="connsiteY53" fmla="*/ 4088497 h 6858000"/>
              <a:gd name="connsiteX54" fmla="*/ 5894095 w 6127024"/>
              <a:gd name="connsiteY54" fmla="*/ 4128857 h 6858000"/>
              <a:gd name="connsiteX55" fmla="*/ 5903513 w 6127024"/>
              <a:gd name="connsiteY55" fmla="*/ 4187661 h 6858000"/>
              <a:gd name="connsiteX56" fmla="*/ 5928910 w 6127024"/>
              <a:gd name="connsiteY56" fmla="*/ 4300973 h 6858000"/>
              <a:gd name="connsiteX57" fmla="*/ 5946705 w 6127024"/>
              <a:gd name="connsiteY57" fmla="*/ 4428051 h 6858000"/>
              <a:gd name="connsiteX58" fmla="*/ 5949261 w 6127024"/>
              <a:gd name="connsiteY58" fmla="*/ 4449185 h 6858000"/>
              <a:gd name="connsiteX59" fmla="*/ 5968960 w 6127024"/>
              <a:gd name="connsiteY59" fmla="*/ 4482655 h 6858000"/>
              <a:gd name="connsiteX60" fmla="*/ 5998138 w 6127024"/>
              <a:gd name="connsiteY60" fmla="*/ 4697518 h 6858000"/>
              <a:gd name="connsiteX61" fmla="*/ 6007819 w 6127024"/>
              <a:gd name="connsiteY61" fmla="*/ 4858148 h 6858000"/>
              <a:gd name="connsiteX62" fmla="*/ 6007749 w 6127024"/>
              <a:gd name="connsiteY62" fmla="*/ 4964715 h 6858000"/>
              <a:gd name="connsiteX63" fmla="*/ 6005269 w 6127024"/>
              <a:gd name="connsiteY63" fmla="*/ 5150567 h 6858000"/>
              <a:gd name="connsiteX64" fmla="*/ 6001127 w 6127024"/>
              <a:gd name="connsiteY64" fmla="*/ 5164609 h 6858000"/>
              <a:gd name="connsiteX65" fmla="*/ 5998514 w 6127024"/>
              <a:gd name="connsiteY65" fmla="*/ 5189673 h 6858000"/>
              <a:gd name="connsiteX66" fmla="*/ 6018409 w 6127024"/>
              <a:gd name="connsiteY66" fmla="*/ 5227157 h 6858000"/>
              <a:gd name="connsiteX67" fmla="*/ 6036748 w 6127024"/>
              <a:gd name="connsiteY67" fmla="*/ 5322752 h 6858000"/>
              <a:gd name="connsiteX68" fmla="*/ 6036943 w 6127024"/>
              <a:gd name="connsiteY68" fmla="*/ 5329480 h 6858000"/>
              <a:gd name="connsiteX69" fmla="*/ 6037677 w 6127024"/>
              <a:gd name="connsiteY69" fmla="*/ 5354807 h 6858000"/>
              <a:gd name="connsiteX70" fmla="*/ 6039728 w 6127024"/>
              <a:gd name="connsiteY70" fmla="*/ 5359416 h 6858000"/>
              <a:gd name="connsiteX71" fmla="*/ 6053435 w 6127024"/>
              <a:gd name="connsiteY71" fmla="*/ 5387547 h 6858000"/>
              <a:gd name="connsiteX72" fmla="*/ 6065933 w 6127024"/>
              <a:gd name="connsiteY72" fmla="*/ 5443002 h 6858000"/>
              <a:gd name="connsiteX73" fmla="*/ 6068640 w 6127024"/>
              <a:gd name="connsiteY73" fmla="*/ 5474503 h 6858000"/>
              <a:gd name="connsiteX74" fmla="*/ 6080922 w 6127024"/>
              <a:gd name="connsiteY74" fmla="*/ 5561070 h 6858000"/>
              <a:gd name="connsiteX75" fmla="*/ 6096949 w 6127024"/>
              <a:gd name="connsiteY75" fmla="*/ 5648179 h 6858000"/>
              <a:gd name="connsiteX76" fmla="*/ 6121353 w 6127024"/>
              <a:gd name="connsiteY76" fmla="*/ 5721725 h 6858000"/>
              <a:gd name="connsiteX77" fmla="*/ 6109884 w 6127024"/>
              <a:gd name="connsiteY77" fmla="*/ 5721959 h 6858000"/>
              <a:gd name="connsiteX78" fmla="*/ 6127024 w 6127024"/>
              <a:gd name="connsiteY78" fmla="*/ 5786902 h 6858000"/>
              <a:gd name="connsiteX79" fmla="*/ 6115796 w 6127024"/>
              <a:gd name="connsiteY79" fmla="*/ 5862844 h 6858000"/>
              <a:gd name="connsiteX80" fmla="*/ 6102493 w 6127024"/>
              <a:gd name="connsiteY80" fmla="*/ 5928602 h 6858000"/>
              <a:gd name="connsiteX81" fmla="*/ 6056863 w 6127024"/>
              <a:gd name="connsiteY81" fmla="*/ 6000643 h 6858000"/>
              <a:gd name="connsiteX82" fmla="*/ 6045436 w 6127024"/>
              <a:gd name="connsiteY82" fmla="*/ 6124480 h 6858000"/>
              <a:gd name="connsiteX83" fmla="*/ 6030489 w 6127024"/>
              <a:gd name="connsiteY83" fmla="*/ 6317666 h 6858000"/>
              <a:gd name="connsiteX84" fmla="*/ 6007492 w 6127024"/>
              <a:gd name="connsiteY84" fmla="*/ 6440818 h 6858000"/>
              <a:gd name="connsiteX85" fmla="*/ 6009467 w 6127024"/>
              <a:gd name="connsiteY85" fmla="*/ 6487076 h 6858000"/>
              <a:gd name="connsiteX86" fmla="*/ 5995064 w 6127024"/>
              <a:gd name="connsiteY86" fmla="*/ 6540791 h 6858000"/>
              <a:gd name="connsiteX87" fmla="*/ 6004510 w 6127024"/>
              <a:gd name="connsiteY87" fmla="*/ 6599256 h 6858000"/>
              <a:gd name="connsiteX88" fmla="*/ 5986207 w 6127024"/>
              <a:gd name="connsiteY88" fmla="*/ 6695855 h 6858000"/>
              <a:gd name="connsiteX89" fmla="*/ 5979428 w 6127024"/>
              <a:gd name="connsiteY89" fmla="*/ 6754678 h 6858000"/>
              <a:gd name="connsiteX90" fmla="*/ 5983398 w 6127024"/>
              <a:gd name="connsiteY90" fmla="*/ 6778641 h 6858000"/>
              <a:gd name="connsiteX91" fmla="*/ 5984543 w 6127024"/>
              <a:gd name="connsiteY91" fmla="*/ 6811016 h 6858000"/>
              <a:gd name="connsiteX92" fmla="*/ 5979671 w 6127024"/>
              <a:gd name="connsiteY92" fmla="*/ 6858000 h 6858000"/>
              <a:gd name="connsiteX93" fmla="*/ 0 w 6127024"/>
              <a:gd name="connsiteY93" fmla="*/ 6858000 h 6858000"/>
              <a:gd name="connsiteX94" fmla="*/ 0 w 6127024"/>
              <a:gd name="connsiteY94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72173 w 6127024"/>
              <a:gd name="connsiteY53" fmla="*/ 4088497 h 6858000"/>
              <a:gd name="connsiteX54" fmla="*/ 5894095 w 6127024"/>
              <a:gd name="connsiteY54" fmla="*/ 4128857 h 6858000"/>
              <a:gd name="connsiteX55" fmla="*/ 5903513 w 6127024"/>
              <a:gd name="connsiteY55" fmla="*/ 4187661 h 6858000"/>
              <a:gd name="connsiteX56" fmla="*/ 5946705 w 6127024"/>
              <a:gd name="connsiteY56" fmla="*/ 4428051 h 6858000"/>
              <a:gd name="connsiteX57" fmla="*/ 5949261 w 6127024"/>
              <a:gd name="connsiteY57" fmla="*/ 4449185 h 6858000"/>
              <a:gd name="connsiteX58" fmla="*/ 5968960 w 6127024"/>
              <a:gd name="connsiteY58" fmla="*/ 4482655 h 6858000"/>
              <a:gd name="connsiteX59" fmla="*/ 5998138 w 6127024"/>
              <a:gd name="connsiteY59" fmla="*/ 4697518 h 6858000"/>
              <a:gd name="connsiteX60" fmla="*/ 6007819 w 6127024"/>
              <a:gd name="connsiteY60" fmla="*/ 4858148 h 6858000"/>
              <a:gd name="connsiteX61" fmla="*/ 6007749 w 6127024"/>
              <a:gd name="connsiteY61" fmla="*/ 4964715 h 6858000"/>
              <a:gd name="connsiteX62" fmla="*/ 6005269 w 6127024"/>
              <a:gd name="connsiteY62" fmla="*/ 5150567 h 6858000"/>
              <a:gd name="connsiteX63" fmla="*/ 6001127 w 6127024"/>
              <a:gd name="connsiteY63" fmla="*/ 5164609 h 6858000"/>
              <a:gd name="connsiteX64" fmla="*/ 5998514 w 6127024"/>
              <a:gd name="connsiteY64" fmla="*/ 5189673 h 6858000"/>
              <a:gd name="connsiteX65" fmla="*/ 6018409 w 6127024"/>
              <a:gd name="connsiteY65" fmla="*/ 5227157 h 6858000"/>
              <a:gd name="connsiteX66" fmla="*/ 6036748 w 6127024"/>
              <a:gd name="connsiteY66" fmla="*/ 5322752 h 6858000"/>
              <a:gd name="connsiteX67" fmla="*/ 6036943 w 6127024"/>
              <a:gd name="connsiteY67" fmla="*/ 5329480 h 6858000"/>
              <a:gd name="connsiteX68" fmla="*/ 6037677 w 6127024"/>
              <a:gd name="connsiteY68" fmla="*/ 5354807 h 6858000"/>
              <a:gd name="connsiteX69" fmla="*/ 6039728 w 6127024"/>
              <a:gd name="connsiteY69" fmla="*/ 5359416 h 6858000"/>
              <a:gd name="connsiteX70" fmla="*/ 6053435 w 6127024"/>
              <a:gd name="connsiteY70" fmla="*/ 5387547 h 6858000"/>
              <a:gd name="connsiteX71" fmla="*/ 6065933 w 6127024"/>
              <a:gd name="connsiteY71" fmla="*/ 5443002 h 6858000"/>
              <a:gd name="connsiteX72" fmla="*/ 6068640 w 6127024"/>
              <a:gd name="connsiteY72" fmla="*/ 5474503 h 6858000"/>
              <a:gd name="connsiteX73" fmla="*/ 6080922 w 6127024"/>
              <a:gd name="connsiteY73" fmla="*/ 5561070 h 6858000"/>
              <a:gd name="connsiteX74" fmla="*/ 6096949 w 6127024"/>
              <a:gd name="connsiteY74" fmla="*/ 5648179 h 6858000"/>
              <a:gd name="connsiteX75" fmla="*/ 6121353 w 6127024"/>
              <a:gd name="connsiteY75" fmla="*/ 5721725 h 6858000"/>
              <a:gd name="connsiteX76" fmla="*/ 6109884 w 6127024"/>
              <a:gd name="connsiteY76" fmla="*/ 5721959 h 6858000"/>
              <a:gd name="connsiteX77" fmla="*/ 6127024 w 6127024"/>
              <a:gd name="connsiteY77" fmla="*/ 5786902 h 6858000"/>
              <a:gd name="connsiteX78" fmla="*/ 6115796 w 6127024"/>
              <a:gd name="connsiteY78" fmla="*/ 5862844 h 6858000"/>
              <a:gd name="connsiteX79" fmla="*/ 6102493 w 6127024"/>
              <a:gd name="connsiteY79" fmla="*/ 5928602 h 6858000"/>
              <a:gd name="connsiteX80" fmla="*/ 6056863 w 6127024"/>
              <a:gd name="connsiteY80" fmla="*/ 6000643 h 6858000"/>
              <a:gd name="connsiteX81" fmla="*/ 6045436 w 6127024"/>
              <a:gd name="connsiteY81" fmla="*/ 6124480 h 6858000"/>
              <a:gd name="connsiteX82" fmla="*/ 6030489 w 6127024"/>
              <a:gd name="connsiteY82" fmla="*/ 6317666 h 6858000"/>
              <a:gd name="connsiteX83" fmla="*/ 6007492 w 6127024"/>
              <a:gd name="connsiteY83" fmla="*/ 6440818 h 6858000"/>
              <a:gd name="connsiteX84" fmla="*/ 6009467 w 6127024"/>
              <a:gd name="connsiteY84" fmla="*/ 6487076 h 6858000"/>
              <a:gd name="connsiteX85" fmla="*/ 5995064 w 6127024"/>
              <a:gd name="connsiteY85" fmla="*/ 6540791 h 6858000"/>
              <a:gd name="connsiteX86" fmla="*/ 6004510 w 6127024"/>
              <a:gd name="connsiteY86" fmla="*/ 6599256 h 6858000"/>
              <a:gd name="connsiteX87" fmla="*/ 5986207 w 6127024"/>
              <a:gd name="connsiteY87" fmla="*/ 6695855 h 6858000"/>
              <a:gd name="connsiteX88" fmla="*/ 5979428 w 6127024"/>
              <a:gd name="connsiteY88" fmla="*/ 6754678 h 6858000"/>
              <a:gd name="connsiteX89" fmla="*/ 5983398 w 6127024"/>
              <a:gd name="connsiteY89" fmla="*/ 6778641 h 6858000"/>
              <a:gd name="connsiteX90" fmla="*/ 5984543 w 6127024"/>
              <a:gd name="connsiteY90" fmla="*/ 6811016 h 6858000"/>
              <a:gd name="connsiteX91" fmla="*/ 5979671 w 6127024"/>
              <a:gd name="connsiteY91" fmla="*/ 6858000 h 6858000"/>
              <a:gd name="connsiteX92" fmla="*/ 0 w 6127024"/>
              <a:gd name="connsiteY92" fmla="*/ 6858000 h 6858000"/>
              <a:gd name="connsiteX93" fmla="*/ 0 w 6127024"/>
              <a:gd name="connsiteY93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72173 w 6127024"/>
              <a:gd name="connsiteY53" fmla="*/ 4088497 h 6858000"/>
              <a:gd name="connsiteX54" fmla="*/ 5894095 w 6127024"/>
              <a:gd name="connsiteY54" fmla="*/ 4128857 h 6858000"/>
              <a:gd name="connsiteX55" fmla="*/ 5903513 w 6127024"/>
              <a:gd name="connsiteY55" fmla="*/ 4187661 h 6858000"/>
              <a:gd name="connsiteX56" fmla="*/ 5946705 w 6127024"/>
              <a:gd name="connsiteY56" fmla="*/ 4428051 h 6858000"/>
              <a:gd name="connsiteX57" fmla="*/ 5949261 w 6127024"/>
              <a:gd name="connsiteY57" fmla="*/ 4449185 h 6858000"/>
              <a:gd name="connsiteX58" fmla="*/ 5968960 w 6127024"/>
              <a:gd name="connsiteY58" fmla="*/ 4482655 h 6858000"/>
              <a:gd name="connsiteX59" fmla="*/ 5998138 w 6127024"/>
              <a:gd name="connsiteY59" fmla="*/ 4697518 h 6858000"/>
              <a:gd name="connsiteX60" fmla="*/ 6007819 w 6127024"/>
              <a:gd name="connsiteY60" fmla="*/ 4858148 h 6858000"/>
              <a:gd name="connsiteX61" fmla="*/ 6007749 w 6127024"/>
              <a:gd name="connsiteY61" fmla="*/ 4964715 h 6858000"/>
              <a:gd name="connsiteX62" fmla="*/ 6005269 w 6127024"/>
              <a:gd name="connsiteY62" fmla="*/ 5150567 h 6858000"/>
              <a:gd name="connsiteX63" fmla="*/ 6001127 w 6127024"/>
              <a:gd name="connsiteY63" fmla="*/ 5164609 h 6858000"/>
              <a:gd name="connsiteX64" fmla="*/ 5998514 w 6127024"/>
              <a:gd name="connsiteY64" fmla="*/ 5189673 h 6858000"/>
              <a:gd name="connsiteX65" fmla="*/ 6018409 w 6127024"/>
              <a:gd name="connsiteY65" fmla="*/ 5227157 h 6858000"/>
              <a:gd name="connsiteX66" fmla="*/ 6036748 w 6127024"/>
              <a:gd name="connsiteY66" fmla="*/ 5322752 h 6858000"/>
              <a:gd name="connsiteX67" fmla="*/ 6036943 w 6127024"/>
              <a:gd name="connsiteY67" fmla="*/ 5329480 h 6858000"/>
              <a:gd name="connsiteX68" fmla="*/ 6037677 w 6127024"/>
              <a:gd name="connsiteY68" fmla="*/ 5354807 h 6858000"/>
              <a:gd name="connsiteX69" fmla="*/ 6039728 w 6127024"/>
              <a:gd name="connsiteY69" fmla="*/ 5359416 h 6858000"/>
              <a:gd name="connsiteX70" fmla="*/ 6053435 w 6127024"/>
              <a:gd name="connsiteY70" fmla="*/ 5387547 h 6858000"/>
              <a:gd name="connsiteX71" fmla="*/ 6065933 w 6127024"/>
              <a:gd name="connsiteY71" fmla="*/ 5443002 h 6858000"/>
              <a:gd name="connsiteX72" fmla="*/ 6068640 w 6127024"/>
              <a:gd name="connsiteY72" fmla="*/ 5474503 h 6858000"/>
              <a:gd name="connsiteX73" fmla="*/ 6080922 w 6127024"/>
              <a:gd name="connsiteY73" fmla="*/ 5561070 h 6858000"/>
              <a:gd name="connsiteX74" fmla="*/ 6096949 w 6127024"/>
              <a:gd name="connsiteY74" fmla="*/ 5648179 h 6858000"/>
              <a:gd name="connsiteX75" fmla="*/ 6121353 w 6127024"/>
              <a:gd name="connsiteY75" fmla="*/ 5721725 h 6858000"/>
              <a:gd name="connsiteX76" fmla="*/ 6109884 w 6127024"/>
              <a:gd name="connsiteY76" fmla="*/ 5721959 h 6858000"/>
              <a:gd name="connsiteX77" fmla="*/ 6127024 w 6127024"/>
              <a:gd name="connsiteY77" fmla="*/ 5786902 h 6858000"/>
              <a:gd name="connsiteX78" fmla="*/ 6115796 w 6127024"/>
              <a:gd name="connsiteY78" fmla="*/ 5862844 h 6858000"/>
              <a:gd name="connsiteX79" fmla="*/ 6102493 w 6127024"/>
              <a:gd name="connsiteY79" fmla="*/ 5928602 h 6858000"/>
              <a:gd name="connsiteX80" fmla="*/ 6056863 w 6127024"/>
              <a:gd name="connsiteY80" fmla="*/ 6000643 h 6858000"/>
              <a:gd name="connsiteX81" fmla="*/ 6045436 w 6127024"/>
              <a:gd name="connsiteY81" fmla="*/ 6124480 h 6858000"/>
              <a:gd name="connsiteX82" fmla="*/ 6030489 w 6127024"/>
              <a:gd name="connsiteY82" fmla="*/ 6317666 h 6858000"/>
              <a:gd name="connsiteX83" fmla="*/ 6007492 w 6127024"/>
              <a:gd name="connsiteY83" fmla="*/ 6440818 h 6858000"/>
              <a:gd name="connsiteX84" fmla="*/ 6009467 w 6127024"/>
              <a:gd name="connsiteY84" fmla="*/ 6487076 h 6858000"/>
              <a:gd name="connsiteX85" fmla="*/ 5995064 w 6127024"/>
              <a:gd name="connsiteY85" fmla="*/ 6540791 h 6858000"/>
              <a:gd name="connsiteX86" fmla="*/ 6004510 w 6127024"/>
              <a:gd name="connsiteY86" fmla="*/ 6599256 h 6858000"/>
              <a:gd name="connsiteX87" fmla="*/ 5986207 w 6127024"/>
              <a:gd name="connsiteY87" fmla="*/ 6695855 h 6858000"/>
              <a:gd name="connsiteX88" fmla="*/ 5979428 w 6127024"/>
              <a:gd name="connsiteY88" fmla="*/ 6754678 h 6858000"/>
              <a:gd name="connsiteX89" fmla="*/ 5983398 w 6127024"/>
              <a:gd name="connsiteY89" fmla="*/ 6778641 h 6858000"/>
              <a:gd name="connsiteX90" fmla="*/ 5984543 w 6127024"/>
              <a:gd name="connsiteY90" fmla="*/ 6811016 h 6858000"/>
              <a:gd name="connsiteX91" fmla="*/ 5979671 w 6127024"/>
              <a:gd name="connsiteY91" fmla="*/ 6858000 h 6858000"/>
              <a:gd name="connsiteX92" fmla="*/ 0 w 6127024"/>
              <a:gd name="connsiteY92" fmla="*/ 6858000 h 6858000"/>
              <a:gd name="connsiteX93" fmla="*/ 0 w 6127024"/>
              <a:gd name="connsiteY93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94095 w 6127024"/>
              <a:gd name="connsiteY53" fmla="*/ 4128857 h 6858000"/>
              <a:gd name="connsiteX54" fmla="*/ 5903513 w 6127024"/>
              <a:gd name="connsiteY54" fmla="*/ 4187661 h 6858000"/>
              <a:gd name="connsiteX55" fmla="*/ 5946705 w 6127024"/>
              <a:gd name="connsiteY55" fmla="*/ 4428051 h 6858000"/>
              <a:gd name="connsiteX56" fmla="*/ 5949261 w 6127024"/>
              <a:gd name="connsiteY56" fmla="*/ 4449185 h 6858000"/>
              <a:gd name="connsiteX57" fmla="*/ 5968960 w 6127024"/>
              <a:gd name="connsiteY57" fmla="*/ 4482655 h 6858000"/>
              <a:gd name="connsiteX58" fmla="*/ 5998138 w 6127024"/>
              <a:gd name="connsiteY58" fmla="*/ 4697518 h 6858000"/>
              <a:gd name="connsiteX59" fmla="*/ 6007819 w 6127024"/>
              <a:gd name="connsiteY59" fmla="*/ 4858148 h 6858000"/>
              <a:gd name="connsiteX60" fmla="*/ 6007749 w 6127024"/>
              <a:gd name="connsiteY60" fmla="*/ 4964715 h 6858000"/>
              <a:gd name="connsiteX61" fmla="*/ 6005269 w 6127024"/>
              <a:gd name="connsiteY61" fmla="*/ 5150567 h 6858000"/>
              <a:gd name="connsiteX62" fmla="*/ 6001127 w 6127024"/>
              <a:gd name="connsiteY62" fmla="*/ 5164609 h 6858000"/>
              <a:gd name="connsiteX63" fmla="*/ 5998514 w 6127024"/>
              <a:gd name="connsiteY63" fmla="*/ 5189673 h 6858000"/>
              <a:gd name="connsiteX64" fmla="*/ 6018409 w 6127024"/>
              <a:gd name="connsiteY64" fmla="*/ 5227157 h 6858000"/>
              <a:gd name="connsiteX65" fmla="*/ 6036748 w 6127024"/>
              <a:gd name="connsiteY65" fmla="*/ 5322752 h 6858000"/>
              <a:gd name="connsiteX66" fmla="*/ 6036943 w 6127024"/>
              <a:gd name="connsiteY66" fmla="*/ 5329480 h 6858000"/>
              <a:gd name="connsiteX67" fmla="*/ 6037677 w 6127024"/>
              <a:gd name="connsiteY67" fmla="*/ 5354807 h 6858000"/>
              <a:gd name="connsiteX68" fmla="*/ 6039728 w 6127024"/>
              <a:gd name="connsiteY68" fmla="*/ 5359416 h 6858000"/>
              <a:gd name="connsiteX69" fmla="*/ 6053435 w 6127024"/>
              <a:gd name="connsiteY69" fmla="*/ 5387547 h 6858000"/>
              <a:gd name="connsiteX70" fmla="*/ 6065933 w 6127024"/>
              <a:gd name="connsiteY70" fmla="*/ 5443002 h 6858000"/>
              <a:gd name="connsiteX71" fmla="*/ 6068640 w 6127024"/>
              <a:gd name="connsiteY71" fmla="*/ 5474503 h 6858000"/>
              <a:gd name="connsiteX72" fmla="*/ 6080922 w 6127024"/>
              <a:gd name="connsiteY72" fmla="*/ 5561070 h 6858000"/>
              <a:gd name="connsiteX73" fmla="*/ 6096949 w 6127024"/>
              <a:gd name="connsiteY73" fmla="*/ 5648179 h 6858000"/>
              <a:gd name="connsiteX74" fmla="*/ 6121353 w 6127024"/>
              <a:gd name="connsiteY74" fmla="*/ 5721725 h 6858000"/>
              <a:gd name="connsiteX75" fmla="*/ 6109884 w 6127024"/>
              <a:gd name="connsiteY75" fmla="*/ 5721959 h 6858000"/>
              <a:gd name="connsiteX76" fmla="*/ 6127024 w 6127024"/>
              <a:gd name="connsiteY76" fmla="*/ 5786902 h 6858000"/>
              <a:gd name="connsiteX77" fmla="*/ 6115796 w 6127024"/>
              <a:gd name="connsiteY77" fmla="*/ 5862844 h 6858000"/>
              <a:gd name="connsiteX78" fmla="*/ 6102493 w 6127024"/>
              <a:gd name="connsiteY78" fmla="*/ 5928602 h 6858000"/>
              <a:gd name="connsiteX79" fmla="*/ 6056863 w 6127024"/>
              <a:gd name="connsiteY79" fmla="*/ 6000643 h 6858000"/>
              <a:gd name="connsiteX80" fmla="*/ 6045436 w 6127024"/>
              <a:gd name="connsiteY80" fmla="*/ 6124480 h 6858000"/>
              <a:gd name="connsiteX81" fmla="*/ 6030489 w 6127024"/>
              <a:gd name="connsiteY81" fmla="*/ 6317666 h 6858000"/>
              <a:gd name="connsiteX82" fmla="*/ 6007492 w 6127024"/>
              <a:gd name="connsiteY82" fmla="*/ 6440818 h 6858000"/>
              <a:gd name="connsiteX83" fmla="*/ 6009467 w 6127024"/>
              <a:gd name="connsiteY83" fmla="*/ 6487076 h 6858000"/>
              <a:gd name="connsiteX84" fmla="*/ 5995064 w 6127024"/>
              <a:gd name="connsiteY84" fmla="*/ 6540791 h 6858000"/>
              <a:gd name="connsiteX85" fmla="*/ 6004510 w 6127024"/>
              <a:gd name="connsiteY85" fmla="*/ 6599256 h 6858000"/>
              <a:gd name="connsiteX86" fmla="*/ 5986207 w 6127024"/>
              <a:gd name="connsiteY86" fmla="*/ 6695855 h 6858000"/>
              <a:gd name="connsiteX87" fmla="*/ 5979428 w 6127024"/>
              <a:gd name="connsiteY87" fmla="*/ 6754678 h 6858000"/>
              <a:gd name="connsiteX88" fmla="*/ 5983398 w 6127024"/>
              <a:gd name="connsiteY88" fmla="*/ 6778641 h 6858000"/>
              <a:gd name="connsiteX89" fmla="*/ 5984543 w 6127024"/>
              <a:gd name="connsiteY89" fmla="*/ 6811016 h 6858000"/>
              <a:gd name="connsiteX90" fmla="*/ 5979671 w 6127024"/>
              <a:gd name="connsiteY90" fmla="*/ 6858000 h 6858000"/>
              <a:gd name="connsiteX91" fmla="*/ 0 w 6127024"/>
              <a:gd name="connsiteY91" fmla="*/ 6858000 h 6858000"/>
              <a:gd name="connsiteX92" fmla="*/ 0 w 6127024"/>
              <a:gd name="connsiteY9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94095 w 6127024"/>
              <a:gd name="connsiteY53" fmla="*/ 4128857 h 6858000"/>
              <a:gd name="connsiteX54" fmla="*/ 5903513 w 6127024"/>
              <a:gd name="connsiteY54" fmla="*/ 4187661 h 6858000"/>
              <a:gd name="connsiteX55" fmla="*/ 5946705 w 6127024"/>
              <a:gd name="connsiteY55" fmla="*/ 4428051 h 6858000"/>
              <a:gd name="connsiteX56" fmla="*/ 5949261 w 6127024"/>
              <a:gd name="connsiteY56" fmla="*/ 4449185 h 6858000"/>
              <a:gd name="connsiteX57" fmla="*/ 5968960 w 6127024"/>
              <a:gd name="connsiteY57" fmla="*/ 4482655 h 6858000"/>
              <a:gd name="connsiteX58" fmla="*/ 5998138 w 6127024"/>
              <a:gd name="connsiteY58" fmla="*/ 4697518 h 6858000"/>
              <a:gd name="connsiteX59" fmla="*/ 6007819 w 6127024"/>
              <a:gd name="connsiteY59" fmla="*/ 4858148 h 6858000"/>
              <a:gd name="connsiteX60" fmla="*/ 6007749 w 6127024"/>
              <a:gd name="connsiteY60" fmla="*/ 4964715 h 6858000"/>
              <a:gd name="connsiteX61" fmla="*/ 6005269 w 6127024"/>
              <a:gd name="connsiteY61" fmla="*/ 5150567 h 6858000"/>
              <a:gd name="connsiteX62" fmla="*/ 6001127 w 6127024"/>
              <a:gd name="connsiteY62" fmla="*/ 5164609 h 6858000"/>
              <a:gd name="connsiteX63" fmla="*/ 5998514 w 6127024"/>
              <a:gd name="connsiteY63" fmla="*/ 5189673 h 6858000"/>
              <a:gd name="connsiteX64" fmla="*/ 6018409 w 6127024"/>
              <a:gd name="connsiteY64" fmla="*/ 5227157 h 6858000"/>
              <a:gd name="connsiteX65" fmla="*/ 6036748 w 6127024"/>
              <a:gd name="connsiteY65" fmla="*/ 5322752 h 6858000"/>
              <a:gd name="connsiteX66" fmla="*/ 6036943 w 6127024"/>
              <a:gd name="connsiteY66" fmla="*/ 5329480 h 6858000"/>
              <a:gd name="connsiteX67" fmla="*/ 6037677 w 6127024"/>
              <a:gd name="connsiteY67" fmla="*/ 5354807 h 6858000"/>
              <a:gd name="connsiteX68" fmla="*/ 6039728 w 6127024"/>
              <a:gd name="connsiteY68" fmla="*/ 5359416 h 6858000"/>
              <a:gd name="connsiteX69" fmla="*/ 6053435 w 6127024"/>
              <a:gd name="connsiteY69" fmla="*/ 5387547 h 6858000"/>
              <a:gd name="connsiteX70" fmla="*/ 6065933 w 6127024"/>
              <a:gd name="connsiteY70" fmla="*/ 5443002 h 6858000"/>
              <a:gd name="connsiteX71" fmla="*/ 6068640 w 6127024"/>
              <a:gd name="connsiteY71" fmla="*/ 5474503 h 6858000"/>
              <a:gd name="connsiteX72" fmla="*/ 6080922 w 6127024"/>
              <a:gd name="connsiteY72" fmla="*/ 5561070 h 6858000"/>
              <a:gd name="connsiteX73" fmla="*/ 6096949 w 6127024"/>
              <a:gd name="connsiteY73" fmla="*/ 5648179 h 6858000"/>
              <a:gd name="connsiteX74" fmla="*/ 6121353 w 6127024"/>
              <a:gd name="connsiteY74" fmla="*/ 5721725 h 6858000"/>
              <a:gd name="connsiteX75" fmla="*/ 6109884 w 6127024"/>
              <a:gd name="connsiteY75" fmla="*/ 5721959 h 6858000"/>
              <a:gd name="connsiteX76" fmla="*/ 6127024 w 6127024"/>
              <a:gd name="connsiteY76" fmla="*/ 5786902 h 6858000"/>
              <a:gd name="connsiteX77" fmla="*/ 6115796 w 6127024"/>
              <a:gd name="connsiteY77" fmla="*/ 5862844 h 6858000"/>
              <a:gd name="connsiteX78" fmla="*/ 6102493 w 6127024"/>
              <a:gd name="connsiteY78" fmla="*/ 5928602 h 6858000"/>
              <a:gd name="connsiteX79" fmla="*/ 6056863 w 6127024"/>
              <a:gd name="connsiteY79" fmla="*/ 6000643 h 6858000"/>
              <a:gd name="connsiteX80" fmla="*/ 6045436 w 6127024"/>
              <a:gd name="connsiteY80" fmla="*/ 6124480 h 6858000"/>
              <a:gd name="connsiteX81" fmla="*/ 6030489 w 6127024"/>
              <a:gd name="connsiteY81" fmla="*/ 6317666 h 6858000"/>
              <a:gd name="connsiteX82" fmla="*/ 6007492 w 6127024"/>
              <a:gd name="connsiteY82" fmla="*/ 6440818 h 6858000"/>
              <a:gd name="connsiteX83" fmla="*/ 6009467 w 6127024"/>
              <a:gd name="connsiteY83" fmla="*/ 6487076 h 6858000"/>
              <a:gd name="connsiteX84" fmla="*/ 5995064 w 6127024"/>
              <a:gd name="connsiteY84" fmla="*/ 6540791 h 6858000"/>
              <a:gd name="connsiteX85" fmla="*/ 6004510 w 6127024"/>
              <a:gd name="connsiteY85" fmla="*/ 6599256 h 6858000"/>
              <a:gd name="connsiteX86" fmla="*/ 5986207 w 6127024"/>
              <a:gd name="connsiteY86" fmla="*/ 6695855 h 6858000"/>
              <a:gd name="connsiteX87" fmla="*/ 5979428 w 6127024"/>
              <a:gd name="connsiteY87" fmla="*/ 6754678 h 6858000"/>
              <a:gd name="connsiteX88" fmla="*/ 5983398 w 6127024"/>
              <a:gd name="connsiteY88" fmla="*/ 6778641 h 6858000"/>
              <a:gd name="connsiteX89" fmla="*/ 5984543 w 6127024"/>
              <a:gd name="connsiteY89" fmla="*/ 6811016 h 6858000"/>
              <a:gd name="connsiteX90" fmla="*/ 5979671 w 6127024"/>
              <a:gd name="connsiteY90" fmla="*/ 6858000 h 6858000"/>
              <a:gd name="connsiteX91" fmla="*/ 0 w 6127024"/>
              <a:gd name="connsiteY91" fmla="*/ 6858000 h 6858000"/>
              <a:gd name="connsiteX92" fmla="*/ 0 w 6127024"/>
              <a:gd name="connsiteY92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94095 w 6127024"/>
              <a:gd name="connsiteY53" fmla="*/ 4128857 h 6858000"/>
              <a:gd name="connsiteX54" fmla="*/ 5903513 w 6127024"/>
              <a:gd name="connsiteY54" fmla="*/ 4187661 h 6858000"/>
              <a:gd name="connsiteX55" fmla="*/ 5946705 w 6127024"/>
              <a:gd name="connsiteY55" fmla="*/ 4428051 h 6858000"/>
              <a:gd name="connsiteX56" fmla="*/ 5949261 w 6127024"/>
              <a:gd name="connsiteY56" fmla="*/ 4449185 h 6858000"/>
              <a:gd name="connsiteX57" fmla="*/ 5968960 w 6127024"/>
              <a:gd name="connsiteY57" fmla="*/ 4482655 h 6858000"/>
              <a:gd name="connsiteX58" fmla="*/ 5998138 w 6127024"/>
              <a:gd name="connsiteY58" fmla="*/ 4697518 h 6858000"/>
              <a:gd name="connsiteX59" fmla="*/ 6007819 w 6127024"/>
              <a:gd name="connsiteY59" fmla="*/ 4858148 h 6858000"/>
              <a:gd name="connsiteX60" fmla="*/ 6007749 w 6127024"/>
              <a:gd name="connsiteY60" fmla="*/ 4964715 h 6858000"/>
              <a:gd name="connsiteX61" fmla="*/ 6005269 w 6127024"/>
              <a:gd name="connsiteY61" fmla="*/ 5150567 h 6858000"/>
              <a:gd name="connsiteX62" fmla="*/ 6001127 w 6127024"/>
              <a:gd name="connsiteY62" fmla="*/ 5164609 h 6858000"/>
              <a:gd name="connsiteX63" fmla="*/ 5998514 w 6127024"/>
              <a:gd name="connsiteY63" fmla="*/ 5189673 h 6858000"/>
              <a:gd name="connsiteX64" fmla="*/ 6018409 w 6127024"/>
              <a:gd name="connsiteY64" fmla="*/ 5227157 h 6858000"/>
              <a:gd name="connsiteX65" fmla="*/ 6036748 w 6127024"/>
              <a:gd name="connsiteY65" fmla="*/ 5322752 h 6858000"/>
              <a:gd name="connsiteX66" fmla="*/ 6036943 w 6127024"/>
              <a:gd name="connsiteY66" fmla="*/ 5329480 h 6858000"/>
              <a:gd name="connsiteX67" fmla="*/ 6037677 w 6127024"/>
              <a:gd name="connsiteY67" fmla="*/ 5354807 h 6858000"/>
              <a:gd name="connsiteX68" fmla="*/ 6053435 w 6127024"/>
              <a:gd name="connsiteY68" fmla="*/ 5387547 h 6858000"/>
              <a:gd name="connsiteX69" fmla="*/ 6065933 w 6127024"/>
              <a:gd name="connsiteY69" fmla="*/ 5443002 h 6858000"/>
              <a:gd name="connsiteX70" fmla="*/ 6068640 w 6127024"/>
              <a:gd name="connsiteY70" fmla="*/ 5474503 h 6858000"/>
              <a:gd name="connsiteX71" fmla="*/ 6080922 w 6127024"/>
              <a:gd name="connsiteY71" fmla="*/ 5561070 h 6858000"/>
              <a:gd name="connsiteX72" fmla="*/ 6096949 w 6127024"/>
              <a:gd name="connsiteY72" fmla="*/ 5648179 h 6858000"/>
              <a:gd name="connsiteX73" fmla="*/ 6121353 w 6127024"/>
              <a:gd name="connsiteY73" fmla="*/ 5721725 h 6858000"/>
              <a:gd name="connsiteX74" fmla="*/ 6109884 w 6127024"/>
              <a:gd name="connsiteY74" fmla="*/ 5721959 h 6858000"/>
              <a:gd name="connsiteX75" fmla="*/ 6127024 w 6127024"/>
              <a:gd name="connsiteY75" fmla="*/ 5786902 h 6858000"/>
              <a:gd name="connsiteX76" fmla="*/ 6115796 w 6127024"/>
              <a:gd name="connsiteY76" fmla="*/ 5862844 h 6858000"/>
              <a:gd name="connsiteX77" fmla="*/ 6102493 w 6127024"/>
              <a:gd name="connsiteY77" fmla="*/ 5928602 h 6858000"/>
              <a:gd name="connsiteX78" fmla="*/ 6056863 w 6127024"/>
              <a:gd name="connsiteY78" fmla="*/ 6000643 h 6858000"/>
              <a:gd name="connsiteX79" fmla="*/ 6045436 w 6127024"/>
              <a:gd name="connsiteY79" fmla="*/ 6124480 h 6858000"/>
              <a:gd name="connsiteX80" fmla="*/ 6030489 w 6127024"/>
              <a:gd name="connsiteY80" fmla="*/ 6317666 h 6858000"/>
              <a:gd name="connsiteX81" fmla="*/ 6007492 w 6127024"/>
              <a:gd name="connsiteY81" fmla="*/ 6440818 h 6858000"/>
              <a:gd name="connsiteX82" fmla="*/ 6009467 w 6127024"/>
              <a:gd name="connsiteY82" fmla="*/ 6487076 h 6858000"/>
              <a:gd name="connsiteX83" fmla="*/ 5995064 w 6127024"/>
              <a:gd name="connsiteY83" fmla="*/ 6540791 h 6858000"/>
              <a:gd name="connsiteX84" fmla="*/ 6004510 w 6127024"/>
              <a:gd name="connsiteY84" fmla="*/ 6599256 h 6858000"/>
              <a:gd name="connsiteX85" fmla="*/ 5986207 w 6127024"/>
              <a:gd name="connsiteY85" fmla="*/ 6695855 h 6858000"/>
              <a:gd name="connsiteX86" fmla="*/ 5979428 w 6127024"/>
              <a:gd name="connsiteY86" fmla="*/ 6754678 h 6858000"/>
              <a:gd name="connsiteX87" fmla="*/ 5983398 w 6127024"/>
              <a:gd name="connsiteY87" fmla="*/ 6778641 h 6858000"/>
              <a:gd name="connsiteX88" fmla="*/ 5984543 w 6127024"/>
              <a:gd name="connsiteY88" fmla="*/ 6811016 h 6858000"/>
              <a:gd name="connsiteX89" fmla="*/ 5979671 w 6127024"/>
              <a:gd name="connsiteY89" fmla="*/ 6858000 h 6858000"/>
              <a:gd name="connsiteX90" fmla="*/ 0 w 6127024"/>
              <a:gd name="connsiteY90" fmla="*/ 6858000 h 6858000"/>
              <a:gd name="connsiteX91" fmla="*/ 0 w 6127024"/>
              <a:gd name="connsiteY91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94095 w 6127024"/>
              <a:gd name="connsiteY53" fmla="*/ 4128857 h 6858000"/>
              <a:gd name="connsiteX54" fmla="*/ 5903513 w 6127024"/>
              <a:gd name="connsiteY54" fmla="*/ 4187661 h 6858000"/>
              <a:gd name="connsiteX55" fmla="*/ 5946705 w 6127024"/>
              <a:gd name="connsiteY55" fmla="*/ 4428051 h 6858000"/>
              <a:gd name="connsiteX56" fmla="*/ 5949261 w 6127024"/>
              <a:gd name="connsiteY56" fmla="*/ 4449185 h 6858000"/>
              <a:gd name="connsiteX57" fmla="*/ 5968960 w 6127024"/>
              <a:gd name="connsiteY57" fmla="*/ 4482655 h 6858000"/>
              <a:gd name="connsiteX58" fmla="*/ 5998138 w 6127024"/>
              <a:gd name="connsiteY58" fmla="*/ 4697518 h 6858000"/>
              <a:gd name="connsiteX59" fmla="*/ 6007819 w 6127024"/>
              <a:gd name="connsiteY59" fmla="*/ 4858148 h 6858000"/>
              <a:gd name="connsiteX60" fmla="*/ 6007749 w 6127024"/>
              <a:gd name="connsiteY60" fmla="*/ 4964715 h 6858000"/>
              <a:gd name="connsiteX61" fmla="*/ 6005269 w 6127024"/>
              <a:gd name="connsiteY61" fmla="*/ 5150567 h 6858000"/>
              <a:gd name="connsiteX62" fmla="*/ 6001127 w 6127024"/>
              <a:gd name="connsiteY62" fmla="*/ 5164609 h 6858000"/>
              <a:gd name="connsiteX63" fmla="*/ 5998514 w 6127024"/>
              <a:gd name="connsiteY63" fmla="*/ 5189673 h 6858000"/>
              <a:gd name="connsiteX64" fmla="*/ 6018409 w 6127024"/>
              <a:gd name="connsiteY64" fmla="*/ 5227157 h 6858000"/>
              <a:gd name="connsiteX65" fmla="*/ 6036748 w 6127024"/>
              <a:gd name="connsiteY65" fmla="*/ 5322752 h 6858000"/>
              <a:gd name="connsiteX66" fmla="*/ 6037677 w 6127024"/>
              <a:gd name="connsiteY66" fmla="*/ 5354807 h 6858000"/>
              <a:gd name="connsiteX67" fmla="*/ 6053435 w 6127024"/>
              <a:gd name="connsiteY67" fmla="*/ 5387547 h 6858000"/>
              <a:gd name="connsiteX68" fmla="*/ 6065933 w 6127024"/>
              <a:gd name="connsiteY68" fmla="*/ 5443002 h 6858000"/>
              <a:gd name="connsiteX69" fmla="*/ 6068640 w 6127024"/>
              <a:gd name="connsiteY69" fmla="*/ 5474503 h 6858000"/>
              <a:gd name="connsiteX70" fmla="*/ 6080922 w 6127024"/>
              <a:gd name="connsiteY70" fmla="*/ 5561070 h 6858000"/>
              <a:gd name="connsiteX71" fmla="*/ 6096949 w 6127024"/>
              <a:gd name="connsiteY71" fmla="*/ 5648179 h 6858000"/>
              <a:gd name="connsiteX72" fmla="*/ 6121353 w 6127024"/>
              <a:gd name="connsiteY72" fmla="*/ 5721725 h 6858000"/>
              <a:gd name="connsiteX73" fmla="*/ 6109884 w 6127024"/>
              <a:gd name="connsiteY73" fmla="*/ 5721959 h 6858000"/>
              <a:gd name="connsiteX74" fmla="*/ 6127024 w 6127024"/>
              <a:gd name="connsiteY74" fmla="*/ 5786902 h 6858000"/>
              <a:gd name="connsiteX75" fmla="*/ 6115796 w 6127024"/>
              <a:gd name="connsiteY75" fmla="*/ 5862844 h 6858000"/>
              <a:gd name="connsiteX76" fmla="*/ 6102493 w 6127024"/>
              <a:gd name="connsiteY76" fmla="*/ 5928602 h 6858000"/>
              <a:gd name="connsiteX77" fmla="*/ 6056863 w 6127024"/>
              <a:gd name="connsiteY77" fmla="*/ 6000643 h 6858000"/>
              <a:gd name="connsiteX78" fmla="*/ 6045436 w 6127024"/>
              <a:gd name="connsiteY78" fmla="*/ 6124480 h 6858000"/>
              <a:gd name="connsiteX79" fmla="*/ 6030489 w 6127024"/>
              <a:gd name="connsiteY79" fmla="*/ 6317666 h 6858000"/>
              <a:gd name="connsiteX80" fmla="*/ 6007492 w 6127024"/>
              <a:gd name="connsiteY80" fmla="*/ 6440818 h 6858000"/>
              <a:gd name="connsiteX81" fmla="*/ 6009467 w 6127024"/>
              <a:gd name="connsiteY81" fmla="*/ 6487076 h 6858000"/>
              <a:gd name="connsiteX82" fmla="*/ 5995064 w 6127024"/>
              <a:gd name="connsiteY82" fmla="*/ 6540791 h 6858000"/>
              <a:gd name="connsiteX83" fmla="*/ 6004510 w 6127024"/>
              <a:gd name="connsiteY83" fmla="*/ 6599256 h 6858000"/>
              <a:gd name="connsiteX84" fmla="*/ 5986207 w 6127024"/>
              <a:gd name="connsiteY84" fmla="*/ 6695855 h 6858000"/>
              <a:gd name="connsiteX85" fmla="*/ 5979428 w 6127024"/>
              <a:gd name="connsiteY85" fmla="*/ 6754678 h 6858000"/>
              <a:gd name="connsiteX86" fmla="*/ 5983398 w 6127024"/>
              <a:gd name="connsiteY86" fmla="*/ 6778641 h 6858000"/>
              <a:gd name="connsiteX87" fmla="*/ 5984543 w 6127024"/>
              <a:gd name="connsiteY87" fmla="*/ 6811016 h 6858000"/>
              <a:gd name="connsiteX88" fmla="*/ 5979671 w 6127024"/>
              <a:gd name="connsiteY88" fmla="*/ 6858000 h 6858000"/>
              <a:gd name="connsiteX89" fmla="*/ 0 w 6127024"/>
              <a:gd name="connsiteY89" fmla="*/ 6858000 h 6858000"/>
              <a:gd name="connsiteX90" fmla="*/ 0 w 6127024"/>
              <a:gd name="connsiteY90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94095 w 6127024"/>
              <a:gd name="connsiteY53" fmla="*/ 4128857 h 6858000"/>
              <a:gd name="connsiteX54" fmla="*/ 5903513 w 6127024"/>
              <a:gd name="connsiteY54" fmla="*/ 4187661 h 6858000"/>
              <a:gd name="connsiteX55" fmla="*/ 5946705 w 6127024"/>
              <a:gd name="connsiteY55" fmla="*/ 4428051 h 6858000"/>
              <a:gd name="connsiteX56" fmla="*/ 5949261 w 6127024"/>
              <a:gd name="connsiteY56" fmla="*/ 4449185 h 6858000"/>
              <a:gd name="connsiteX57" fmla="*/ 5968960 w 6127024"/>
              <a:gd name="connsiteY57" fmla="*/ 4482655 h 6858000"/>
              <a:gd name="connsiteX58" fmla="*/ 5998138 w 6127024"/>
              <a:gd name="connsiteY58" fmla="*/ 4697518 h 6858000"/>
              <a:gd name="connsiteX59" fmla="*/ 6007819 w 6127024"/>
              <a:gd name="connsiteY59" fmla="*/ 4858148 h 6858000"/>
              <a:gd name="connsiteX60" fmla="*/ 6007749 w 6127024"/>
              <a:gd name="connsiteY60" fmla="*/ 4964715 h 6858000"/>
              <a:gd name="connsiteX61" fmla="*/ 6005269 w 6127024"/>
              <a:gd name="connsiteY61" fmla="*/ 5150567 h 6858000"/>
              <a:gd name="connsiteX62" fmla="*/ 6001127 w 6127024"/>
              <a:gd name="connsiteY62" fmla="*/ 5164609 h 6858000"/>
              <a:gd name="connsiteX63" fmla="*/ 5998514 w 6127024"/>
              <a:gd name="connsiteY63" fmla="*/ 5189673 h 6858000"/>
              <a:gd name="connsiteX64" fmla="*/ 6018409 w 6127024"/>
              <a:gd name="connsiteY64" fmla="*/ 5227157 h 6858000"/>
              <a:gd name="connsiteX65" fmla="*/ 6036748 w 6127024"/>
              <a:gd name="connsiteY65" fmla="*/ 5322752 h 6858000"/>
              <a:gd name="connsiteX66" fmla="*/ 6037677 w 6127024"/>
              <a:gd name="connsiteY66" fmla="*/ 5354807 h 6858000"/>
              <a:gd name="connsiteX67" fmla="*/ 6053435 w 6127024"/>
              <a:gd name="connsiteY67" fmla="*/ 5387547 h 6858000"/>
              <a:gd name="connsiteX68" fmla="*/ 6065933 w 6127024"/>
              <a:gd name="connsiteY68" fmla="*/ 5443002 h 6858000"/>
              <a:gd name="connsiteX69" fmla="*/ 6068640 w 6127024"/>
              <a:gd name="connsiteY69" fmla="*/ 5474503 h 6858000"/>
              <a:gd name="connsiteX70" fmla="*/ 6080922 w 6127024"/>
              <a:gd name="connsiteY70" fmla="*/ 5561070 h 6858000"/>
              <a:gd name="connsiteX71" fmla="*/ 6096949 w 6127024"/>
              <a:gd name="connsiteY71" fmla="*/ 5648179 h 6858000"/>
              <a:gd name="connsiteX72" fmla="*/ 6109884 w 6127024"/>
              <a:gd name="connsiteY72" fmla="*/ 5721959 h 6858000"/>
              <a:gd name="connsiteX73" fmla="*/ 6127024 w 6127024"/>
              <a:gd name="connsiteY73" fmla="*/ 5786902 h 6858000"/>
              <a:gd name="connsiteX74" fmla="*/ 6115796 w 6127024"/>
              <a:gd name="connsiteY74" fmla="*/ 5862844 h 6858000"/>
              <a:gd name="connsiteX75" fmla="*/ 6102493 w 6127024"/>
              <a:gd name="connsiteY75" fmla="*/ 5928602 h 6858000"/>
              <a:gd name="connsiteX76" fmla="*/ 6056863 w 6127024"/>
              <a:gd name="connsiteY76" fmla="*/ 6000643 h 6858000"/>
              <a:gd name="connsiteX77" fmla="*/ 6045436 w 6127024"/>
              <a:gd name="connsiteY77" fmla="*/ 6124480 h 6858000"/>
              <a:gd name="connsiteX78" fmla="*/ 6030489 w 6127024"/>
              <a:gd name="connsiteY78" fmla="*/ 6317666 h 6858000"/>
              <a:gd name="connsiteX79" fmla="*/ 6007492 w 6127024"/>
              <a:gd name="connsiteY79" fmla="*/ 6440818 h 6858000"/>
              <a:gd name="connsiteX80" fmla="*/ 6009467 w 6127024"/>
              <a:gd name="connsiteY80" fmla="*/ 6487076 h 6858000"/>
              <a:gd name="connsiteX81" fmla="*/ 5995064 w 6127024"/>
              <a:gd name="connsiteY81" fmla="*/ 6540791 h 6858000"/>
              <a:gd name="connsiteX82" fmla="*/ 6004510 w 6127024"/>
              <a:gd name="connsiteY82" fmla="*/ 6599256 h 6858000"/>
              <a:gd name="connsiteX83" fmla="*/ 5986207 w 6127024"/>
              <a:gd name="connsiteY83" fmla="*/ 6695855 h 6858000"/>
              <a:gd name="connsiteX84" fmla="*/ 5979428 w 6127024"/>
              <a:gd name="connsiteY84" fmla="*/ 6754678 h 6858000"/>
              <a:gd name="connsiteX85" fmla="*/ 5983398 w 6127024"/>
              <a:gd name="connsiteY85" fmla="*/ 6778641 h 6858000"/>
              <a:gd name="connsiteX86" fmla="*/ 5984543 w 6127024"/>
              <a:gd name="connsiteY86" fmla="*/ 6811016 h 6858000"/>
              <a:gd name="connsiteX87" fmla="*/ 5979671 w 6127024"/>
              <a:gd name="connsiteY87" fmla="*/ 6858000 h 6858000"/>
              <a:gd name="connsiteX88" fmla="*/ 0 w 6127024"/>
              <a:gd name="connsiteY88" fmla="*/ 6858000 h 6858000"/>
              <a:gd name="connsiteX89" fmla="*/ 0 w 6127024"/>
              <a:gd name="connsiteY89" fmla="*/ 0 h 6858000"/>
              <a:gd name="connsiteX0" fmla="*/ 0 w 6127024"/>
              <a:gd name="connsiteY0" fmla="*/ 0 h 6858000"/>
              <a:gd name="connsiteX1" fmla="*/ 4965888 w 6127024"/>
              <a:gd name="connsiteY1" fmla="*/ 0 h 6858000"/>
              <a:gd name="connsiteX2" fmla="*/ 4967767 w 6127024"/>
              <a:gd name="connsiteY2" fmla="*/ 7930 h 6858000"/>
              <a:gd name="connsiteX3" fmla="*/ 4979444 w 6127024"/>
              <a:gd name="connsiteY3" fmla="*/ 43921 h 6858000"/>
              <a:gd name="connsiteX4" fmla="*/ 5021173 w 6127024"/>
              <a:gd name="connsiteY4" fmla="*/ 123738 h 6858000"/>
              <a:gd name="connsiteX5" fmla="*/ 5075458 w 6127024"/>
              <a:gd name="connsiteY5" fmla="*/ 264355 h 6858000"/>
              <a:gd name="connsiteX6" fmla="*/ 5081175 w 6127024"/>
              <a:gd name="connsiteY6" fmla="*/ 277448 h 6858000"/>
              <a:gd name="connsiteX7" fmla="*/ 5097011 w 6127024"/>
              <a:gd name="connsiteY7" fmla="*/ 355616 h 6858000"/>
              <a:gd name="connsiteX8" fmla="*/ 5153000 w 6127024"/>
              <a:gd name="connsiteY8" fmla="*/ 507134 h 6858000"/>
              <a:gd name="connsiteX9" fmla="*/ 5171282 w 6127024"/>
              <a:gd name="connsiteY9" fmla="*/ 602071 h 6858000"/>
              <a:gd name="connsiteX10" fmla="*/ 5176196 w 6127024"/>
              <a:gd name="connsiteY10" fmla="*/ 636822 h 6858000"/>
              <a:gd name="connsiteX11" fmla="*/ 5189051 w 6127024"/>
              <a:gd name="connsiteY11" fmla="*/ 782518 h 6858000"/>
              <a:gd name="connsiteX12" fmla="*/ 5218707 w 6127024"/>
              <a:gd name="connsiteY12" fmla="*/ 886387 h 6858000"/>
              <a:gd name="connsiteX13" fmla="*/ 5221281 w 6127024"/>
              <a:gd name="connsiteY13" fmla="*/ 920873 h 6858000"/>
              <a:gd name="connsiteX14" fmla="*/ 5201018 w 6127024"/>
              <a:gd name="connsiteY14" fmla="*/ 1095027 h 6858000"/>
              <a:gd name="connsiteX15" fmla="*/ 5189234 w 6127024"/>
              <a:gd name="connsiteY15" fmla="*/ 1217308 h 6858000"/>
              <a:gd name="connsiteX16" fmla="*/ 5202769 w 6127024"/>
              <a:gd name="connsiteY16" fmla="*/ 1269450 h 6858000"/>
              <a:gd name="connsiteX17" fmla="*/ 5225968 w 6127024"/>
              <a:gd name="connsiteY17" fmla="*/ 1357994 h 6858000"/>
              <a:gd name="connsiteX18" fmla="*/ 5231437 w 6127024"/>
              <a:gd name="connsiteY18" fmla="*/ 1373779 h 6858000"/>
              <a:gd name="connsiteX19" fmla="*/ 5237226 w 6127024"/>
              <a:gd name="connsiteY19" fmla="*/ 1441327 h 6858000"/>
              <a:gd name="connsiteX20" fmla="*/ 5255653 w 6127024"/>
              <a:gd name="connsiteY20" fmla="*/ 1524712 h 6858000"/>
              <a:gd name="connsiteX21" fmla="*/ 5263491 w 6127024"/>
              <a:gd name="connsiteY21" fmla="*/ 1642938 h 6858000"/>
              <a:gd name="connsiteX22" fmla="*/ 5256552 w 6127024"/>
              <a:gd name="connsiteY22" fmla="*/ 1672509 h 6858000"/>
              <a:gd name="connsiteX23" fmla="*/ 5266931 w 6127024"/>
              <a:gd name="connsiteY23" fmla="*/ 1866147 h 6858000"/>
              <a:gd name="connsiteX24" fmla="*/ 5255696 w 6127024"/>
              <a:gd name="connsiteY24" fmla="*/ 1953770 h 6858000"/>
              <a:gd name="connsiteX25" fmla="*/ 5252592 w 6127024"/>
              <a:gd name="connsiteY25" fmla="*/ 2092210 h 6858000"/>
              <a:gd name="connsiteX26" fmla="*/ 5250104 w 6127024"/>
              <a:gd name="connsiteY26" fmla="*/ 2249166 h 6858000"/>
              <a:gd name="connsiteX27" fmla="*/ 5251214 w 6127024"/>
              <a:gd name="connsiteY27" fmla="*/ 2250944 h 6858000"/>
              <a:gd name="connsiteX28" fmla="*/ 5250644 w 6127024"/>
              <a:gd name="connsiteY28" fmla="*/ 2266619 h 6858000"/>
              <a:gd name="connsiteX29" fmla="*/ 5293877 w 6127024"/>
              <a:gd name="connsiteY29" fmla="*/ 2368649 h 6858000"/>
              <a:gd name="connsiteX30" fmla="*/ 5311338 w 6127024"/>
              <a:gd name="connsiteY30" fmla="*/ 2404034 h 6858000"/>
              <a:gd name="connsiteX31" fmla="*/ 5338366 w 6127024"/>
              <a:gd name="connsiteY31" fmla="*/ 2465052 h 6858000"/>
              <a:gd name="connsiteX32" fmla="*/ 5371263 w 6127024"/>
              <a:gd name="connsiteY32" fmla="*/ 2586413 h 6858000"/>
              <a:gd name="connsiteX33" fmla="*/ 5407503 w 6127024"/>
              <a:gd name="connsiteY33" fmla="*/ 2786290 h 6858000"/>
              <a:gd name="connsiteX34" fmla="*/ 5407356 w 6127024"/>
              <a:gd name="connsiteY34" fmla="*/ 2787545 h 6858000"/>
              <a:gd name="connsiteX35" fmla="*/ 5457023 w 6127024"/>
              <a:gd name="connsiteY35" fmla="*/ 2858292 h 6858000"/>
              <a:gd name="connsiteX36" fmla="*/ 5479298 w 6127024"/>
              <a:gd name="connsiteY36" fmla="*/ 2947791 h 6858000"/>
              <a:gd name="connsiteX37" fmla="*/ 5481770 w 6127024"/>
              <a:gd name="connsiteY37" fmla="*/ 2951352 h 6858000"/>
              <a:gd name="connsiteX38" fmla="*/ 5482415 w 6127024"/>
              <a:gd name="connsiteY38" fmla="*/ 3004079 h 6858000"/>
              <a:gd name="connsiteX39" fmla="*/ 5503944 w 6127024"/>
              <a:gd name="connsiteY39" fmla="*/ 3123335 h 6858000"/>
              <a:gd name="connsiteX40" fmla="*/ 5516007 w 6127024"/>
              <a:gd name="connsiteY40" fmla="*/ 3258473 h 6858000"/>
              <a:gd name="connsiteX41" fmla="*/ 5589758 w 6127024"/>
              <a:gd name="connsiteY41" fmla="*/ 3453699 h 6858000"/>
              <a:gd name="connsiteX42" fmla="*/ 5596144 w 6127024"/>
              <a:gd name="connsiteY42" fmla="*/ 3534624 h 6858000"/>
              <a:gd name="connsiteX43" fmla="*/ 5597750 w 6127024"/>
              <a:gd name="connsiteY43" fmla="*/ 3534129 h 6858000"/>
              <a:gd name="connsiteX44" fmla="*/ 5618377 w 6127024"/>
              <a:gd name="connsiteY44" fmla="*/ 3588431 h 6858000"/>
              <a:gd name="connsiteX45" fmla="*/ 5655472 w 6127024"/>
              <a:gd name="connsiteY45" fmla="*/ 3678877 h 6858000"/>
              <a:gd name="connsiteX46" fmla="*/ 5683015 w 6127024"/>
              <a:gd name="connsiteY46" fmla="*/ 3762025 h 6858000"/>
              <a:gd name="connsiteX47" fmla="*/ 5696643 w 6127024"/>
              <a:gd name="connsiteY47" fmla="*/ 3773888 h 6858000"/>
              <a:gd name="connsiteX48" fmla="*/ 5768491 w 6127024"/>
              <a:gd name="connsiteY48" fmla="*/ 3914399 h 6858000"/>
              <a:gd name="connsiteX49" fmla="*/ 5793123 w 6127024"/>
              <a:gd name="connsiteY49" fmla="*/ 3969952 h 6858000"/>
              <a:gd name="connsiteX50" fmla="*/ 5808321 w 6127024"/>
              <a:gd name="connsiteY50" fmla="*/ 3988153 h 6858000"/>
              <a:gd name="connsiteX51" fmla="*/ 5825621 w 6127024"/>
              <a:gd name="connsiteY51" fmla="*/ 4015525 h 6858000"/>
              <a:gd name="connsiteX52" fmla="*/ 5860672 w 6127024"/>
              <a:gd name="connsiteY52" fmla="*/ 4061579 h 6858000"/>
              <a:gd name="connsiteX53" fmla="*/ 5894095 w 6127024"/>
              <a:gd name="connsiteY53" fmla="*/ 4128857 h 6858000"/>
              <a:gd name="connsiteX54" fmla="*/ 5903513 w 6127024"/>
              <a:gd name="connsiteY54" fmla="*/ 4187661 h 6858000"/>
              <a:gd name="connsiteX55" fmla="*/ 5946705 w 6127024"/>
              <a:gd name="connsiteY55" fmla="*/ 4428051 h 6858000"/>
              <a:gd name="connsiteX56" fmla="*/ 5949261 w 6127024"/>
              <a:gd name="connsiteY56" fmla="*/ 4449185 h 6858000"/>
              <a:gd name="connsiteX57" fmla="*/ 5968960 w 6127024"/>
              <a:gd name="connsiteY57" fmla="*/ 4482655 h 6858000"/>
              <a:gd name="connsiteX58" fmla="*/ 5998138 w 6127024"/>
              <a:gd name="connsiteY58" fmla="*/ 4697518 h 6858000"/>
              <a:gd name="connsiteX59" fmla="*/ 6007819 w 6127024"/>
              <a:gd name="connsiteY59" fmla="*/ 4858148 h 6858000"/>
              <a:gd name="connsiteX60" fmla="*/ 6007749 w 6127024"/>
              <a:gd name="connsiteY60" fmla="*/ 4964715 h 6858000"/>
              <a:gd name="connsiteX61" fmla="*/ 6005269 w 6127024"/>
              <a:gd name="connsiteY61" fmla="*/ 5150567 h 6858000"/>
              <a:gd name="connsiteX62" fmla="*/ 6001127 w 6127024"/>
              <a:gd name="connsiteY62" fmla="*/ 5164609 h 6858000"/>
              <a:gd name="connsiteX63" fmla="*/ 5998514 w 6127024"/>
              <a:gd name="connsiteY63" fmla="*/ 5189673 h 6858000"/>
              <a:gd name="connsiteX64" fmla="*/ 6018409 w 6127024"/>
              <a:gd name="connsiteY64" fmla="*/ 5227157 h 6858000"/>
              <a:gd name="connsiteX65" fmla="*/ 6036748 w 6127024"/>
              <a:gd name="connsiteY65" fmla="*/ 5322752 h 6858000"/>
              <a:gd name="connsiteX66" fmla="*/ 6037677 w 6127024"/>
              <a:gd name="connsiteY66" fmla="*/ 5354807 h 6858000"/>
              <a:gd name="connsiteX67" fmla="*/ 6053435 w 6127024"/>
              <a:gd name="connsiteY67" fmla="*/ 5387547 h 6858000"/>
              <a:gd name="connsiteX68" fmla="*/ 6068640 w 6127024"/>
              <a:gd name="connsiteY68" fmla="*/ 5474503 h 6858000"/>
              <a:gd name="connsiteX69" fmla="*/ 6080922 w 6127024"/>
              <a:gd name="connsiteY69" fmla="*/ 5561070 h 6858000"/>
              <a:gd name="connsiteX70" fmla="*/ 6096949 w 6127024"/>
              <a:gd name="connsiteY70" fmla="*/ 5648179 h 6858000"/>
              <a:gd name="connsiteX71" fmla="*/ 6109884 w 6127024"/>
              <a:gd name="connsiteY71" fmla="*/ 5721959 h 6858000"/>
              <a:gd name="connsiteX72" fmla="*/ 6127024 w 6127024"/>
              <a:gd name="connsiteY72" fmla="*/ 5786902 h 6858000"/>
              <a:gd name="connsiteX73" fmla="*/ 6115796 w 6127024"/>
              <a:gd name="connsiteY73" fmla="*/ 5862844 h 6858000"/>
              <a:gd name="connsiteX74" fmla="*/ 6102493 w 6127024"/>
              <a:gd name="connsiteY74" fmla="*/ 5928602 h 6858000"/>
              <a:gd name="connsiteX75" fmla="*/ 6056863 w 6127024"/>
              <a:gd name="connsiteY75" fmla="*/ 6000643 h 6858000"/>
              <a:gd name="connsiteX76" fmla="*/ 6045436 w 6127024"/>
              <a:gd name="connsiteY76" fmla="*/ 6124480 h 6858000"/>
              <a:gd name="connsiteX77" fmla="*/ 6030489 w 6127024"/>
              <a:gd name="connsiteY77" fmla="*/ 6317666 h 6858000"/>
              <a:gd name="connsiteX78" fmla="*/ 6007492 w 6127024"/>
              <a:gd name="connsiteY78" fmla="*/ 6440818 h 6858000"/>
              <a:gd name="connsiteX79" fmla="*/ 6009467 w 6127024"/>
              <a:gd name="connsiteY79" fmla="*/ 6487076 h 6858000"/>
              <a:gd name="connsiteX80" fmla="*/ 5995064 w 6127024"/>
              <a:gd name="connsiteY80" fmla="*/ 6540791 h 6858000"/>
              <a:gd name="connsiteX81" fmla="*/ 6004510 w 6127024"/>
              <a:gd name="connsiteY81" fmla="*/ 6599256 h 6858000"/>
              <a:gd name="connsiteX82" fmla="*/ 5986207 w 6127024"/>
              <a:gd name="connsiteY82" fmla="*/ 6695855 h 6858000"/>
              <a:gd name="connsiteX83" fmla="*/ 5979428 w 6127024"/>
              <a:gd name="connsiteY83" fmla="*/ 6754678 h 6858000"/>
              <a:gd name="connsiteX84" fmla="*/ 5983398 w 6127024"/>
              <a:gd name="connsiteY84" fmla="*/ 6778641 h 6858000"/>
              <a:gd name="connsiteX85" fmla="*/ 5984543 w 6127024"/>
              <a:gd name="connsiteY85" fmla="*/ 6811016 h 6858000"/>
              <a:gd name="connsiteX86" fmla="*/ 5979671 w 6127024"/>
              <a:gd name="connsiteY86" fmla="*/ 6858000 h 6858000"/>
              <a:gd name="connsiteX87" fmla="*/ 0 w 6127024"/>
              <a:gd name="connsiteY87" fmla="*/ 6858000 h 6858000"/>
              <a:gd name="connsiteX88" fmla="*/ 0 w 6127024"/>
              <a:gd name="connsiteY88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09884 w 6115796"/>
              <a:gd name="connsiteY71" fmla="*/ 5721959 h 6858000"/>
              <a:gd name="connsiteX72" fmla="*/ 6115796 w 6115796"/>
              <a:gd name="connsiteY72" fmla="*/ 5862844 h 6858000"/>
              <a:gd name="connsiteX73" fmla="*/ 6102493 w 6115796"/>
              <a:gd name="connsiteY73" fmla="*/ 5928602 h 6858000"/>
              <a:gd name="connsiteX74" fmla="*/ 6056863 w 6115796"/>
              <a:gd name="connsiteY74" fmla="*/ 6000643 h 6858000"/>
              <a:gd name="connsiteX75" fmla="*/ 6045436 w 6115796"/>
              <a:gd name="connsiteY75" fmla="*/ 6124480 h 6858000"/>
              <a:gd name="connsiteX76" fmla="*/ 6030489 w 6115796"/>
              <a:gd name="connsiteY76" fmla="*/ 6317666 h 6858000"/>
              <a:gd name="connsiteX77" fmla="*/ 6007492 w 6115796"/>
              <a:gd name="connsiteY77" fmla="*/ 6440818 h 6858000"/>
              <a:gd name="connsiteX78" fmla="*/ 6009467 w 6115796"/>
              <a:gd name="connsiteY78" fmla="*/ 6487076 h 6858000"/>
              <a:gd name="connsiteX79" fmla="*/ 5995064 w 6115796"/>
              <a:gd name="connsiteY79" fmla="*/ 6540791 h 6858000"/>
              <a:gd name="connsiteX80" fmla="*/ 6004510 w 6115796"/>
              <a:gd name="connsiteY80" fmla="*/ 6599256 h 6858000"/>
              <a:gd name="connsiteX81" fmla="*/ 5986207 w 6115796"/>
              <a:gd name="connsiteY81" fmla="*/ 6695855 h 6858000"/>
              <a:gd name="connsiteX82" fmla="*/ 5979428 w 6115796"/>
              <a:gd name="connsiteY82" fmla="*/ 6754678 h 6858000"/>
              <a:gd name="connsiteX83" fmla="*/ 5983398 w 6115796"/>
              <a:gd name="connsiteY83" fmla="*/ 6778641 h 6858000"/>
              <a:gd name="connsiteX84" fmla="*/ 5984543 w 6115796"/>
              <a:gd name="connsiteY84" fmla="*/ 6811016 h 6858000"/>
              <a:gd name="connsiteX85" fmla="*/ 5979671 w 6115796"/>
              <a:gd name="connsiteY85" fmla="*/ 6858000 h 6858000"/>
              <a:gd name="connsiteX86" fmla="*/ 0 w 6115796"/>
              <a:gd name="connsiteY86" fmla="*/ 6858000 h 6858000"/>
              <a:gd name="connsiteX87" fmla="*/ 0 w 6115796"/>
              <a:gd name="connsiteY87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102493 w 6115796"/>
              <a:gd name="connsiteY72" fmla="*/ 5928602 h 6858000"/>
              <a:gd name="connsiteX73" fmla="*/ 6056863 w 6115796"/>
              <a:gd name="connsiteY73" fmla="*/ 6000643 h 6858000"/>
              <a:gd name="connsiteX74" fmla="*/ 6045436 w 6115796"/>
              <a:gd name="connsiteY74" fmla="*/ 6124480 h 6858000"/>
              <a:gd name="connsiteX75" fmla="*/ 6030489 w 6115796"/>
              <a:gd name="connsiteY75" fmla="*/ 6317666 h 6858000"/>
              <a:gd name="connsiteX76" fmla="*/ 6007492 w 6115796"/>
              <a:gd name="connsiteY76" fmla="*/ 6440818 h 6858000"/>
              <a:gd name="connsiteX77" fmla="*/ 6009467 w 6115796"/>
              <a:gd name="connsiteY77" fmla="*/ 6487076 h 6858000"/>
              <a:gd name="connsiteX78" fmla="*/ 5995064 w 6115796"/>
              <a:gd name="connsiteY78" fmla="*/ 6540791 h 6858000"/>
              <a:gd name="connsiteX79" fmla="*/ 6004510 w 6115796"/>
              <a:gd name="connsiteY79" fmla="*/ 6599256 h 6858000"/>
              <a:gd name="connsiteX80" fmla="*/ 5986207 w 6115796"/>
              <a:gd name="connsiteY80" fmla="*/ 6695855 h 6858000"/>
              <a:gd name="connsiteX81" fmla="*/ 5979428 w 6115796"/>
              <a:gd name="connsiteY81" fmla="*/ 6754678 h 6858000"/>
              <a:gd name="connsiteX82" fmla="*/ 5983398 w 6115796"/>
              <a:gd name="connsiteY82" fmla="*/ 6778641 h 6858000"/>
              <a:gd name="connsiteX83" fmla="*/ 5984543 w 6115796"/>
              <a:gd name="connsiteY83" fmla="*/ 6811016 h 6858000"/>
              <a:gd name="connsiteX84" fmla="*/ 5979671 w 6115796"/>
              <a:gd name="connsiteY84" fmla="*/ 6858000 h 6858000"/>
              <a:gd name="connsiteX85" fmla="*/ 0 w 6115796"/>
              <a:gd name="connsiteY85" fmla="*/ 6858000 h 6858000"/>
              <a:gd name="connsiteX86" fmla="*/ 0 w 6115796"/>
              <a:gd name="connsiteY86" fmla="*/ 0 h 6858000"/>
              <a:gd name="connsiteX0" fmla="*/ 0 w 6116025"/>
              <a:gd name="connsiteY0" fmla="*/ 0 h 6858000"/>
              <a:gd name="connsiteX1" fmla="*/ 4965888 w 6116025"/>
              <a:gd name="connsiteY1" fmla="*/ 0 h 6858000"/>
              <a:gd name="connsiteX2" fmla="*/ 4967767 w 6116025"/>
              <a:gd name="connsiteY2" fmla="*/ 7930 h 6858000"/>
              <a:gd name="connsiteX3" fmla="*/ 4979444 w 6116025"/>
              <a:gd name="connsiteY3" fmla="*/ 43921 h 6858000"/>
              <a:gd name="connsiteX4" fmla="*/ 5021173 w 6116025"/>
              <a:gd name="connsiteY4" fmla="*/ 123738 h 6858000"/>
              <a:gd name="connsiteX5" fmla="*/ 5075458 w 6116025"/>
              <a:gd name="connsiteY5" fmla="*/ 264355 h 6858000"/>
              <a:gd name="connsiteX6" fmla="*/ 5081175 w 6116025"/>
              <a:gd name="connsiteY6" fmla="*/ 277448 h 6858000"/>
              <a:gd name="connsiteX7" fmla="*/ 5097011 w 6116025"/>
              <a:gd name="connsiteY7" fmla="*/ 355616 h 6858000"/>
              <a:gd name="connsiteX8" fmla="*/ 5153000 w 6116025"/>
              <a:gd name="connsiteY8" fmla="*/ 507134 h 6858000"/>
              <a:gd name="connsiteX9" fmla="*/ 5171282 w 6116025"/>
              <a:gd name="connsiteY9" fmla="*/ 602071 h 6858000"/>
              <a:gd name="connsiteX10" fmla="*/ 5176196 w 6116025"/>
              <a:gd name="connsiteY10" fmla="*/ 636822 h 6858000"/>
              <a:gd name="connsiteX11" fmla="*/ 5189051 w 6116025"/>
              <a:gd name="connsiteY11" fmla="*/ 782518 h 6858000"/>
              <a:gd name="connsiteX12" fmla="*/ 5218707 w 6116025"/>
              <a:gd name="connsiteY12" fmla="*/ 886387 h 6858000"/>
              <a:gd name="connsiteX13" fmla="*/ 5221281 w 6116025"/>
              <a:gd name="connsiteY13" fmla="*/ 920873 h 6858000"/>
              <a:gd name="connsiteX14" fmla="*/ 5201018 w 6116025"/>
              <a:gd name="connsiteY14" fmla="*/ 1095027 h 6858000"/>
              <a:gd name="connsiteX15" fmla="*/ 5189234 w 6116025"/>
              <a:gd name="connsiteY15" fmla="*/ 1217308 h 6858000"/>
              <a:gd name="connsiteX16" fmla="*/ 5202769 w 6116025"/>
              <a:gd name="connsiteY16" fmla="*/ 1269450 h 6858000"/>
              <a:gd name="connsiteX17" fmla="*/ 5225968 w 6116025"/>
              <a:gd name="connsiteY17" fmla="*/ 1357994 h 6858000"/>
              <a:gd name="connsiteX18" fmla="*/ 5231437 w 6116025"/>
              <a:gd name="connsiteY18" fmla="*/ 1373779 h 6858000"/>
              <a:gd name="connsiteX19" fmla="*/ 5237226 w 6116025"/>
              <a:gd name="connsiteY19" fmla="*/ 1441327 h 6858000"/>
              <a:gd name="connsiteX20" fmla="*/ 5255653 w 6116025"/>
              <a:gd name="connsiteY20" fmla="*/ 1524712 h 6858000"/>
              <a:gd name="connsiteX21" fmla="*/ 5263491 w 6116025"/>
              <a:gd name="connsiteY21" fmla="*/ 1642938 h 6858000"/>
              <a:gd name="connsiteX22" fmla="*/ 5256552 w 6116025"/>
              <a:gd name="connsiteY22" fmla="*/ 1672509 h 6858000"/>
              <a:gd name="connsiteX23" fmla="*/ 5266931 w 6116025"/>
              <a:gd name="connsiteY23" fmla="*/ 1866147 h 6858000"/>
              <a:gd name="connsiteX24" fmla="*/ 5255696 w 6116025"/>
              <a:gd name="connsiteY24" fmla="*/ 1953770 h 6858000"/>
              <a:gd name="connsiteX25" fmla="*/ 5252592 w 6116025"/>
              <a:gd name="connsiteY25" fmla="*/ 2092210 h 6858000"/>
              <a:gd name="connsiteX26" fmla="*/ 5250104 w 6116025"/>
              <a:gd name="connsiteY26" fmla="*/ 2249166 h 6858000"/>
              <a:gd name="connsiteX27" fmla="*/ 5251214 w 6116025"/>
              <a:gd name="connsiteY27" fmla="*/ 2250944 h 6858000"/>
              <a:gd name="connsiteX28" fmla="*/ 5250644 w 6116025"/>
              <a:gd name="connsiteY28" fmla="*/ 2266619 h 6858000"/>
              <a:gd name="connsiteX29" fmla="*/ 5293877 w 6116025"/>
              <a:gd name="connsiteY29" fmla="*/ 2368649 h 6858000"/>
              <a:gd name="connsiteX30" fmla="*/ 5311338 w 6116025"/>
              <a:gd name="connsiteY30" fmla="*/ 2404034 h 6858000"/>
              <a:gd name="connsiteX31" fmla="*/ 5338366 w 6116025"/>
              <a:gd name="connsiteY31" fmla="*/ 2465052 h 6858000"/>
              <a:gd name="connsiteX32" fmla="*/ 5371263 w 6116025"/>
              <a:gd name="connsiteY32" fmla="*/ 2586413 h 6858000"/>
              <a:gd name="connsiteX33" fmla="*/ 5407503 w 6116025"/>
              <a:gd name="connsiteY33" fmla="*/ 2786290 h 6858000"/>
              <a:gd name="connsiteX34" fmla="*/ 5407356 w 6116025"/>
              <a:gd name="connsiteY34" fmla="*/ 2787545 h 6858000"/>
              <a:gd name="connsiteX35" fmla="*/ 5457023 w 6116025"/>
              <a:gd name="connsiteY35" fmla="*/ 2858292 h 6858000"/>
              <a:gd name="connsiteX36" fmla="*/ 5479298 w 6116025"/>
              <a:gd name="connsiteY36" fmla="*/ 2947791 h 6858000"/>
              <a:gd name="connsiteX37" fmla="*/ 5481770 w 6116025"/>
              <a:gd name="connsiteY37" fmla="*/ 2951352 h 6858000"/>
              <a:gd name="connsiteX38" fmla="*/ 5482415 w 6116025"/>
              <a:gd name="connsiteY38" fmla="*/ 3004079 h 6858000"/>
              <a:gd name="connsiteX39" fmla="*/ 5503944 w 6116025"/>
              <a:gd name="connsiteY39" fmla="*/ 3123335 h 6858000"/>
              <a:gd name="connsiteX40" fmla="*/ 5516007 w 6116025"/>
              <a:gd name="connsiteY40" fmla="*/ 3258473 h 6858000"/>
              <a:gd name="connsiteX41" fmla="*/ 5589758 w 6116025"/>
              <a:gd name="connsiteY41" fmla="*/ 3453699 h 6858000"/>
              <a:gd name="connsiteX42" fmla="*/ 5596144 w 6116025"/>
              <a:gd name="connsiteY42" fmla="*/ 3534624 h 6858000"/>
              <a:gd name="connsiteX43" fmla="*/ 5597750 w 6116025"/>
              <a:gd name="connsiteY43" fmla="*/ 3534129 h 6858000"/>
              <a:gd name="connsiteX44" fmla="*/ 5618377 w 6116025"/>
              <a:gd name="connsiteY44" fmla="*/ 3588431 h 6858000"/>
              <a:gd name="connsiteX45" fmla="*/ 5655472 w 6116025"/>
              <a:gd name="connsiteY45" fmla="*/ 3678877 h 6858000"/>
              <a:gd name="connsiteX46" fmla="*/ 5683015 w 6116025"/>
              <a:gd name="connsiteY46" fmla="*/ 3762025 h 6858000"/>
              <a:gd name="connsiteX47" fmla="*/ 5696643 w 6116025"/>
              <a:gd name="connsiteY47" fmla="*/ 3773888 h 6858000"/>
              <a:gd name="connsiteX48" fmla="*/ 5768491 w 6116025"/>
              <a:gd name="connsiteY48" fmla="*/ 3914399 h 6858000"/>
              <a:gd name="connsiteX49" fmla="*/ 5793123 w 6116025"/>
              <a:gd name="connsiteY49" fmla="*/ 3969952 h 6858000"/>
              <a:gd name="connsiteX50" fmla="*/ 5808321 w 6116025"/>
              <a:gd name="connsiteY50" fmla="*/ 3988153 h 6858000"/>
              <a:gd name="connsiteX51" fmla="*/ 5825621 w 6116025"/>
              <a:gd name="connsiteY51" fmla="*/ 4015525 h 6858000"/>
              <a:gd name="connsiteX52" fmla="*/ 5860672 w 6116025"/>
              <a:gd name="connsiteY52" fmla="*/ 4061579 h 6858000"/>
              <a:gd name="connsiteX53" fmla="*/ 5894095 w 6116025"/>
              <a:gd name="connsiteY53" fmla="*/ 4128857 h 6858000"/>
              <a:gd name="connsiteX54" fmla="*/ 5903513 w 6116025"/>
              <a:gd name="connsiteY54" fmla="*/ 4187661 h 6858000"/>
              <a:gd name="connsiteX55" fmla="*/ 5946705 w 6116025"/>
              <a:gd name="connsiteY55" fmla="*/ 4428051 h 6858000"/>
              <a:gd name="connsiteX56" fmla="*/ 5949261 w 6116025"/>
              <a:gd name="connsiteY56" fmla="*/ 4449185 h 6858000"/>
              <a:gd name="connsiteX57" fmla="*/ 5968960 w 6116025"/>
              <a:gd name="connsiteY57" fmla="*/ 4482655 h 6858000"/>
              <a:gd name="connsiteX58" fmla="*/ 5998138 w 6116025"/>
              <a:gd name="connsiteY58" fmla="*/ 4697518 h 6858000"/>
              <a:gd name="connsiteX59" fmla="*/ 6007819 w 6116025"/>
              <a:gd name="connsiteY59" fmla="*/ 4858148 h 6858000"/>
              <a:gd name="connsiteX60" fmla="*/ 6007749 w 6116025"/>
              <a:gd name="connsiteY60" fmla="*/ 4964715 h 6858000"/>
              <a:gd name="connsiteX61" fmla="*/ 6005269 w 6116025"/>
              <a:gd name="connsiteY61" fmla="*/ 5150567 h 6858000"/>
              <a:gd name="connsiteX62" fmla="*/ 6001127 w 6116025"/>
              <a:gd name="connsiteY62" fmla="*/ 5164609 h 6858000"/>
              <a:gd name="connsiteX63" fmla="*/ 5998514 w 6116025"/>
              <a:gd name="connsiteY63" fmla="*/ 5189673 h 6858000"/>
              <a:gd name="connsiteX64" fmla="*/ 6018409 w 6116025"/>
              <a:gd name="connsiteY64" fmla="*/ 5227157 h 6858000"/>
              <a:gd name="connsiteX65" fmla="*/ 6036748 w 6116025"/>
              <a:gd name="connsiteY65" fmla="*/ 5322752 h 6858000"/>
              <a:gd name="connsiteX66" fmla="*/ 6037677 w 6116025"/>
              <a:gd name="connsiteY66" fmla="*/ 5354807 h 6858000"/>
              <a:gd name="connsiteX67" fmla="*/ 6053435 w 6116025"/>
              <a:gd name="connsiteY67" fmla="*/ 5387547 h 6858000"/>
              <a:gd name="connsiteX68" fmla="*/ 6068640 w 6116025"/>
              <a:gd name="connsiteY68" fmla="*/ 5474503 h 6858000"/>
              <a:gd name="connsiteX69" fmla="*/ 6080922 w 6116025"/>
              <a:gd name="connsiteY69" fmla="*/ 5561070 h 6858000"/>
              <a:gd name="connsiteX70" fmla="*/ 6096949 w 6116025"/>
              <a:gd name="connsiteY70" fmla="*/ 5648179 h 6858000"/>
              <a:gd name="connsiteX71" fmla="*/ 6115796 w 6116025"/>
              <a:gd name="connsiteY71" fmla="*/ 5862844 h 6858000"/>
              <a:gd name="connsiteX72" fmla="*/ 6102493 w 6116025"/>
              <a:gd name="connsiteY72" fmla="*/ 5928602 h 6858000"/>
              <a:gd name="connsiteX73" fmla="*/ 6056863 w 6116025"/>
              <a:gd name="connsiteY73" fmla="*/ 6000643 h 6858000"/>
              <a:gd name="connsiteX74" fmla="*/ 6045436 w 6116025"/>
              <a:gd name="connsiteY74" fmla="*/ 6124480 h 6858000"/>
              <a:gd name="connsiteX75" fmla="*/ 6030489 w 6116025"/>
              <a:gd name="connsiteY75" fmla="*/ 6317666 h 6858000"/>
              <a:gd name="connsiteX76" fmla="*/ 6007492 w 6116025"/>
              <a:gd name="connsiteY76" fmla="*/ 6440818 h 6858000"/>
              <a:gd name="connsiteX77" fmla="*/ 6009467 w 6116025"/>
              <a:gd name="connsiteY77" fmla="*/ 6487076 h 6858000"/>
              <a:gd name="connsiteX78" fmla="*/ 5995064 w 6116025"/>
              <a:gd name="connsiteY78" fmla="*/ 6540791 h 6858000"/>
              <a:gd name="connsiteX79" fmla="*/ 6004510 w 6116025"/>
              <a:gd name="connsiteY79" fmla="*/ 6599256 h 6858000"/>
              <a:gd name="connsiteX80" fmla="*/ 5986207 w 6116025"/>
              <a:gd name="connsiteY80" fmla="*/ 6695855 h 6858000"/>
              <a:gd name="connsiteX81" fmla="*/ 5979428 w 6116025"/>
              <a:gd name="connsiteY81" fmla="*/ 6754678 h 6858000"/>
              <a:gd name="connsiteX82" fmla="*/ 5983398 w 6116025"/>
              <a:gd name="connsiteY82" fmla="*/ 6778641 h 6858000"/>
              <a:gd name="connsiteX83" fmla="*/ 5984543 w 6116025"/>
              <a:gd name="connsiteY83" fmla="*/ 6811016 h 6858000"/>
              <a:gd name="connsiteX84" fmla="*/ 5979671 w 6116025"/>
              <a:gd name="connsiteY84" fmla="*/ 6858000 h 6858000"/>
              <a:gd name="connsiteX85" fmla="*/ 0 w 6116025"/>
              <a:gd name="connsiteY85" fmla="*/ 6858000 h 6858000"/>
              <a:gd name="connsiteX86" fmla="*/ 0 w 6116025"/>
              <a:gd name="connsiteY86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102493 w 6115796"/>
              <a:gd name="connsiteY72" fmla="*/ 5928602 h 6858000"/>
              <a:gd name="connsiteX73" fmla="*/ 6056863 w 6115796"/>
              <a:gd name="connsiteY73" fmla="*/ 6000643 h 6858000"/>
              <a:gd name="connsiteX74" fmla="*/ 6045436 w 6115796"/>
              <a:gd name="connsiteY74" fmla="*/ 6124480 h 6858000"/>
              <a:gd name="connsiteX75" fmla="*/ 6030489 w 6115796"/>
              <a:gd name="connsiteY75" fmla="*/ 6317666 h 6858000"/>
              <a:gd name="connsiteX76" fmla="*/ 6007492 w 6115796"/>
              <a:gd name="connsiteY76" fmla="*/ 6440818 h 6858000"/>
              <a:gd name="connsiteX77" fmla="*/ 6009467 w 6115796"/>
              <a:gd name="connsiteY77" fmla="*/ 6487076 h 6858000"/>
              <a:gd name="connsiteX78" fmla="*/ 5995064 w 6115796"/>
              <a:gd name="connsiteY78" fmla="*/ 6540791 h 6858000"/>
              <a:gd name="connsiteX79" fmla="*/ 6004510 w 6115796"/>
              <a:gd name="connsiteY79" fmla="*/ 6599256 h 6858000"/>
              <a:gd name="connsiteX80" fmla="*/ 5986207 w 6115796"/>
              <a:gd name="connsiteY80" fmla="*/ 6695855 h 6858000"/>
              <a:gd name="connsiteX81" fmla="*/ 5979428 w 6115796"/>
              <a:gd name="connsiteY81" fmla="*/ 6754678 h 6858000"/>
              <a:gd name="connsiteX82" fmla="*/ 5983398 w 6115796"/>
              <a:gd name="connsiteY82" fmla="*/ 6778641 h 6858000"/>
              <a:gd name="connsiteX83" fmla="*/ 5984543 w 6115796"/>
              <a:gd name="connsiteY83" fmla="*/ 6811016 h 6858000"/>
              <a:gd name="connsiteX84" fmla="*/ 5979671 w 6115796"/>
              <a:gd name="connsiteY84" fmla="*/ 6858000 h 6858000"/>
              <a:gd name="connsiteX85" fmla="*/ 0 w 6115796"/>
              <a:gd name="connsiteY85" fmla="*/ 6858000 h 6858000"/>
              <a:gd name="connsiteX86" fmla="*/ 0 w 6115796"/>
              <a:gd name="connsiteY86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056863 w 6115796"/>
              <a:gd name="connsiteY72" fmla="*/ 6000643 h 6858000"/>
              <a:gd name="connsiteX73" fmla="*/ 6045436 w 6115796"/>
              <a:gd name="connsiteY73" fmla="*/ 6124480 h 6858000"/>
              <a:gd name="connsiteX74" fmla="*/ 6030489 w 6115796"/>
              <a:gd name="connsiteY74" fmla="*/ 6317666 h 6858000"/>
              <a:gd name="connsiteX75" fmla="*/ 6007492 w 6115796"/>
              <a:gd name="connsiteY75" fmla="*/ 6440818 h 6858000"/>
              <a:gd name="connsiteX76" fmla="*/ 6009467 w 6115796"/>
              <a:gd name="connsiteY76" fmla="*/ 6487076 h 6858000"/>
              <a:gd name="connsiteX77" fmla="*/ 5995064 w 6115796"/>
              <a:gd name="connsiteY77" fmla="*/ 6540791 h 6858000"/>
              <a:gd name="connsiteX78" fmla="*/ 6004510 w 6115796"/>
              <a:gd name="connsiteY78" fmla="*/ 6599256 h 6858000"/>
              <a:gd name="connsiteX79" fmla="*/ 5986207 w 6115796"/>
              <a:gd name="connsiteY79" fmla="*/ 6695855 h 6858000"/>
              <a:gd name="connsiteX80" fmla="*/ 5979428 w 6115796"/>
              <a:gd name="connsiteY80" fmla="*/ 6754678 h 6858000"/>
              <a:gd name="connsiteX81" fmla="*/ 5983398 w 6115796"/>
              <a:gd name="connsiteY81" fmla="*/ 6778641 h 6858000"/>
              <a:gd name="connsiteX82" fmla="*/ 5984543 w 6115796"/>
              <a:gd name="connsiteY82" fmla="*/ 6811016 h 6858000"/>
              <a:gd name="connsiteX83" fmla="*/ 5979671 w 6115796"/>
              <a:gd name="connsiteY83" fmla="*/ 6858000 h 6858000"/>
              <a:gd name="connsiteX84" fmla="*/ 0 w 6115796"/>
              <a:gd name="connsiteY84" fmla="*/ 6858000 h 6858000"/>
              <a:gd name="connsiteX85" fmla="*/ 0 w 6115796"/>
              <a:gd name="connsiteY85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056863 w 6115796"/>
              <a:gd name="connsiteY72" fmla="*/ 6000643 h 6858000"/>
              <a:gd name="connsiteX73" fmla="*/ 6045436 w 6115796"/>
              <a:gd name="connsiteY73" fmla="*/ 6124480 h 6858000"/>
              <a:gd name="connsiteX74" fmla="*/ 6030489 w 6115796"/>
              <a:gd name="connsiteY74" fmla="*/ 6317666 h 6858000"/>
              <a:gd name="connsiteX75" fmla="*/ 6007492 w 6115796"/>
              <a:gd name="connsiteY75" fmla="*/ 6440818 h 6858000"/>
              <a:gd name="connsiteX76" fmla="*/ 6009467 w 6115796"/>
              <a:gd name="connsiteY76" fmla="*/ 6487076 h 6858000"/>
              <a:gd name="connsiteX77" fmla="*/ 5995064 w 6115796"/>
              <a:gd name="connsiteY77" fmla="*/ 6540791 h 6858000"/>
              <a:gd name="connsiteX78" fmla="*/ 6004510 w 6115796"/>
              <a:gd name="connsiteY78" fmla="*/ 6599256 h 6858000"/>
              <a:gd name="connsiteX79" fmla="*/ 5986207 w 6115796"/>
              <a:gd name="connsiteY79" fmla="*/ 6695855 h 6858000"/>
              <a:gd name="connsiteX80" fmla="*/ 5979428 w 6115796"/>
              <a:gd name="connsiteY80" fmla="*/ 6754678 h 6858000"/>
              <a:gd name="connsiteX81" fmla="*/ 5983398 w 6115796"/>
              <a:gd name="connsiteY81" fmla="*/ 6778641 h 6858000"/>
              <a:gd name="connsiteX82" fmla="*/ 5984543 w 6115796"/>
              <a:gd name="connsiteY82" fmla="*/ 6811016 h 6858000"/>
              <a:gd name="connsiteX83" fmla="*/ 5979671 w 6115796"/>
              <a:gd name="connsiteY83" fmla="*/ 6858000 h 6858000"/>
              <a:gd name="connsiteX84" fmla="*/ 0 w 6115796"/>
              <a:gd name="connsiteY84" fmla="*/ 6858000 h 6858000"/>
              <a:gd name="connsiteX85" fmla="*/ 0 w 6115796"/>
              <a:gd name="connsiteY85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056863 w 6115796"/>
              <a:gd name="connsiteY72" fmla="*/ 6000643 h 6858000"/>
              <a:gd name="connsiteX73" fmla="*/ 6045436 w 6115796"/>
              <a:gd name="connsiteY73" fmla="*/ 6124480 h 6858000"/>
              <a:gd name="connsiteX74" fmla="*/ 6030489 w 6115796"/>
              <a:gd name="connsiteY74" fmla="*/ 6317666 h 6858000"/>
              <a:gd name="connsiteX75" fmla="*/ 6007492 w 6115796"/>
              <a:gd name="connsiteY75" fmla="*/ 6440818 h 6858000"/>
              <a:gd name="connsiteX76" fmla="*/ 6009467 w 6115796"/>
              <a:gd name="connsiteY76" fmla="*/ 6487076 h 6858000"/>
              <a:gd name="connsiteX77" fmla="*/ 5995064 w 6115796"/>
              <a:gd name="connsiteY77" fmla="*/ 6540791 h 6858000"/>
              <a:gd name="connsiteX78" fmla="*/ 5986207 w 6115796"/>
              <a:gd name="connsiteY78" fmla="*/ 6695855 h 6858000"/>
              <a:gd name="connsiteX79" fmla="*/ 5979428 w 6115796"/>
              <a:gd name="connsiteY79" fmla="*/ 6754678 h 6858000"/>
              <a:gd name="connsiteX80" fmla="*/ 5983398 w 6115796"/>
              <a:gd name="connsiteY80" fmla="*/ 6778641 h 6858000"/>
              <a:gd name="connsiteX81" fmla="*/ 5984543 w 6115796"/>
              <a:gd name="connsiteY81" fmla="*/ 6811016 h 6858000"/>
              <a:gd name="connsiteX82" fmla="*/ 5979671 w 6115796"/>
              <a:gd name="connsiteY82" fmla="*/ 6858000 h 6858000"/>
              <a:gd name="connsiteX83" fmla="*/ 0 w 6115796"/>
              <a:gd name="connsiteY83" fmla="*/ 6858000 h 6858000"/>
              <a:gd name="connsiteX84" fmla="*/ 0 w 6115796"/>
              <a:gd name="connsiteY84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056863 w 6115796"/>
              <a:gd name="connsiteY72" fmla="*/ 6000643 h 6858000"/>
              <a:gd name="connsiteX73" fmla="*/ 6045436 w 6115796"/>
              <a:gd name="connsiteY73" fmla="*/ 6124480 h 6858000"/>
              <a:gd name="connsiteX74" fmla="*/ 6030489 w 6115796"/>
              <a:gd name="connsiteY74" fmla="*/ 6317666 h 6858000"/>
              <a:gd name="connsiteX75" fmla="*/ 6007492 w 6115796"/>
              <a:gd name="connsiteY75" fmla="*/ 6440818 h 6858000"/>
              <a:gd name="connsiteX76" fmla="*/ 6009467 w 6115796"/>
              <a:gd name="connsiteY76" fmla="*/ 6487076 h 6858000"/>
              <a:gd name="connsiteX77" fmla="*/ 5995064 w 6115796"/>
              <a:gd name="connsiteY77" fmla="*/ 6540791 h 6858000"/>
              <a:gd name="connsiteX78" fmla="*/ 5986207 w 6115796"/>
              <a:gd name="connsiteY78" fmla="*/ 6695855 h 6858000"/>
              <a:gd name="connsiteX79" fmla="*/ 5979428 w 6115796"/>
              <a:gd name="connsiteY79" fmla="*/ 6754678 h 6858000"/>
              <a:gd name="connsiteX80" fmla="*/ 5984543 w 6115796"/>
              <a:gd name="connsiteY80" fmla="*/ 6811016 h 6858000"/>
              <a:gd name="connsiteX81" fmla="*/ 5979671 w 6115796"/>
              <a:gd name="connsiteY81" fmla="*/ 6858000 h 6858000"/>
              <a:gd name="connsiteX82" fmla="*/ 0 w 6115796"/>
              <a:gd name="connsiteY82" fmla="*/ 6858000 h 6858000"/>
              <a:gd name="connsiteX83" fmla="*/ 0 w 6115796"/>
              <a:gd name="connsiteY83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045436 w 6115796"/>
              <a:gd name="connsiteY72" fmla="*/ 6124480 h 6858000"/>
              <a:gd name="connsiteX73" fmla="*/ 6030489 w 6115796"/>
              <a:gd name="connsiteY73" fmla="*/ 6317666 h 6858000"/>
              <a:gd name="connsiteX74" fmla="*/ 6007492 w 6115796"/>
              <a:gd name="connsiteY74" fmla="*/ 6440818 h 6858000"/>
              <a:gd name="connsiteX75" fmla="*/ 6009467 w 6115796"/>
              <a:gd name="connsiteY75" fmla="*/ 6487076 h 6858000"/>
              <a:gd name="connsiteX76" fmla="*/ 5995064 w 6115796"/>
              <a:gd name="connsiteY76" fmla="*/ 6540791 h 6858000"/>
              <a:gd name="connsiteX77" fmla="*/ 5986207 w 6115796"/>
              <a:gd name="connsiteY77" fmla="*/ 6695855 h 6858000"/>
              <a:gd name="connsiteX78" fmla="*/ 5979428 w 6115796"/>
              <a:gd name="connsiteY78" fmla="*/ 6754678 h 6858000"/>
              <a:gd name="connsiteX79" fmla="*/ 5984543 w 6115796"/>
              <a:gd name="connsiteY79" fmla="*/ 6811016 h 6858000"/>
              <a:gd name="connsiteX80" fmla="*/ 5979671 w 6115796"/>
              <a:gd name="connsiteY80" fmla="*/ 6858000 h 6858000"/>
              <a:gd name="connsiteX81" fmla="*/ 0 w 6115796"/>
              <a:gd name="connsiteY81" fmla="*/ 6858000 h 6858000"/>
              <a:gd name="connsiteX82" fmla="*/ 0 w 6115796"/>
              <a:gd name="connsiteY82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1770 w 6115796"/>
              <a:gd name="connsiteY37" fmla="*/ 2951352 h 6858000"/>
              <a:gd name="connsiteX38" fmla="*/ 5482415 w 6115796"/>
              <a:gd name="connsiteY38" fmla="*/ 3004079 h 6858000"/>
              <a:gd name="connsiteX39" fmla="*/ 5503944 w 6115796"/>
              <a:gd name="connsiteY39" fmla="*/ 3123335 h 6858000"/>
              <a:gd name="connsiteX40" fmla="*/ 5516007 w 6115796"/>
              <a:gd name="connsiteY40" fmla="*/ 3258473 h 6858000"/>
              <a:gd name="connsiteX41" fmla="*/ 5589758 w 6115796"/>
              <a:gd name="connsiteY41" fmla="*/ 3453699 h 6858000"/>
              <a:gd name="connsiteX42" fmla="*/ 5596144 w 6115796"/>
              <a:gd name="connsiteY42" fmla="*/ 3534624 h 6858000"/>
              <a:gd name="connsiteX43" fmla="*/ 5597750 w 6115796"/>
              <a:gd name="connsiteY43" fmla="*/ 3534129 h 6858000"/>
              <a:gd name="connsiteX44" fmla="*/ 5618377 w 6115796"/>
              <a:gd name="connsiteY44" fmla="*/ 3588431 h 6858000"/>
              <a:gd name="connsiteX45" fmla="*/ 5655472 w 6115796"/>
              <a:gd name="connsiteY45" fmla="*/ 3678877 h 6858000"/>
              <a:gd name="connsiteX46" fmla="*/ 5683015 w 6115796"/>
              <a:gd name="connsiteY46" fmla="*/ 3762025 h 6858000"/>
              <a:gd name="connsiteX47" fmla="*/ 5696643 w 6115796"/>
              <a:gd name="connsiteY47" fmla="*/ 3773888 h 6858000"/>
              <a:gd name="connsiteX48" fmla="*/ 5768491 w 6115796"/>
              <a:gd name="connsiteY48" fmla="*/ 3914399 h 6858000"/>
              <a:gd name="connsiteX49" fmla="*/ 5793123 w 6115796"/>
              <a:gd name="connsiteY49" fmla="*/ 3969952 h 6858000"/>
              <a:gd name="connsiteX50" fmla="*/ 5808321 w 6115796"/>
              <a:gd name="connsiteY50" fmla="*/ 3988153 h 6858000"/>
              <a:gd name="connsiteX51" fmla="*/ 5825621 w 6115796"/>
              <a:gd name="connsiteY51" fmla="*/ 4015525 h 6858000"/>
              <a:gd name="connsiteX52" fmla="*/ 5860672 w 6115796"/>
              <a:gd name="connsiteY52" fmla="*/ 4061579 h 6858000"/>
              <a:gd name="connsiteX53" fmla="*/ 5894095 w 6115796"/>
              <a:gd name="connsiteY53" fmla="*/ 4128857 h 6858000"/>
              <a:gd name="connsiteX54" fmla="*/ 5903513 w 6115796"/>
              <a:gd name="connsiteY54" fmla="*/ 4187661 h 6858000"/>
              <a:gd name="connsiteX55" fmla="*/ 5946705 w 6115796"/>
              <a:gd name="connsiteY55" fmla="*/ 4428051 h 6858000"/>
              <a:gd name="connsiteX56" fmla="*/ 5949261 w 6115796"/>
              <a:gd name="connsiteY56" fmla="*/ 4449185 h 6858000"/>
              <a:gd name="connsiteX57" fmla="*/ 5968960 w 6115796"/>
              <a:gd name="connsiteY57" fmla="*/ 4482655 h 6858000"/>
              <a:gd name="connsiteX58" fmla="*/ 5998138 w 6115796"/>
              <a:gd name="connsiteY58" fmla="*/ 4697518 h 6858000"/>
              <a:gd name="connsiteX59" fmla="*/ 6007819 w 6115796"/>
              <a:gd name="connsiteY59" fmla="*/ 4858148 h 6858000"/>
              <a:gd name="connsiteX60" fmla="*/ 6007749 w 6115796"/>
              <a:gd name="connsiteY60" fmla="*/ 4964715 h 6858000"/>
              <a:gd name="connsiteX61" fmla="*/ 6005269 w 6115796"/>
              <a:gd name="connsiteY61" fmla="*/ 5150567 h 6858000"/>
              <a:gd name="connsiteX62" fmla="*/ 6001127 w 6115796"/>
              <a:gd name="connsiteY62" fmla="*/ 5164609 h 6858000"/>
              <a:gd name="connsiteX63" fmla="*/ 5998514 w 6115796"/>
              <a:gd name="connsiteY63" fmla="*/ 5189673 h 6858000"/>
              <a:gd name="connsiteX64" fmla="*/ 6018409 w 6115796"/>
              <a:gd name="connsiteY64" fmla="*/ 5227157 h 6858000"/>
              <a:gd name="connsiteX65" fmla="*/ 6036748 w 6115796"/>
              <a:gd name="connsiteY65" fmla="*/ 5322752 h 6858000"/>
              <a:gd name="connsiteX66" fmla="*/ 6037677 w 6115796"/>
              <a:gd name="connsiteY66" fmla="*/ 5354807 h 6858000"/>
              <a:gd name="connsiteX67" fmla="*/ 6053435 w 6115796"/>
              <a:gd name="connsiteY67" fmla="*/ 5387547 h 6858000"/>
              <a:gd name="connsiteX68" fmla="*/ 6068640 w 6115796"/>
              <a:gd name="connsiteY68" fmla="*/ 5474503 h 6858000"/>
              <a:gd name="connsiteX69" fmla="*/ 6080922 w 6115796"/>
              <a:gd name="connsiteY69" fmla="*/ 5561070 h 6858000"/>
              <a:gd name="connsiteX70" fmla="*/ 6096949 w 6115796"/>
              <a:gd name="connsiteY70" fmla="*/ 5648179 h 6858000"/>
              <a:gd name="connsiteX71" fmla="*/ 6115796 w 6115796"/>
              <a:gd name="connsiteY71" fmla="*/ 5862844 h 6858000"/>
              <a:gd name="connsiteX72" fmla="*/ 6045436 w 6115796"/>
              <a:gd name="connsiteY72" fmla="*/ 6124480 h 6858000"/>
              <a:gd name="connsiteX73" fmla="*/ 6030489 w 6115796"/>
              <a:gd name="connsiteY73" fmla="*/ 6317666 h 6858000"/>
              <a:gd name="connsiteX74" fmla="*/ 6007492 w 6115796"/>
              <a:gd name="connsiteY74" fmla="*/ 6440818 h 6858000"/>
              <a:gd name="connsiteX75" fmla="*/ 6009467 w 6115796"/>
              <a:gd name="connsiteY75" fmla="*/ 6487076 h 6858000"/>
              <a:gd name="connsiteX76" fmla="*/ 5995064 w 6115796"/>
              <a:gd name="connsiteY76" fmla="*/ 6540791 h 6858000"/>
              <a:gd name="connsiteX77" fmla="*/ 5986207 w 6115796"/>
              <a:gd name="connsiteY77" fmla="*/ 6695855 h 6858000"/>
              <a:gd name="connsiteX78" fmla="*/ 5979428 w 6115796"/>
              <a:gd name="connsiteY78" fmla="*/ 6754678 h 6858000"/>
              <a:gd name="connsiteX79" fmla="*/ 5984543 w 6115796"/>
              <a:gd name="connsiteY79" fmla="*/ 6811016 h 6858000"/>
              <a:gd name="connsiteX80" fmla="*/ 5979671 w 6115796"/>
              <a:gd name="connsiteY80" fmla="*/ 6858000 h 6858000"/>
              <a:gd name="connsiteX81" fmla="*/ 0 w 6115796"/>
              <a:gd name="connsiteY81" fmla="*/ 6858000 h 6858000"/>
              <a:gd name="connsiteX82" fmla="*/ 0 w 6115796"/>
              <a:gd name="connsiteY82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2415 w 6115796"/>
              <a:gd name="connsiteY37" fmla="*/ 3004079 h 6858000"/>
              <a:gd name="connsiteX38" fmla="*/ 5503944 w 6115796"/>
              <a:gd name="connsiteY38" fmla="*/ 3123335 h 6858000"/>
              <a:gd name="connsiteX39" fmla="*/ 5516007 w 6115796"/>
              <a:gd name="connsiteY39" fmla="*/ 3258473 h 6858000"/>
              <a:gd name="connsiteX40" fmla="*/ 5589758 w 6115796"/>
              <a:gd name="connsiteY40" fmla="*/ 3453699 h 6858000"/>
              <a:gd name="connsiteX41" fmla="*/ 5596144 w 6115796"/>
              <a:gd name="connsiteY41" fmla="*/ 3534624 h 6858000"/>
              <a:gd name="connsiteX42" fmla="*/ 5597750 w 6115796"/>
              <a:gd name="connsiteY42" fmla="*/ 3534129 h 6858000"/>
              <a:gd name="connsiteX43" fmla="*/ 5618377 w 6115796"/>
              <a:gd name="connsiteY43" fmla="*/ 3588431 h 6858000"/>
              <a:gd name="connsiteX44" fmla="*/ 5655472 w 6115796"/>
              <a:gd name="connsiteY44" fmla="*/ 3678877 h 6858000"/>
              <a:gd name="connsiteX45" fmla="*/ 5683015 w 6115796"/>
              <a:gd name="connsiteY45" fmla="*/ 3762025 h 6858000"/>
              <a:gd name="connsiteX46" fmla="*/ 5696643 w 6115796"/>
              <a:gd name="connsiteY46" fmla="*/ 3773888 h 6858000"/>
              <a:gd name="connsiteX47" fmla="*/ 5768491 w 6115796"/>
              <a:gd name="connsiteY47" fmla="*/ 3914399 h 6858000"/>
              <a:gd name="connsiteX48" fmla="*/ 5793123 w 6115796"/>
              <a:gd name="connsiteY48" fmla="*/ 3969952 h 6858000"/>
              <a:gd name="connsiteX49" fmla="*/ 5808321 w 6115796"/>
              <a:gd name="connsiteY49" fmla="*/ 3988153 h 6858000"/>
              <a:gd name="connsiteX50" fmla="*/ 5825621 w 6115796"/>
              <a:gd name="connsiteY50" fmla="*/ 4015525 h 6858000"/>
              <a:gd name="connsiteX51" fmla="*/ 5860672 w 6115796"/>
              <a:gd name="connsiteY51" fmla="*/ 4061579 h 6858000"/>
              <a:gd name="connsiteX52" fmla="*/ 5894095 w 6115796"/>
              <a:gd name="connsiteY52" fmla="*/ 4128857 h 6858000"/>
              <a:gd name="connsiteX53" fmla="*/ 5903513 w 6115796"/>
              <a:gd name="connsiteY53" fmla="*/ 4187661 h 6858000"/>
              <a:gd name="connsiteX54" fmla="*/ 5946705 w 6115796"/>
              <a:gd name="connsiteY54" fmla="*/ 4428051 h 6858000"/>
              <a:gd name="connsiteX55" fmla="*/ 5949261 w 6115796"/>
              <a:gd name="connsiteY55" fmla="*/ 4449185 h 6858000"/>
              <a:gd name="connsiteX56" fmla="*/ 5968960 w 6115796"/>
              <a:gd name="connsiteY56" fmla="*/ 4482655 h 6858000"/>
              <a:gd name="connsiteX57" fmla="*/ 5998138 w 6115796"/>
              <a:gd name="connsiteY57" fmla="*/ 4697518 h 6858000"/>
              <a:gd name="connsiteX58" fmla="*/ 6007819 w 6115796"/>
              <a:gd name="connsiteY58" fmla="*/ 4858148 h 6858000"/>
              <a:gd name="connsiteX59" fmla="*/ 6007749 w 6115796"/>
              <a:gd name="connsiteY59" fmla="*/ 4964715 h 6858000"/>
              <a:gd name="connsiteX60" fmla="*/ 6005269 w 6115796"/>
              <a:gd name="connsiteY60" fmla="*/ 5150567 h 6858000"/>
              <a:gd name="connsiteX61" fmla="*/ 6001127 w 6115796"/>
              <a:gd name="connsiteY61" fmla="*/ 5164609 h 6858000"/>
              <a:gd name="connsiteX62" fmla="*/ 5998514 w 6115796"/>
              <a:gd name="connsiteY62" fmla="*/ 5189673 h 6858000"/>
              <a:gd name="connsiteX63" fmla="*/ 6018409 w 6115796"/>
              <a:gd name="connsiteY63" fmla="*/ 5227157 h 6858000"/>
              <a:gd name="connsiteX64" fmla="*/ 6036748 w 6115796"/>
              <a:gd name="connsiteY64" fmla="*/ 5322752 h 6858000"/>
              <a:gd name="connsiteX65" fmla="*/ 6037677 w 6115796"/>
              <a:gd name="connsiteY65" fmla="*/ 5354807 h 6858000"/>
              <a:gd name="connsiteX66" fmla="*/ 6053435 w 6115796"/>
              <a:gd name="connsiteY66" fmla="*/ 5387547 h 6858000"/>
              <a:gd name="connsiteX67" fmla="*/ 6068640 w 6115796"/>
              <a:gd name="connsiteY67" fmla="*/ 5474503 h 6858000"/>
              <a:gd name="connsiteX68" fmla="*/ 6080922 w 6115796"/>
              <a:gd name="connsiteY68" fmla="*/ 5561070 h 6858000"/>
              <a:gd name="connsiteX69" fmla="*/ 6096949 w 6115796"/>
              <a:gd name="connsiteY69" fmla="*/ 5648179 h 6858000"/>
              <a:gd name="connsiteX70" fmla="*/ 6115796 w 6115796"/>
              <a:gd name="connsiteY70" fmla="*/ 5862844 h 6858000"/>
              <a:gd name="connsiteX71" fmla="*/ 6045436 w 6115796"/>
              <a:gd name="connsiteY71" fmla="*/ 6124480 h 6858000"/>
              <a:gd name="connsiteX72" fmla="*/ 6030489 w 6115796"/>
              <a:gd name="connsiteY72" fmla="*/ 6317666 h 6858000"/>
              <a:gd name="connsiteX73" fmla="*/ 6007492 w 6115796"/>
              <a:gd name="connsiteY73" fmla="*/ 6440818 h 6858000"/>
              <a:gd name="connsiteX74" fmla="*/ 6009467 w 6115796"/>
              <a:gd name="connsiteY74" fmla="*/ 6487076 h 6858000"/>
              <a:gd name="connsiteX75" fmla="*/ 5995064 w 6115796"/>
              <a:gd name="connsiteY75" fmla="*/ 6540791 h 6858000"/>
              <a:gd name="connsiteX76" fmla="*/ 5986207 w 6115796"/>
              <a:gd name="connsiteY76" fmla="*/ 6695855 h 6858000"/>
              <a:gd name="connsiteX77" fmla="*/ 5979428 w 6115796"/>
              <a:gd name="connsiteY77" fmla="*/ 6754678 h 6858000"/>
              <a:gd name="connsiteX78" fmla="*/ 5984543 w 6115796"/>
              <a:gd name="connsiteY78" fmla="*/ 6811016 h 6858000"/>
              <a:gd name="connsiteX79" fmla="*/ 5979671 w 6115796"/>
              <a:gd name="connsiteY79" fmla="*/ 6858000 h 6858000"/>
              <a:gd name="connsiteX80" fmla="*/ 0 w 6115796"/>
              <a:gd name="connsiteY80" fmla="*/ 6858000 h 6858000"/>
              <a:gd name="connsiteX81" fmla="*/ 0 w 6115796"/>
              <a:gd name="connsiteY81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79298 w 6115796"/>
              <a:gd name="connsiteY36" fmla="*/ 2947791 h 6858000"/>
              <a:gd name="connsiteX37" fmla="*/ 5482415 w 6115796"/>
              <a:gd name="connsiteY37" fmla="*/ 3004079 h 6858000"/>
              <a:gd name="connsiteX38" fmla="*/ 5503944 w 6115796"/>
              <a:gd name="connsiteY38" fmla="*/ 3123335 h 6858000"/>
              <a:gd name="connsiteX39" fmla="*/ 5516007 w 6115796"/>
              <a:gd name="connsiteY39" fmla="*/ 3258473 h 6858000"/>
              <a:gd name="connsiteX40" fmla="*/ 5589758 w 6115796"/>
              <a:gd name="connsiteY40" fmla="*/ 3453699 h 6858000"/>
              <a:gd name="connsiteX41" fmla="*/ 5596144 w 6115796"/>
              <a:gd name="connsiteY41" fmla="*/ 3534624 h 6858000"/>
              <a:gd name="connsiteX42" fmla="*/ 5597750 w 6115796"/>
              <a:gd name="connsiteY42" fmla="*/ 3534129 h 6858000"/>
              <a:gd name="connsiteX43" fmla="*/ 5618377 w 6115796"/>
              <a:gd name="connsiteY43" fmla="*/ 3588431 h 6858000"/>
              <a:gd name="connsiteX44" fmla="*/ 5655472 w 6115796"/>
              <a:gd name="connsiteY44" fmla="*/ 3678877 h 6858000"/>
              <a:gd name="connsiteX45" fmla="*/ 5683015 w 6115796"/>
              <a:gd name="connsiteY45" fmla="*/ 3762025 h 6858000"/>
              <a:gd name="connsiteX46" fmla="*/ 5696643 w 6115796"/>
              <a:gd name="connsiteY46" fmla="*/ 3773888 h 6858000"/>
              <a:gd name="connsiteX47" fmla="*/ 5768491 w 6115796"/>
              <a:gd name="connsiteY47" fmla="*/ 3914399 h 6858000"/>
              <a:gd name="connsiteX48" fmla="*/ 5793123 w 6115796"/>
              <a:gd name="connsiteY48" fmla="*/ 3969952 h 6858000"/>
              <a:gd name="connsiteX49" fmla="*/ 5808321 w 6115796"/>
              <a:gd name="connsiteY49" fmla="*/ 3988153 h 6858000"/>
              <a:gd name="connsiteX50" fmla="*/ 5825621 w 6115796"/>
              <a:gd name="connsiteY50" fmla="*/ 4015525 h 6858000"/>
              <a:gd name="connsiteX51" fmla="*/ 5860672 w 6115796"/>
              <a:gd name="connsiteY51" fmla="*/ 4061579 h 6858000"/>
              <a:gd name="connsiteX52" fmla="*/ 5894095 w 6115796"/>
              <a:gd name="connsiteY52" fmla="*/ 4128857 h 6858000"/>
              <a:gd name="connsiteX53" fmla="*/ 5903513 w 6115796"/>
              <a:gd name="connsiteY53" fmla="*/ 4187661 h 6858000"/>
              <a:gd name="connsiteX54" fmla="*/ 5946705 w 6115796"/>
              <a:gd name="connsiteY54" fmla="*/ 4428051 h 6858000"/>
              <a:gd name="connsiteX55" fmla="*/ 5949261 w 6115796"/>
              <a:gd name="connsiteY55" fmla="*/ 4449185 h 6858000"/>
              <a:gd name="connsiteX56" fmla="*/ 5968960 w 6115796"/>
              <a:gd name="connsiteY56" fmla="*/ 4482655 h 6858000"/>
              <a:gd name="connsiteX57" fmla="*/ 5998138 w 6115796"/>
              <a:gd name="connsiteY57" fmla="*/ 4697518 h 6858000"/>
              <a:gd name="connsiteX58" fmla="*/ 6007819 w 6115796"/>
              <a:gd name="connsiteY58" fmla="*/ 4858148 h 6858000"/>
              <a:gd name="connsiteX59" fmla="*/ 6007749 w 6115796"/>
              <a:gd name="connsiteY59" fmla="*/ 4964715 h 6858000"/>
              <a:gd name="connsiteX60" fmla="*/ 6005269 w 6115796"/>
              <a:gd name="connsiteY60" fmla="*/ 5150567 h 6858000"/>
              <a:gd name="connsiteX61" fmla="*/ 6001127 w 6115796"/>
              <a:gd name="connsiteY61" fmla="*/ 5164609 h 6858000"/>
              <a:gd name="connsiteX62" fmla="*/ 5998514 w 6115796"/>
              <a:gd name="connsiteY62" fmla="*/ 5189673 h 6858000"/>
              <a:gd name="connsiteX63" fmla="*/ 6018409 w 6115796"/>
              <a:gd name="connsiteY63" fmla="*/ 5227157 h 6858000"/>
              <a:gd name="connsiteX64" fmla="*/ 6036748 w 6115796"/>
              <a:gd name="connsiteY64" fmla="*/ 5322752 h 6858000"/>
              <a:gd name="connsiteX65" fmla="*/ 6037677 w 6115796"/>
              <a:gd name="connsiteY65" fmla="*/ 5354807 h 6858000"/>
              <a:gd name="connsiteX66" fmla="*/ 6053435 w 6115796"/>
              <a:gd name="connsiteY66" fmla="*/ 5387547 h 6858000"/>
              <a:gd name="connsiteX67" fmla="*/ 6068640 w 6115796"/>
              <a:gd name="connsiteY67" fmla="*/ 5474503 h 6858000"/>
              <a:gd name="connsiteX68" fmla="*/ 6080922 w 6115796"/>
              <a:gd name="connsiteY68" fmla="*/ 5561070 h 6858000"/>
              <a:gd name="connsiteX69" fmla="*/ 6096949 w 6115796"/>
              <a:gd name="connsiteY69" fmla="*/ 5648179 h 6858000"/>
              <a:gd name="connsiteX70" fmla="*/ 6115796 w 6115796"/>
              <a:gd name="connsiteY70" fmla="*/ 5862844 h 6858000"/>
              <a:gd name="connsiteX71" fmla="*/ 6045436 w 6115796"/>
              <a:gd name="connsiteY71" fmla="*/ 6124480 h 6858000"/>
              <a:gd name="connsiteX72" fmla="*/ 6030489 w 6115796"/>
              <a:gd name="connsiteY72" fmla="*/ 6317666 h 6858000"/>
              <a:gd name="connsiteX73" fmla="*/ 6007492 w 6115796"/>
              <a:gd name="connsiteY73" fmla="*/ 6440818 h 6858000"/>
              <a:gd name="connsiteX74" fmla="*/ 6009467 w 6115796"/>
              <a:gd name="connsiteY74" fmla="*/ 6487076 h 6858000"/>
              <a:gd name="connsiteX75" fmla="*/ 5995064 w 6115796"/>
              <a:gd name="connsiteY75" fmla="*/ 6540791 h 6858000"/>
              <a:gd name="connsiteX76" fmla="*/ 5986207 w 6115796"/>
              <a:gd name="connsiteY76" fmla="*/ 6695855 h 6858000"/>
              <a:gd name="connsiteX77" fmla="*/ 5979428 w 6115796"/>
              <a:gd name="connsiteY77" fmla="*/ 6754678 h 6858000"/>
              <a:gd name="connsiteX78" fmla="*/ 5984543 w 6115796"/>
              <a:gd name="connsiteY78" fmla="*/ 6811016 h 6858000"/>
              <a:gd name="connsiteX79" fmla="*/ 5979671 w 6115796"/>
              <a:gd name="connsiteY79" fmla="*/ 6858000 h 6858000"/>
              <a:gd name="connsiteX80" fmla="*/ 0 w 6115796"/>
              <a:gd name="connsiteY80" fmla="*/ 6858000 h 6858000"/>
              <a:gd name="connsiteX81" fmla="*/ 0 w 6115796"/>
              <a:gd name="connsiteY81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84061 w 6115796"/>
              <a:gd name="connsiteY36" fmla="*/ 2919216 h 6858000"/>
              <a:gd name="connsiteX37" fmla="*/ 5482415 w 6115796"/>
              <a:gd name="connsiteY37" fmla="*/ 3004079 h 6858000"/>
              <a:gd name="connsiteX38" fmla="*/ 5503944 w 6115796"/>
              <a:gd name="connsiteY38" fmla="*/ 3123335 h 6858000"/>
              <a:gd name="connsiteX39" fmla="*/ 5516007 w 6115796"/>
              <a:gd name="connsiteY39" fmla="*/ 3258473 h 6858000"/>
              <a:gd name="connsiteX40" fmla="*/ 5589758 w 6115796"/>
              <a:gd name="connsiteY40" fmla="*/ 3453699 h 6858000"/>
              <a:gd name="connsiteX41" fmla="*/ 5596144 w 6115796"/>
              <a:gd name="connsiteY41" fmla="*/ 3534624 h 6858000"/>
              <a:gd name="connsiteX42" fmla="*/ 5597750 w 6115796"/>
              <a:gd name="connsiteY42" fmla="*/ 3534129 h 6858000"/>
              <a:gd name="connsiteX43" fmla="*/ 5618377 w 6115796"/>
              <a:gd name="connsiteY43" fmla="*/ 3588431 h 6858000"/>
              <a:gd name="connsiteX44" fmla="*/ 5655472 w 6115796"/>
              <a:gd name="connsiteY44" fmla="*/ 3678877 h 6858000"/>
              <a:gd name="connsiteX45" fmla="*/ 5683015 w 6115796"/>
              <a:gd name="connsiteY45" fmla="*/ 3762025 h 6858000"/>
              <a:gd name="connsiteX46" fmla="*/ 5696643 w 6115796"/>
              <a:gd name="connsiteY46" fmla="*/ 3773888 h 6858000"/>
              <a:gd name="connsiteX47" fmla="*/ 5768491 w 6115796"/>
              <a:gd name="connsiteY47" fmla="*/ 3914399 h 6858000"/>
              <a:gd name="connsiteX48" fmla="*/ 5793123 w 6115796"/>
              <a:gd name="connsiteY48" fmla="*/ 3969952 h 6858000"/>
              <a:gd name="connsiteX49" fmla="*/ 5808321 w 6115796"/>
              <a:gd name="connsiteY49" fmla="*/ 3988153 h 6858000"/>
              <a:gd name="connsiteX50" fmla="*/ 5825621 w 6115796"/>
              <a:gd name="connsiteY50" fmla="*/ 4015525 h 6858000"/>
              <a:gd name="connsiteX51" fmla="*/ 5860672 w 6115796"/>
              <a:gd name="connsiteY51" fmla="*/ 4061579 h 6858000"/>
              <a:gd name="connsiteX52" fmla="*/ 5894095 w 6115796"/>
              <a:gd name="connsiteY52" fmla="*/ 4128857 h 6858000"/>
              <a:gd name="connsiteX53" fmla="*/ 5903513 w 6115796"/>
              <a:gd name="connsiteY53" fmla="*/ 4187661 h 6858000"/>
              <a:gd name="connsiteX54" fmla="*/ 5946705 w 6115796"/>
              <a:gd name="connsiteY54" fmla="*/ 4428051 h 6858000"/>
              <a:gd name="connsiteX55" fmla="*/ 5949261 w 6115796"/>
              <a:gd name="connsiteY55" fmla="*/ 4449185 h 6858000"/>
              <a:gd name="connsiteX56" fmla="*/ 5968960 w 6115796"/>
              <a:gd name="connsiteY56" fmla="*/ 4482655 h 6858000"/>
              <a:gd name="connsiteX57" fmla="*/ 5998138 w 6115796"/>
              <a:gd name="connsiteY57" fmla="*/ 4697518 h 6858000"/>
              <a:gd name="connsiteX58" fmla="*/ 6007819 w 6115796"/>
              <a:gd name="connsiteY58" fmla="*/ 4858148 h 6858000"/>
              <a:gd name="connsiteX59" fmla="*/ 6007749 w 6115796"/>
              <a:gd name="connsiteY59" fmla="*/ 4964715 h 6858000"/>
              <a:gd name="connsiteX60" fmla="*/ 6005269 w 6115796"/>
              <a:gd name="connsiteY60" fmla="*/ 5150567 h 6858000"/>
              <a:gd name="connsiteX61" fmla="*/ 6001127 w 6115796"/>
              <a:gd name="connsiteY61" fmla="*/ 5164609 h 6858000"/>
              <a:gd name="connsiteX62" fmla="*/ 5998514 w 6115796"/>
              <a:gd name="connsiteY62" fmla="*/ 5189673 h 6858000"/>
              <a:gd name="connsiteX63" fmla="*/ 6018409 w 6115796"/>
              <a:gd name="connsiteY63" fmla="*/ 5227157 h 6858000"/>
              <a:gd name="connsiteX64" fmla="*/ 6036748 w 6115796"/>
              <a:gd name="connsiteY64" fmla="*/ 5322752 h 6858000"/>
              <a:gd name="connsiteX65" fmla="*/ 6037677 w 6115796"/>
              <a:gd name="connsiteY65" fmla="*/ 5354807 h 6858000"/>
              <a:gd name="connsiteX66" fmla="*/ 6053435 w 6115796"/>
              <a:gd name="connsiteY66" fmla="*/ 5387547 h 6858000"/>
              <a:gd name="connsiteX67" fmla="*/ 6068640 w 6115796"/>
              <a:gd name="connsiteY67" fmla="*/ 5474503 h 6858000"/>
              <a:gd name="connsiteX68" fmla="*/ 6080922 w 6115796"/>
              <a:gd name="connsiteY68" fmla="*/ 5561070 h 6858000"/>
              <a:gd name="connsiteX69" fmla="*/ 6096949 w 6115796"/>
              <a:gd name="connsiteY69" fmla="*/ 5648179 h 6858000"/>
              <a:gd name="connsiteX70" fmla="*/ 6115796 w 6115796"/>
              <a:gd name="connsiteY70" fmla="*/ 5862844 h 6858000"/>
              <a:gd name="connsiteX71" fmla="*/ 6045436 w 6115796"/>
              <a:gd name="connsiteY71" fmla="*/ 6124480 h 6858000"/>
              <a:gd name="connsiteX72" fmla="*/ 6030489 w 6115796"/>
              <a:gd name="connsiteY72" fmla="*/ 6317666 h 6858000"/>
              <a:gd name="connsiteX73" fmla="*/ 6007492 w 6115796"/>
              <a:gd name="connsiteY73" fmla="*/ 6440818 h 6858000"/>
              <a:gd name="connsiteX74" fmla="*/ 6009467 w 6115796"/>
              <a:gd name="connsiteY74" fmla="*/ 6487076 h 6858000"/>
              <a:gd name="connsiteX75" fmla="*/ 5995064 w 6115796"/>
              <a:gd name="connsiteY75" fmla="*/ 6540791 h 6858000"/>
              <a:gd name="connsiteX76" fmla="*/ 5986207 w 6115796"/>
              <a:gd name="connsiteY76" fmla="*/ 6695855 h 6858000"/>
              <a:gd name="connsiteX77" fmla="*/ 5979428 w 6115796"/>
              <a:gd name="connsiteY77" fmla="*/ 6754678 h 6858000"/>
              <a:gd name="connsiteX78" fmla="*/ 5984543 w 6115796"/>
              <a:gd name="connsiteY78" fmla="*/ 6811016 h 6858000"/>
              <a:gd name="connsiteX79" fmla="*/ 5979671 w 6115796"/>
              <a:gd name="connsiteY79" fmla="*/ 6858000 h 6858000"/>
              <a:gd name="connsiteX80" fmla="*/ 0 w 6115796"/>
              <a:gd name="connsiteY80" fmla="*/ 6858000 h 6858000"/>
              <a:gd name="connsiteX81" fmla="*/ 0 w 6115796"/>
              <a:gd name="connsiteY81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84061 w 6115796"/>
              <a:gd name="connsiteY36" fmla="*/ 2919216 h 6858000"/>
              <a:gd name="connsiteX37" fmla="*/ 5482415 w 6115796"/>
              <a:gd name="connsiteY37" fmla="*/ 3004079 h 6858000"/>
              <a:gd name="connsiteX38" fmla="*/ 5503944 w 6115796"/>
              <a:gd name="connsiteY38" fmla="*/ 3123335 h 6858000"/>
              <a:gd name="connsiteX39" fmla="*/ 5516007 w 6115796"/>
              <a:gd name="connsiteY39" fmla="*/ 3258473 h 6858000"/>
              <a:gd name="connsiteX40" fmla="*/ 5589758 w 6115796"/>
              <a:gd name="connsiteY40" fmla="*/ 3453699 h 6858000"/>
              <a:gd name="connsiteX41" fmla="*/ 5596144 w 6115796"/>
              <a:gd name="connsiteY41" fmla="*/ 3534624 h 6858000"/>
              <a:gd name="connsiteX42" fmla="*/ 5597750 w 6115796"/>
              <a:gd name="connsiteY42" fmla="*/ 3534129 h 6858000"/>
              <a:gd name="connsiteX43" fmla="*/ 5618377 w 6115796"/>
              <a:gd name="connsiteY43" fmla="*/ 3588431 h 6858000"/>
              <a:gd name="connsiteX44" fmla="*/ 5655472 w 6115796"/>
              <a:gd name="connsiteY44" fmla="*/ 3678877 h 6858000"/>
              <a:gd name="connsiteX45" fmla="*/ 5683015 w 6115796"/>
              <a:gd name="connsiteY45" fmla="*/ 3762025 h 6858000"/>
              <a:gd name="connsiteX46" fmla="*/ 5696643 w 6115796"/>
              <a:gd name="connsiteY46" fmla="*/ 3773888 h 6858000"/>
              <a:gd name="connsiteX47" fmla="*/ 5768491 w 6115796"/>
              <a:gd name="connsiteY47" fmla="*/ 3914399 h 6858000"/>
              <a:gd name="connsiteX48" fmla="*/ 5793123 w 6115796"/>
              <a:gd name="connsiteY48" fmla="*/ 3969952 h 6858000"/>
              <a:gd name="connsiteX49" fmla="*/ 5808321 w 6115796"/>
              <a:gd name="connsiteY49" fmla="*/ 3988153 h 6858000"/>
              <a:gd name="connsiteX50" fmla="*/ 5825621 w 6115796"/>
              <a:gd name="connsiteY50" fmla="*/ 4015525 h 6858000"/>
              <a:gd name="connsiteX51" fmla="*/ 5860672 w 6115796"/>
              <a:gd name="connsiteY51" fmla="*/ 4061579 h 6858000"/>
              <a:gd name="connsiteX52" fmla="*/ 5894095 w 6115796"/>
              <a:gd name="connsiteY52" fmla="*/ 4128857 h 6858000"/>
              <a:gd name="connsiteX53" fmla="*/ 5903513 w 6115796"/>
              <a:gd name="connsiteY53" fmla="*/ 4187661 h 6858000"/>
              <a:gd name="connsiteX54" fmla="*/ 5946705 w 6115796"/>
              <a:gd name="connsiteY54" fmla="*/ 4428051 h 6858000"/>
              <a:gd name="connsiteX55" fmla="*/ 5949261 w 6115796"/>
              <a:gd name="connsiteY55" fmla="*/ 4449185 h 6858000"/>
              <a:gd name="connsiteX56" fmla="*/ 5968960 w 6115796"/>
              <a:gd name="connsiteY56" fmla="*/ 4482655 h 6858000"/>
              <a:gd name="connsiteX57" fmla="*/ 5998138 w 6115796"/>
              <a:gd name="connsiteY57" fmla="*/ 4697518 h 6858000"/>
              <a:gd name="connsiteX58" fmla="*/ 6007819 w 6115796"/>
              <a:gd name="connsiteY58" fmla="*/ 4858148 h 6858000"/>
              <a:gd name="connsiteX59" fmla="*/ 6007749 w 6115796"/>
              <a:gd name="connsiteY59" fmla="*/ 4964715 h 6858000"/>
              <a:gd name="connsiteX60" fmla="*/ 6005269 w 6115796"/>
              <a:gd name="connsiteY60" fmla="*/ 5150567 h 6858000"/>
              <a:gd name="connsiteX61" fmla="*/ 6001127 w 6115796"/>
              <a:gd name="connsiteY61" fmla="*/ 5164609 h 6858000"/>
              <a:gd name="connsiteX62" fmla="*/ 5998514 w 6115796"/>
              <a:gd name="connsiteY62" fmla="*/ 5189673 h 6858000"/>
              <a:gd name="connsiteX63" fmla="*/ 6018409 w 6115796"/>
              <a:gd name="connsiteY63" fmla="*/ 5227157 h 6858000"/>
              <a:gd name="connsiteX64" fmla="*/ 6036748 w 6115796"/>
              <a:gd name="connsiteY64" fmla="*/ 5322752 h 6858000"/>
              <a:gd name="connsiteX65" fmla="*/ 6037677 w 6115796"/>
              <a:gd name="connsiteY65" fmla="*/ 5354807 h 6858000"/>
              <a:gd name="connsiteX66" fmla="*/ 6053435 w 6115796"/>
              <a:gd name="connsiteY66" fmla="*/ 5387547 h 6858000"/>
              <a:gd name="connsiteX67" fmla="*/ 6068640 w 6115796"/>
              <a:gd name="connsiteY67" fmla="*/ 5474503 h 6858000"/>
              <a:gd name="connsiteX68" fmla="*/ 6080922 w 6115796"/>
              <a:gd name="connsiteY68" fmla="*/ 5561070 h 6858000"/>
              <a:gd name="connsiteX69" fmla="*/ 6096949 w 6115796"/>
              <a:gd name="connsiteY69" fmla="*/ 5648179 h 6858000"/>
              <a:gd name="connsiteX70" fmla="*/ 6115796 w 6115796"/>
              <a:gd name="connsiteY70" fmla="*/ 5862844 h 6858000"/>
              <a:gd name="connsiteX71" fmla="*/ 6045436 w 6115796"/>
              <a:gd name="connsiteY71" fmla="*/ 6124480 h 6858000"/>
              <a:gd name="connsiteX72" fmla="*/ 6030489 w 6115796"/>
              <a:gd name="connsiteY72" fmla="*/ 6317666 h 6858000"/>
              <a:gd name="connsiteX73" fmla="*/ 6007492 w 6115796"/>
              <a:gd name="connsiteY73" fmla="*/ 6440818 h 6858000"/>
              <a:gd name="connsiteX74" fmla="*/ 6009467 w 6115796"/>
              <a:gd name="connsiteY74" fmla="*/ 6487076 h 6858000"/>
              <a:gd name="connsiteX75" fmla="*/ 5995064 w 6115796"/>
              <a:gd name="connsiteY75" fmla="*/ 6540791 h 6858000"/>
              <a:gd name="connsiteX76" fmla="*/ 5986207 w 6115796"/>
              <a:gd name="connsiteY76" fmla="*/ 6695855 h 6858000"/>
              <a:gd name="connsiteX77" fmla="*/ 5979428 w 6115796"/>
              <a:gd name="connsiteY77" fmla="*/ 6754678 h 6858000"/>
              <a:gd name="connsiteX78" fmla="*/ 5984543 w 6115796"/>
              <a:gd name="connsiteY78" fmla="*/ 6811016 h 6858000"/>
              <a:gd name="connsiteX79" fmla="*/ 5979671 w 6115796"/>
              <a:gd name="connsiteY79" fmla="*/ 6858000 h 6858000"/>
              <a:gd name="connsiteX80" fmla="*/ 0 w 6115796"/>
              <a:gd name="connsiteY80" fmla="*/ 6858000 h 6858000"/>
              <a:gd name="connsiteX81" fmla="*/ 0 w 6115796"/>
              <a:gd name="connsiteY81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84061 w 6115796"/>
              <a:gd name="connsiteY36" fmla="*/ 2919216 h 6858000"/>
              <a:gd name="connsiteX37" fmla="*/ 5491940 w 6115796"/>
              <a:gd name="connsiteY37" fmla="*/ 3015985 h 6858000"/>
              <a:gd name="connsiteX38" fmla="*/ 5503944 w 6115796"/>
              <a:gd name="connsiteY38" fmla="*/ 3123335 h 6858000"/>
              <a:gd name="connsiteX39" fmla="*/ 5516007 w 6115796"/>
              <a:gd name="connsiteY39" fmla="*/ 3258473 h 6858000"/>
              <a:gd name="connsiteX40" fmla="*/ 5589758 w 6115796"/>
              <a:gd name="connsiteY40" fmla="*/ 3453699 h 6858000"/>
              <a:gd name="connsiteX41" fmla="*/ 5596144 w 6115796"/>
              <a:gd name="connsiteY41" fmla="*/ 3534624 h 6858000"/>
              <a:gd name="connsiteX42" fmla="*/ 5597750 w 6115796"/>
              <a:gd name="connsiteY42" fmla="*/ 3534129 h 6858000"/>
              <a:gd name="connsiteX43" fmla="*/ 5618377 w 6115796"/>
              <a:gd name="connsiteY43" fmla="*/ 3588431 h 6858000"/>
              <a:gd name="connsiteX44" fmla="*/ 5655472 w 6115796"/>
              <a:gd name="connsiteY44" fmla="*/ 3678877 h 6858000"/>
              <a:gd name="connsiteX45" fmla="*/ 5683015 w 6115796"/>
              <a:gd name="connsiteY45" fmla="*/ 3762025 h 6858000"/>
              <a:gd name="connsiteX46" fmla="*/ 5696643 w 6115796"/>
              <a:gd name="connsiteY46" fmla="*/ 3773888 h 6858000"/>
              <a:gd name="connsiteX47" fmla="*/ 5768491 w 6115796"/>
              <a:gd name="connsiteY47" fmla="*/ 3914399 h 6858000"/>
              <a:gd name="connsiteX48" fmla="*/ 5793123 w 6115796"/>
              <a:gd name="connsiteY48" fmla="*/ 3969952 h 6858000"/>
              <a:gd name="connsiteX49" fmla="*/ 5808321 w 6115796"/>
              <a:gd name="connsiteY49" fmla="*/ 3988153 h 6858000"/>
              <a:gd name="connsiteX50" fmla="*/ 5825621 w 6115796"/>
              <a:gd name="connsiteY50" fmla="*/ 4015525 h 6858000"/>
              <a:gd name="connsiteX51" fmla="*/ 5860672 w 6115796"/>
              <a:gd name="connsiteY51" fmla="*/ 4061579 h 6858000"/>
              <a:gd name="connsiteX52" fmla="*/ 5894095 w 6115796"/>
              <a:gd name="connsiteY52" fmla="*/ 4128857 h 6858000"/>
              <a:gd name="connsiteX53" fmla="*/ 5903513 w 6115796"/>
              <a:gd name="connsiteY53" fmla="*/ 4187661 h 6858000"/>
              <a:gd name="connsiteX54" fmla="*/ 5946705 w 6115796"/>
              <a:gd name="connsiteY54" fmla="*/ 4428051 h 6858000"/>
              <a:gd name="connsiteX55" fmla="*/ 5949261 w 6115796"/>
              <a:gd name="connsiteY55" fmla="*/ 4449185 h 6858000"/>
              <a:gd name="connsiteX56" fmla="*/ 5968960 w 6115796"/>
              <a:gd name="connsiteY56" fmla="*/ 4482655 h 6858000"/>
              <a:gd name="connsiteX57" fmla="*/ 5998138 w 6115796"/>
              <a:gd name="connsiteY57" fmla="*/ 4697518 h 6858000"/>
              <a:gd name="connsiteX58" fmla="*/ 6007819 w 6115796"/>
              <a:gd name="connsiteY58" fmla="*/ 4858148 h 6858000"/>
              <a:gd name="connsiteX59" fmla="*/ 6007749 w 6115796"/>
              <a:gd name="connsiteY59" fmla="*/ 4964715 h 6858000"/>
              <a:gd name="connsiteX60" fmla="*/ 6005269 w 6115796"/>
              <a:gd name="connsiteY60" fmla="*/ 5150567 h 6858000"/>
              <a:gd name="connsiteX61" fmla="*/ 6001127 w 6115796"/>
              <a:gd name="connsiteY61" fmla="*/ 5164609 h 6858000"/>
              <a:gd name="connsiteX62" fmla="*/ 5998514 w 6115796"/>
              <a:gd name="connsiteY62" fmla="*/ 5189673 h 6858000"/>
              <a:gd name="connsiteX63" fmla="*/ 6018409 w 6115796"/>
              <a:gd name="connsiteY63" fmla="*/ 5227157 h 6858000"/>
              <a:gd name="connsiteX64" fmla="*/ 6036748 w 6115796"/>
              <a:gd name="connsiteY64" fmla="*/ 5322752 h 6858000"/>
              <a:gd name="connsiteX65" fmla="*/ 6037677 w 6115796"/>
              <a:gd name="connsiteY65" fmla="*/ 5354807 h 6858000"/>
              <a:gd name="connsiteX66" fmla="*/ 6053435 w 6115796"/>
              <a:gd name="connsiteY66" fmla="*/ 5387547 h 6858000"/>
              <a:gd name="connsiteX67" fmla="*/ 6068640 w 6115796"/>
              <a:gd name="connsiteY67" fmla="*/ 5474503 h 6858000"/>
              <a:gd name="connsiteX68" fmla="*/ 6080922 w 6115796"/>
              <a:gd name="connsiteY68" fmla="*/ 5561070 h 6858000"/>
              <a:gd name="connsiteX69" fmla="*/ 6096949 w 6115796"/>
              <a:gd name="connsiteY69" fmla="*/ 5648179 h 6858000"/>
              <a:gd name="connsiteX70" fmla="*/ 6115796 w 6115796"/>
              <a:gd name="connsiteY70" fmla="*/ 5862844 h 6858000"/>
              <a:gd name="connsiteX71" fmla="*/ 6045436 w 6115796"/>
              <a:gd name="connsiteY71" fmla="*/ 6124480 h 6858000"/>
              <a:gd name="connsiteX72" fmla="*/ 6030489 w 6115796"/>
              <a:gd name="connsiteY72" fmla="*/ 6317666 h 6858000"/>
              <a:gd name="connsiteX73" fmla="*/ 6007492 w 6115796"/>
              <a:gd name="connsiteY73" fmla="*/ 6440818 h 6858000"/>
              <a:gd name="connsiteX74" fmla="*/ 6009467 w 6115796"/>
              <a:gd name="connsiteY74" fmla="*/ 6487076 h 6858000"/>
              <a:gd name="connsiteX75" fmla="*/ 5995064 w 6115796"/>
              <a:gd name="connsiteY75" fmla="*/ 6540791 h 6858000"/>
              <a:gd name="connsiteX76" fmla="*/ 5986207 w 6115796"/>
              <a:gd name="connsiteY76" fmla="*/ 6695855 h 6858000"/>
              <a:gd name="connsiteX77" fmla="*/ 5979428 w 6115796"/>
              <a:gd name="connsiteY77" fmla="*/ 6754678 h 6858000"/>
              <a:gd name="connsiteX78" fmla="*/ 5984543 w 6115796"/>
              <a:gd name="connsiteY78" fmla="*/ 6811016 h 6858000"/>
              <a:gd name="connsiteX79" fmla="*/ 5979671 w 6115796"/>
              <a:gd name="connsiteY79" fmla="*/ 6858000 h 6858000"/>
              <a:gd name="connsiteX80" fmla="*/ 0 w 6115796"/>
              <a:gd name="connsiteY80" fmla="*/ 6858000 h 6858000"/>
              <a:gd name="connsiteX81" fmla="*/ 0 w 6115796"/>
              <a:gd name="connsiteY81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1214 w 6115796"/>
              <a:gd name="connsiteY27" fmla="*/ 2250944 h 6858000"/>
              <a:gd name="connsiteX28" fmla="*/ 5250644 w 6115796"/>
              <a:gd name="connsiteY28" fmla="*/ 2266619 h 6858000"/>
              <a:gd name="connsiteX29" fmla="*/ 5293877 w 6115796"/>
              <a:gd name="connsiteY29" fmla="*/ 2368649 h 6858000"/>
              <a:gd name="connsiteX30" fmla="*/ 5311338 w 6115796"/>
              <a:gd name="connsiteY30" fmla="*/ 2404034 h 6858000"/>
              <a:gd name="connsiteX31" fmla="*/ 5338366 w 6115796"/>
              <a:gd name="connsiteY31" fmla="*/ 2465052 h 6858000"/>
              <a:gd name="connsiteX32" fmla="*/ 5371263 w 6115796"/>
              <a:gd name="connsiteY32" fmla="*/ 2586413 h 6858000"/>
              <a:gd name="connsiteX33" fmla="*/ 5407503 w 6115796"/>
              <a:gd name="connsiteY33" fmla="*/ 2786290 h 6858000"/>
              <a:gd name="connsiteX34" fmla="*/ 5407356 w 6115796"/>
              <a:gd name="connsiteY34" fmla="*/ 2787545 h 6858000"/>
              <a:gd name="connsiteX35" fmla="*/ 5457023 w 6115796"/>
              <a:gd name="connsiteY35" fmla="*/ 2858292 h 6858000"/>
              <a:gd name="connsiteX36" fmla="*/ 5484061 w 6115796"/>
              <a:gd name="connsiteY36" fmla="*/ 2919216 h 6858000"/>
              <a:gd name="connsiteX37" fmla="*/ 5491940 w 6115796"/>
              <a:gd name="connsiteY37" fmla="*/ 3015985 h 6858000"/>
              <a:gd name="connsiteX38" fmla="*/ 5503944 w 6115796"/>
              <a:gd name="connsiteY38" fmla="*/ 3123335 h 6858000"/>
              <a:gd name="connsiteX39" fmla="*/ 5516007 w 6115796"/>
              <a:gd name="connsiteY39" fmla="*/ 3258473 h 6858000"/>
              <a:gd name="connsiteX40" fmla="*/ 5589758 w 6115796"/>
              <a:gd name="connsiteY40" fmla="*/ 3453699 h 6858000"/>
              <a:gd name="connsiteX41" fmla="*/ 5596144 w 6115796"/>
              <a:gd name="connsiteY41" fmla="*/ 3534624 h 6858000"/>
              <a:gd name="connsiteX42" fmla="*/ 5597750 w 6115796"/>
              <a:gd name="connsiteY42" fmla="*/ 3534129 h 6858000"/>
              <a:gd name="connsiteX43" fmla="*/ 5618377 w 6115796"/>
              <a:gd name="connsiteY43" fmla="*/ 3588431 h 6858000"/>
              <a:gd name="connsiteX44" fmla="*/ 5655472 w 6115796"/>
              <a:gd name="connsiteY44" fmla="*/ 3678877 h 6858000"/>
              <a:gd name="connsiteX45" fmla="*/ 5683015 w 6115796"/>
              <a:gd name="connsiteY45" fmla="*/ 3762025 h 6858000"/>
              <a:gd name="connsiteX46" fmla="*/ 5696643 w 6115796"/>
              <a:gd name="connsiteY46" fmla="*/ 3773888 h 6858000"/>
              <a:gd name="connsiteX47" fmla="*/ 5768491 w 6115796"/>
              <a:gd name="connsiteY47" fmla="*/ 3914399 h 6858000"/>
              <a:gd name="connsiteX48" fmla="*/ 5793123 w 6115796"/>
              <a:gd name="connsiteY48" fmla="*/ 3969952 h 6858000"/>
              <a:gd name="connsiteX49" fmla="*/ 5808321 w 6115796"/>
              <a:gd name="connsiteY49" fmla="*/ 3988153 h 6858000"/>
              <a:gd name="connsiteX50" fmla="*/ 5825621 w 6115796"/>
              <a:gd name="connsiteY50" fmla="*/ 4015525 h 6858000"/>
              <a:gd name="connsiteX51" fmla="*/ 5860672 w 6115796"/>
              <a:gd name="connsiteY51" fmla="*/ 4061579 h 6858000"/>
              <a:gd name="connsiteX52" fmla="*/ 5894095 w 6115796"/>
              <a:gd name="connsiteY52" fmla="*/ 4128857 h 6858000"/>
              <a:gd name="connsiteX53" fmla="*/ 5903513 w 6115796"/>
              <a:gd name="connsiteY53" fmla="*/ 4187661 h 6858000"/>
              <a:gd name="connsiteX54" fmla="*/ 5946705 w 6115796"/>
              <a:gd name="connsiteY54" fmla="*/ 4428051 h 6858000"/>
              <a:gd name="connsiteX55" fmla="*/ 5949261 w 6115796"/>
              <a:gd name="connsiteY55" fmla="*/ 4449185 h 6858000"/>
              <a:gd name="connsiteX56" fmla="*/ 5968960 w 6115796"/>
              <a:gd name="connsiteY56" fmla="*/ 4482655 h 6858000"/>
              <a:gd name="connsiteX57" fmla="*/ 5998138 w 6115796"/>
              <a:gd name="connsiteY57" fmla="*/ 4697518 h 6858000"/>
              <a:gd name="connsiteX58" fmla="*/ 6007819 w 6115796"/>
              <a:gd name="connsiteY58" fmla="*/ 4858148 h 6858000"/>
              <a:gd name="connsiteX59" fmla="*/ 6007749 w 6115796"/>
              <a:gd name="connsiteY59" fmla="*/ 4964715 h 6858000"/>
              <a:gd name="connsiteX60" fmla="*/ 6005269 w 6115796"/>
              <a:gd name="connsiteY60" fmla="*/ 5150567 h 6858000"/>
              <a:gd name="connsiteX61" fmla="*/ 6001127 w 6115796"/>
              <a:gd name="connsiteY61" fmla="*/ 5164609 h 6858000"/>
              <a:gd name="connsiteX62" fmla="*/ 5998514 w 6115796"/>
              <a:gd name="connsiteY62" fmla="*/ 5189673 h 6858000"/>
              <a:gd name="connsiteX63" fmla="*/ 6018409 w 6115796"/>
              <a:gd name="connsiteY63" fmla="*/ 5227157 h 6858000"/>
              <a:gd name="connsiteX64" fmla="*/ 6036748 w 6115796"/>
              <a:gd name="connsiteY64" fmla="*/ 5322752 h 6858000"/>
              <a:gd name="connsiteX65" fmla="*/ 6037677 w 6115796"/>
              <a:gd name="connsiteY65" fmla="*/ 5354807 h 6858000"/>
              <a:gd name="connsiteX66" fmla="*/ 6053435 w 6115796"/>
              <a:gd name="connsiteY66" fmla="*/ 5387547 h 6858000"/>
              <a:gd name="connsiteX67" fmla="*/ 6068640 w 6115796"/>
              <a:gd name="connsiteY67" fmla="*/ 5474503 h 6858000"/>
              <a:gd name="connsiteX68" fmla="*/ 6080922 w 6115796"/>
              <a:gd name="connsiteY68" fmla="*/ 5561070 h 6858000"/>
              <a:gd name="connsiteX69" fmla="*/ 6096949 w 6115796"/>
              <a:gd name="connsiteY69" fmla="*/ 5648179 h 6858000"/>
              <a:gd name="connsiteX70" fmla="*/ 6115796 w 6115796"/>
              <a:gd name="connsiteY70" fmla="*/ 5862844 h 6858000"/>
              <a:gd name="connsiteX71" fmla="*/ 6045436 w 6115796"/>
              <a:gd name="connsiteY71" fmla="*/ 6124480 h 6858000"/>
              <a:gd name="connsiteX72" fmla="*/ 6030489 w 6115796"/>
              <a:gd name="connsiteY72" fmla="*/ 6317666 h 6858000"/>
              <a:gd name="connsiteX73" fmla="*/ 6007492 w 6115796"/>
              <a:gd name="connsiteY73" fmla="*/ 6440818 h 6858000"/>
              <a:gd name="connsiteX74" fmla="*/ 6009467 w 6115796"/>
              <a:gd name="connsiteY74" fmla="*/ 6487076 h 6858000"/>
              <a:gd name="connsiteX75" fmla="*/ 5995064 w 6115796"/>
              <a:gd name="connsiteY75" fmla="*/ 6540791 h 6858000"/>
              <a:gd name="connsiteX76" fmla="*/ 5986207 w 6115796"/>
              <a:gd name="connsiteY76" fmla="*/ 6695855 h 6858000"/>
              <a:gd name="connsiteX77" fmla="*/ 5979428 w 6115796"/>
              <a:gd name="connsiteY77" fmla="*/ 6754678 h 6858000"/>
              <a:gd name="connsiteX78" fmla="*/ 5984543 w 6115796"/>
              <a:gd name="connsiteY78" fmla="*/ 6811016 h 6858000"/>
              <a:gd name="connsiteX79" fmla="*/ 5979671 w 6115796"/>
              <a:gd name="connsiteY79" fmla="*/ 6858000 h 6858000"/>
              <a:gd name="connsiteX80" fmla="*/ 0 w 6115796"/>
              <a:gd name="connsiteY80" fmla="*/ 6858000 h 6858000"/>
              <a:gd name="connsiteX81" fmla="*/ 0 w 6115796"/>
              <a:gd name="connsiteY81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0104 w 6115796"/>
              <a:gd name="connsiteY26" fmla="*/ 2249166 h 6858000"/>
              <a:gd name="connsiteX27" fmla="*/ 5250644 w 6115796"/>
              <a:gd name="connsiteY27" fmla="*/ 2266619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7248 w 6115796"/>
              <a:gd name="connsiteY26" fmla="*/ 2203922 h 6858000"/>
              <a:gd name="connsiteX27" fmla="*/ 5250644 w 6115796"/>
              <a:gd name="connsiteY27" fmla="*/ 2266619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7248 w 6115796"/>
              <a:gd name="connsiteY26" fmla="*/ 2203922 h 6858000"/>
              <a:gd name="connsiteX27" fmla="*/ 5250644 w 6115796"/>
              <a:gd name="connsiteY27" fmla="*/ 2266619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7248 w 6115796"/>
              <a:gd name="connsiteY26" fmla="*/ 2203922 h 6858000"/>
              <a:gd name="connsiteX27" fmla="*/ 5262551 w 6115796"/>
              <a:gd name="connsiteY27" fmla="*/ 2288050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6931 w 6115796"/>
              <a:gd name="connsiteY23" fmla="*/ 1866147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7248 w 6115796"/>
              <a:gd name="connsiteY26" fmla="*/ 2203922 h 6858000"/>
              <a:gd name="connsiteX27" fmla="*/ 5262551 w 6115796"/>
              <a:gd name="connsiteY27" fmla="*/ 2288050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31437 w 6115796"/>
              <a:gd name="connsiteY18" fmla="*/ 1373779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4549 w 6115796"/>
              <a:gd name="connsiteY23" fmla="*/ 1837572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7248 w 6115796"/>
              <a:gd name="connsiteY26" fmla="*/ 2203922 h 6858000"/>
              <a:gd name="connsiteX27" fmla="*/ 5262551 w 6115796"/>
              <a:gd name="connsiteY27" fmla="*/ 2288050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21173 w 6115796"/>
              <a:gd name="connsiteY4" fmla="*/ 123738 h 6858000"/>
              <a:gd name="connsiteX5" fmla="*/ 5075458 w 6115796"/>
              <a:gd name="connsiteY5" fmla="*/ 264355 h 6858000"/>
              <a:gd name="connsiteX6" fmla="*/ 5081175 w 6115796"/>
              <a:gd name="connsiteY6" fmla="*/ 277448 h 6858000"/>
              <a:gd name="connsiteX7" fmla="*/ 5097011 w 6115796"/>
              <a:gd name="connsiteY7" fmla="*/ 355616 h 6858000"/>
              <a:gd name="connsiteX8" fmla="*/ 5153000 w 6115796"/>
              <a:gd name="connsiteY8" fmla="*/ 507134 h 6858000"/>
              <a:gd name="connsiteX9" fmla="*/ 5171282 w 6115796"/>
              <a:gd name="connsiteY9" fmla="*/ 602071 h 6858000"/>
              <a:gd name="connsiteX10" fmla="*/ 5176196 w 6115796"/>
              <a:gd name="connsiteY10" fmla="*/ 636822 h 6858000"/>
              <a:gd name="connsiteX11" fmla="*/ 5189051 w 6115796"/>
              <a:gd name="connsiteY11" fmla="*/ 782518 h 6858000"/>
              <a:gd name="connsiteX12" fmla="*/ 5218707 w 6115796"/>
              <a:gd name="connsiteY12" fmla="*/ 886387 h 6858000"/>
              <a:gd name="connsiteX13" fmla="*/ 5221281 w 6115796"/>
              <a:gd name="connsiteY13" fmla="*/ 920873 h 6858000"/>
              <a:gd name="connsiteX14" fmla="*/ 5201018 w 6115796"/>
              <a:gd name="connsiteY14" fmla="*/ 1095027 h 6858000"/>
              <a:gd name="connsiteX15" fmla="*/ 5189234 w 6115796"/>
              <a:gd name="connsiteY15" fmla="*/ 1217308 h 6858000"/>
              <a:gd name="connsiteX16" fmla="*/ 5202769 w 6115796"/>
              <a:gd name="connsiteY16" fmla="*/ 1269450 h 6858000"/>
              <a:gd name="connsiteX17" fmla="*/ 5225968 w 6115796"/>
              <a:gd name="connsiteY17" fmla="*/ 1357994 h 6858000"/>
              <a:gd name="connsiteX18" fmla="*/ 5226675 w 6115796"/>
              <a:gd name="connsiteY18" fmla="*/ 1385685 h 6858000"/>
              <a:gd name="connsiteX19" fmla="*/ 5237226 w 6115796"/>
              <a:gd name="connsiteY19" fmla="*/ 1441327 h 6858000"/>
              <a:gd name="connsiteX20" fmla="*/ 5255653 w 6115796"/>
              <a:gd name="connsiteY20" fmla="*/ 1524712 h 6858000"/>
              <a:gd name="connsiteX21" fmla="*/ 5263491 w 6115796"/>
              <a:gd name="connsiteY21" fmla="*/ 1642938 h 6858000"/>
              <a:gd name="connsiteX22" fmla="*/ 5256552 w 6115796"/>
              <a:gd name="connsiteY22" fmla="*/ 1672509 h 6858000"/>
              <a:gd name="connsiteX23" fmla="*/ 5264549 w 6115796"/>
              <a:gd name="connsiteY23" fmla="*/ 1837572 h 6858000"/>
              <a:gd name="connsiteX24" fmla="*/ 5255696 w 6115796"/>
              <a:gd name="connsiteY24" fmla="*/ 1953770 h 6858000"/>
              <a:gd name="connsiteX25" fmla="*/ 5252592 w 6115796"/>
              <a:gd name="connsiteY25" fmla="*/ 2092210 h 6858000"/>
              <a:gd name="connsiteX26" fmla="*/ 5257248 w 6115796"/>
              <a:gd name="connsiteY26" fmla="*/ 2203922 h 6858000"/>
              <a:gd name="connsiteX27" fmla="*/ 5262551 w 6115796"/>
              <a:gd name="connsiteY27" fmla="*/ 2288050 h 6858000"/>
              <a:gd name="connsiteX28" fmla="*/ 5293877 w 6115796"/>
              <a:gd name="connsiteY28" fmla="*/ 2368649 h 6858000"/>
              <a:gd name="connsiteX29" fmla="*/ 5311338 w 6115796"/>
              <a:gd name="connsiteY29" fmla="*/ 2404034 h 6858000"/>
              <a:gd name="connsiteX30" fmla="*/ 5338366 w 6115796"/>
              <a:gd name="connsiteY30" fmla="*/ 2465052 h 6858000"/>
              <a:gd name="connsiteX31" fmla="*/ 5371263 w 6115796"/>
              <a:gd name="connsiteY31" fmla="*/ 2586413 h 6858000"/>
              <a:gd name="connsiteX32" fmla="*/ 5407503 w 6115796"/>
              <a:gd name="connsiteY32" fmla="*/ 2786290 h 6858000"/>
              <a:gd name="connsiteX33" fmla="*/ 5407356 w 6115796"/>
              <a:gd name="connsiteY33" fmla="*/ 2787545 h 6858000"/>
              <a:gd name="connsiteX34" fmla="*/ 5457023 w 6115796"/>
              <a:gd name="connsiteY34" fmla="*/ 2858292 h 6858000"/>
              <a:gd name="connsiteX35" fmla="*/ 5484061 w 6115796"/>
              <a:gd name="connsiteY35" fmla="*/ 2919216 h 6858000"/>
              <a:gd name="connsiteX36" fmla="*/ 5491940 w 6115796"/>
              <a:gd name="connsiteY36" fmla="*/ 3015985 h 6858000"/>
              <a:gd name="connsiteX37" fmla="*/ 5503944 w 6115796"/>
              <a:gd name="connsiteY37" fmla="*/ 3123335 h 6858000"/>
              <a:gd name="connsiteX38" fmla="*/ 5516007 w 6115796"/>
              <a:gd name="connsiteY38" fmla="*/ 3258473 h 6858000"/>
              <a:gd name="connsiteX39" fmla="*/ 5589758 w 6115796"/>
              <a:gd name="connsiteY39" fmla="*/ 3453699 h 6858000"/>
              <a:gd name="connsiteX40" fmla="*/ 5596144 w 6115796"/>
              <a:gd name="connsiteY40" fmla="*/ 3534624 h 6858000"/>
              <a:gd name="connsiteX41" fmla="*/ 5597750 w 6115796"/>
              <a:gd name="connsiteY41" fmla="*/ 3534129 h 6858000"/>
              <a:gd name="connsiteX42" fmla="*/ 5618377 w 6115796"/>
              <a:gd name="connsiteY42" fmla="*/ 3588431 h 6858000"/>
              <a:gd name="connsiteX43" fmla="*/ 5655472 w 6115796"/>
              <a:gd name="connsiteY43" fmla="*/ 3678877 h 6858000"/>
              <a:gd name="connsiteX44" fmla="*/ 5683015 w 6115796"/>
              <a:gd name="connsiteY44" fmla="*/ 3762025 h 6858000"/>
              <a:gd name="connsiteX45" fmla="*/ 5696643 w 6115796"/>
              <a:gd name="connsiteY45" fmla="*/ 3773888 h 6858000"/>
              <a:gd name="connsiteX46" fmla="*/ 5768491 w 6115796"/>
              <a:gd name="connsiteY46" fmla="*/ 3914399 h 6858000"/>
              <a:gd name="connsiteX47" fmla="*/ 5793123 w 6115796"/>
              <a:gd name="connsiteY47" fmla="*/ 3969952 h 6858000"/>
              <a:gd name="connsiteX48" fmla="*/ 5808321 w 6115796"/>
              <a:gd name="connsiteY48" fmla="*/ 3988153 h 6858000"/>
              <a:gd name="connsiteX49" fmla="*/ 5825621 w 6115796"/>
              <a:gd name="connsiteY49" fmla="*/ 4015525 h 6858000"/>
              <a:gd name="connsiteX50" fmla="*/ 5860672 w 6115796"/>
              <a:gd name="connsiteY50" fmla="*/ 4061579 h 6858000"/>
              <a:gd name="connsiteX51" fmla="*/ 5894095 w 6115796"/>
              <a:gd name="connsiteY51" fmla="*/ 4128857 h 6858000"/>
              <a:gd name="connsiteX52" fmla="*/ 5903513 w 6115796"/>
              <a:gd name="connsiteY52" fmla="*/ 4187661 h 6858000"/>
              <a:gd name="connsiteX53" fmla="*/ 5946705 w 6115796"/>
              <a:gd name="connsiteY53" fmla="*/ 4428051 h 6858000"/>
              <a:gd name="connsiteX54" fmla="*/ 5949261 w 6115796"/>
              <a:gd name="connsiteY54" fmla="*/ 4449185 h 6858000"/>
              <a:gd name="connsiteX55" fmla="*/ 5968960 w 6115796"/>
              <a:gd name="connsiteY55" fmla="*/ 4482655 h 6858000"/>
              <a:gd name="connsiteX56" fmla="*/ 5998138 w 6115796"/>
              <a:gd name="connsiteY56" fmla="*/ 4697518 h 6858000"/>
              <a:gd name="connsiteX57" fmla="*/ 6007819 w 6115796"/>
              <a:gd name="connsiteY57" fmla="*/ 4858148 h 6858000"/>
              <a:gd name="connsiteX58" fmla="*/ 6007749 w 6115796"/>
              <a:gd name="connsiteY58" fmla="*/ 4964715 h 6858000"/>
              <a:gd name="connsiteX59" fmla="*/ 6005269 w 6115796"/>
              <a:gd name="connsiteY59" fmla="*/ 5150567 h 6858000"/>
              <a:gd name="connsiteX60" fmla="*/ 6001127 w 6115796"/>
              <a:gd name="connsiteY60" fmla="*/ 5164609 h 6858000"/>
              <a:gd name="connsiteX61" fmla="*/ 5998514 w 6115796"/>
              <a:gd name="connsiteY61" fmla="*/ 5189673 h 6858000"/>
              <a:gd name="connsiteX62" fmla="*/ 6018409 w 6115796"/>
              <a:gd name="connsiteY62" fmla="*/ 5227157 h 6858000"/>
              <a:gd name="connsiteX63" fmla="*/ 6036748 w 6115796"/>
              <a:gd name="connsiteY63" fmla="*/ 5322752 h 6858000"/>
              <a:gd name="connsiteX64" fmla="*/ 6037677 w 6115796"/>
              <a:gd name="connsiteY64" fmla="*/ 5354807 h 6858000"/>
              <a:gd name="connsiteX65" fmla="*/ 6053435 w 6115796"/>
              <a:gd name="connsiteY65" fmla="*/ 5387547 h 6858000"/>
              <a:gd name="connsiteX66" fmla="*/ 6068640 w 6115796"/>
              <a:gd name="connsiteY66" fmla="*/ 5474503 h 6858000"/>
              <a:gd name="connsiteX67" fmla="*/ 6080922 w 6115796"/>
              <a:gd name="connsiteY67" fmla="*/ 5561070 h 6858000"/>
              <a:gd name="connsiteX68" fmla="*/ 6096949 w 6115796"/>
              <a:gd name="connsiteY68" fmla="*/ 5648179 h 6858000"/>
              <a:gd name="connsiteX69" fmla="*/ 6115796 w 6115796"/>
              <a:gd name="connsiteY69" fmla="*/ 5862844 h 6858000"/>
              <a:gd name="connsiteX70" fmla="*/ 6045436 w 6115796"/>
              <a:gd name="connsiteY70" fmla="*/ 6124480 h 6858000"/>
              <a:gd name="connsiteX71" fmla="*/ 6030489 w 6115796"/>
              <a:gd name="connsiteY71" fmla="*/ 6317666 h 6858000"/>
              <a:gd name="connsiteX72" fmla="*/ 6007492 w 6115796"/>
              <a:gd name="connsiteY72" fmla="*/ 6440818 h 6858000"/>
              <a:gd name="connsiteX73" fmla="*/ 6009467 w 6115796"/>
              <a:gd name="connsiteY73" fmla="*/ 6487076 h 6858000"/>
              <a:gd name="connsiteX74" fmla="*/ 5995064 w 6115796"/>
              <a:gd name="connsiteY74" fmla="*/ 6540791 h 6858000"/>
              <a:gd name="connsiteX75" fmla="*/ 5986207 w 6115796"/>
              <a:gd name="connsiteY75" fmla="*/ 6695855 h 6858000"/>
              <a:gd name="connsiteX76" fmla="*/ 5979428 w 6115796"/>
              <a:gd name="connsiteY76" fmla="*/ 6754678 h 6858000"/>
              <a:gd name="connsiteX77" fmla="*/ 5984543 w 6115796"/>
              <a:gd name="connsiteY77" fmla="*/ 6811016 h 6858000"/>
              <a:gd name="connsiteX78" fmla="*/ 5979671 w 6115796"/>
              <a:gd name="connsiteY78" fmla="*/ 6858000 h 6858000"/>
              <a:gd name="connsiteX79" fmla="*/ 0 w 6115796"/>
              <a:gd name="connsiteY79" fmla="*/ 6858000 h 6858000"/>
              <a:gd name="connsiteX80" fmla="*/ 0 w 6115796"/>
              <a:gd name="connsiteY80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84061 w 6115796"/>
              <a:gd name="connsiteY34" fmla="*/ 2919216 h 6858000"/>
              <a:gd name="connsiteX35" fmla="*/ 5491940 w 6115796"/>
              <a:gd name="connsiteY35" fmla="*/ 3015985 h 6858000"/>
              <a:gd name="connsiteX36" fmla="*/ 5503944 w 6115796"/>
              <a:gd name="connsiteY36" fmla="*/ 3123335 h 6858000"/>
              <a:gd name="connsiteX37" fmla="*/ 5516007 w 6115796"/>
              <a:gd name="connsiteY37" fmla="*/ 3258473 h 6858000"/>
              <a:gd name="connsiteX38" fmla="*/ 5589758 w 6115796"/>
              <a:gd name="connsiteY38" fmla="*/ 3453699 h 6858000"/>
              <a:gd name="connsiteX39" fmla="*/ 5596144 w 6115796"/>
              <a:gd name="connsiteY39" fmla="*/ 3534624 h 6858000"/>
              <a:gd name="connsiteX40" fmla="*/ 5597750 w 6115796"/>
              <a:gd name="connsiteY40" fmla="*/ 3534129 h 6858000"/>
              <a:gd name="connsiteX41" fmla="*/ 5618377 w 6115796"/>
              <a:gd name="connsiteY41" fmla="*/ 3588431 h 6858000"/>
              <a:gd name="connsiteX42" fmla="*/ 5655472 w 6115796"/>
              <a:gd name="connsiteY42" fmla="*/ 3678877 h 6858000"/>
              <a:gd name="connsiteX43" fmla="*/ 5683015 w 6115796"/>
              <a:gd name="connsiteY43" fmla="*/ 3762025 h 6858000"/>
              <a:gd name="connsiteX44" fmla="*/ 5696643 w 6115796"/>
              <a:gd name="connsiteY44" fmla="*/ 3773888 h 6858000"/>
              <a:gd name="connsiteX45" fmla="*/ 5768491 w 6115796"/>
              <a:gd name="connsiteY45" fmla="*/ 3914399 h 6858000"/>
              <a:gd name="connsiteX46" fmla="*/ 5793123 w 6115796"/>
              <a:gd name="connsiteY46" fmla="*/ 3969952 h 6858000"/>
              <a:gd name="connsiteX47" fmla="*/ 5808321 w 6115796"/>
              <a:gd name="connsiteY47" fmla="*/ 3988153 h 6858000"/>
              <a:gd name="connsiteX48" fmla="*/ 5825621 w 6115796"/>
              <a:gd name="connsiteY48" fmla="*/ 4015525 h 6858000"/>
              <a:gd name="connsiteX49" fmla="*/ 5860672 w 6115796"/>
              <a:gd name="connsiteY49" fmla="*/ 4061579 h 6858000"/>
              <a:gd name="connsiteX50" fmla="*/ 5894095 w 6115796"/>
              <a:gd name="connsiteY50" fmla="*/ 4128857 h 6858000"/>
              <a:gd name="connsiteX51" fmla="*/ 5903513 w 6115796"/>
              <a:gd name="connsiteY51" fmla="*/ 4187661 h 6858000"/>
              <a:gd name="connsiteX52" fmla="*/ 5946705 w 6115796"/>
              <a:gd name="connsiteY52" fmla="*/ 4428051 h 6858000"/>
              <a:gd name="connsiteX53" fmla="*/ 5949261 w 6115796"/>
              <a:gd name="connsiteY53" fmla="*/ 4449185 h 6858000"/>
              <a:gd name="connsiteX54" fmla="*/ 5968960 w 6115796"/>
              <a:gd name="connsiteY54" fmla="*/ 4482655 h 6858000"/>
              <a:gd name="connsiteX55" fmla="*/ 5998138 w 6115796"/>
              <a:gd name="connsiteY55" fmla="*/ 4697518 h 6858000"/>
              <a:gd name="connsiteX56" fmla="*/ 6007819 w 6115796"/>
              <a:gd name="connsiteY56" fmla="*/ 4858148 h 6858000"/>
              <a:gd name="connsiteX57" fmla="*/ 6007749 w 6115796"/>
              <a:gd name="connsiteY57" fmla="*/ 4964715 h 6858000"/>
              <a:gd name="connsiteX58" fmla="*/ 6005269 w 6115796"/>
              <a:gd name="connsiteY58" fmla="*/ 5150567 h 6858000"/>
              <a:gd name="connsiteX59" fmla="*/ 6001127 w 6115796"/>
              <a:gd name="connsiteY59" fmla="*/ 5164609 h 6858000"/>
              <a:gd name="connsiteX60" fmla="*/ 5998514 w 6115796"/>
              <a:gd name="connsiteY60" fmla="*/ 5189673 h 6858000"/>
              <a:gd name="connsiteX61" fmla="*/ 6018409 w 6115796"/>
              <a:gd name="connsiteY61" fmla="*/ 5227157 h 6858000"/>
              <a:gd name="connsiteX62" fmla="*/ 6036748 w 6115796"/>
              <a:gd name="connsiteY62" fmla="*/ 5322752 h 6858000"/>
              <a:gd name="connsiteX63" fmla="*/ 6037677 w 6115796"/>
              <a:gd name="connsiteY63" fmla="*/ 5354807 h 6858000"/>
              <a:gd name="connsiteX64" fmla="*/ 6053435 w 6115796"/>
              <a:gd name="connsiteY64" fmla="*/ 5387547 h 6858000"/>
              <a:gd name="connsiteX65" fmla="*/ 6068640 w 6115796"/>
              <a:gd name="connsiteY65" fmla="*/ 5474503 h 6858000"/>
              <a:gd name="connsiteX66" fmla="*/ 6080922 w 6115796"/>
              <a:gd name="connsiteY66" fmla="*/ 5561070 h 6858000"/>
              <a:gd name="connsiteX67" fmla="*/ 6096949 w 6115796"/>
              <a:gd name="connsiteY67" fmla="*/ 5648179 h 6858000"/>
              <a:gd name="connsiteX68" fmla="*/ 6115796 w 6115796"/>
              <a:gd name="connsiteY68" fmla="*/ 5862844 h 6858000"/>
              <a:gd name="connsiteX69" fmla="*/ 6045436 w 6115796"/>
              <a:gd name="connsiteY69" fmla="*/ 6124480 h 6858000"/>
              <a:gd name="connsiteX70" fmla="*/ 6030489 w 6115796"/>
              <a:gd name="connsiteY70" fmla="*/ 6317666 h 6858000"/>
              <a:gd name="connsiteX71" fmla="*/ 6007492 w 6115796"/>
              <a:gd name="connsiteY71" fmla="*/ 6440818 h 6858000"/>
              <a:gd name="connsiteX72" fmla="*/ 6009467 w 6115796"/>
              <a:gd name="connsiteY72" fmla="*/ 6487076 h 6858000"/>
              <a:gd name="connsiteX73" fmla="*/ 5995064 w 6115796"/>
              <a:gd name="connsiteY73" fmla="*/ 6540791 h 6858000"/>
              <a:gd name="connsiteX74" fmla="*/ 5986207 w 6115796"/>
              <a:gd name="connsiteY74" fmla="*/ 6695855 h 6858000"/>
              <a:gd name="connsiteX75" fmla="*/ 5979428 w 6115796"/>
              <a:gd name="connsiteY75" fmla="*/ 6754678 h 6858000"/>
              <a:gd name="connsiteX76" fmla="*/ 5984543 w 6115796"/>
              <a:gd name="connsiteY76" fmla="*/ 6811016 h 6858000"/>
              <a:gd name="connsiteX77" fmla="*/ 5979671 w 6115796"/>
              <a:gd name="connsiteY77" fmla="*/ 6858000 h 6858000"/>
              <a:gd name="connsiteX78" fmla="*/ 0 w 6115796"/>
              <a:gd name="connsiteY78" fmla="*/ 6858000 h 6858000"/>
              <a:gd name="connsiteX79" fmla="*/ 0 w 6115796"/>
              <a:gd name="connsiteY79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84061 w 6115796"/>
              <a:gd name="connsiteY34" fmla="*/ 2919216 h 6858000"/>
              <a:gd name="connsiteX35" fmla="*/ 5491940 w 6115796"/>
              <a:gd name="connsiteY35" fmla="*/ 3015985 h 6858000"/>
              <a:gd name="connsiteX36" fmla="*/ 5503944 w 6115796"/>
              <a:gd name="connsiteY36" fmla="*/ 3123335 h 6858000"/>
              <a:gd name="connsiteX37" fmla="*/ 5516007 w 6115796"/>
              <a:gd name="connsiteY37" fmla="*/ 3258473 h 6858000"/>
              <a:gd name="connsiteX38" fmla="*/ 5589758 w 6115796"/>
              <a:gd name="connsiteY38" fmla="*/ 3453699 h 6858000"/>
              <a:gd name="connsiteX39" fmla="*/ 5596144 w 6115796"/>
              <a:gd name="connsiteY39" fmla="*/ 3534624 h 6858000"/>
              <a:gd name="connsiteX40" fmla="*/ 5597750 w 6115796"/>
              <a:gd name="connsiteY40" fmla="*/ 3534129 h 6858000"/>
              <a:gd name="connsiteX41" fmla="*/ 5618377 w 6115796"/>
              <a:gd name="connsiteY41" fmla="*/ 3588431 h 6858000"/>
              <a:gd name="connsiteX42" fmla="*/ 5655472 w 6115796"/>
              <a:gd name="connsiteY42" fmla="*/ 3678877 h 6858000"/>
              <a:gd name="connsiteX43" fmla="*/ 5683015 w 6115796"/>
              <a:gd name="connsiteY43" fmla="*/ 3762025 h 6858000"/>
              <a:gd name="connsiteX44" fmla="*/ 5696643 w 6115796"/>
              <a:gd name="connsiteY44" fmla="*/ 3773888 h 6858000"/>
              <a:gd name="connsiteX45" fmla="*/ 5768491 w 6115796"/>
              <a:gd name="connsiteY45" fmla="*/ 3914399 h 6858000"/>
              <a:gd name="connsiteX46" fmla="*/ 5793123 w 6115796"/>
              <a:gd name="connsiteY46" fmla="*/ 3969952 h 6858000"/>
              <a:gd name="connsiteX47" fmla="*/ 5808321 w 6115796"/>
              <a:gd name="connsiteY47" fmla="*/ 3988153 h 6858000"/>
              <a:gd name="connsiteX48" fmla="*/ 5825621 w 6115796"/>
              <a:gd name="connsiteY48" fmla="*/ 4015525 h 6858000"/>
              <a:gd name="connsiteX49" fmla="*/ 5860672 w 6115796"/>
              <a:gd name="connsiteY49" fmla="*/ 4061579 h 6858000"/>
              <a:gd name="connsiteX50" fmla="*/ 5894095 w 6115796"/>
              <a:gd name="connsiteY50" fmla="*/ 4128857 h 6858000"/>
              <a:gd name="connsiteX51" fmla="*/ 5903513 w 6115796"/>
              <a:gd name="connsiteY51" fmla="*/ 4187661 h 6858000"/>
              <a:gd name="connsiteX52" fmla="*/ 5946705 w 6115796"/>
              <a:gd name="connsiteY52" fmla="*/ 4428051 h 6858000"/>
              <a:gd name="connsiteX53" fmla="*/ 5949261 w 6115796"/>
              <a:gd name="connsiteY53" fmla="*/ 4449185 h 6858000"/>
              <a:gd name="connsiteX54" fmla="*/ 5968960 w 6115796"/>
              <a:gd name="connsiteY54" fmla="*/ 4482655 h 6858000"/>
              <a:gd name="connsiteX55" fmla="*/ 5998138 w 6115796"/>
              <a:gd name="connsiteY55" fmla="*/ 4697518 h 6858000"/>
              <a:gd name="connsiteX56" fmla="*/ 6007819 w 6115796"/>
              <a:gd name="connsiteY56" fmla="*/ 4858148 h 6858000"/>
              <a:gd name="connsiteX57" fmla="*/ 6007749 w 6115796"/>
              <a:gd name="connsiteY57" fmla="*/ 4964715 h 6858000"/>
              <a:gd name="connsiteX58" fmla="*/ 6005269 w 6115796"/>
              <a:gd name="connsiteY58" fmla="*/ 5150567 h 6858000"/>
              <a:gd name="connsiteX59" fmla="*/ 6001127 w 6115796"/>
              <a:gd name="connsiteY59" fmla="*/ 5164609 h 6858000"/>
              <a:gd name="connsiteX60" fmla="*/ 5998514 w 6115796"/>
              <a:gd name="connsiteY60" fmla="*/ 5189673 h 6858000"/>
              <a:gd name="connsiteX61" fmla="*/ 6018409 w 6115796"/>
              <a:gd name="connsiteY61" fmla="*/ 5227157 h 6858000"/>
              <a:gd name="connsiteX62" fmla="*/ 6036748 w 6115796"/>
              <a:gd name="connsiteY62" fmla="*/ 5322752 h 6858000"/>
              <a:gd name="connsiteX63" fmla="*/ 6037677 w 6115796"/>
              <a:gd name="connsiteY63" fmla="*/ 5354807 h 6858000"/>
              <a:gd name="connsiteX64" fmla="*/ 6053435 w 6115796"/>
              <a:gd name="connsiteY64" fmla="*/ 5387547 h 6858000"/>
              <a:gd name="connsiteX65" fmla="*/ 6068640 w 6115796"/>
              <a:gd name="connsiteY65" fmla="*/ 5474503 h 6858000"/>
              <a:gd name="connsiteX66" fmla="*/ 6080922 w 6115796"/>
              <a:gd name="connsiteY66" fmla="*/ 5561070 h 6858000"/>
              <a:gd name="connsiteX67" fmla="*/ 6096949 w 6115796"/>
              <a:gd name="connsiteY67" fmla="*/ 5648179 h 6858000"/>
              <a:gd name="connsiteX68" fmla="*/ 6115796 w 6115796"/>
              <a:gd name="connsiteY68" fmla="*/ 5862844 h 6858000"/>
              <a:gd name="connsiteX69" fmla="*/ 6045436 w 6115796"/>
              <a:gd name="connsiteY69" fmla="*/ 6124480 h 6858000"/>
              <a:gd name="connsiteX70" fmla="*/ 6030489 w 6115796"/>
              <a:gd name="connsiteY70" fmla="*/ 6317666 h 6858000"/>
              <a:gd name="connsiteX71" fmla="*/ 6007492 w 6115796"/>
              <a:gd name="connsiteY71" fmla="*/ 6440818 h 6858000"/>
              <a:gd name="connsiteX72" fmla="*/ 6009467 w 6115796"/>
              <a:gd name="connsiteY72" fmla="*/ 6487076 h 6858000"/>
              <a:gd name="connsiteX73" fmla="*/ 5995064 w 6115796"/>
              <a:gd name="connsiteY73" fmla="*/ 6540791 h 6858000"/>
              <a:gd name="connsiteX74" fmla="*/ 5986207 w 6115796"/>
              <a:gd name="connsiteY74" fmla="*/ 6695855 h 6858000"/>
              <a:gd name="connsiteX75" fmla="*/ 5979428 w 6115796"/>
              <a:gd name="connsiteY75" fmla="*/ 6754678 h 6858000"/>
              <a:gd name="connsiteX76" fmla="*/ 5984543 w 6115796"/>
              <a:gd name="connsiteY76" fmla="*/ 6811016 h 6858000"/>
              <a:gd name="connsiteX77" fmla="*/ 5979671 w 6115796"/>
              <a:gd name="connsiteY77" fmla="*/ 6858000 h 6858000"/>
              <a:gd name="connsiteX78" fmla="*/ 0 w 6115796"/>
              <a:gd name="connsiteY78" fmla="*/ 6858000 h 6858000"/>
              <a:gd name="connsiteX79" fmla="*/ 0 w 6115796"/>
              <a:gd name="connsiteY79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84061 w 6115796"/>
              <a:gd name="connsiteY34" fmla="*/ 2919216 h 6858000"/>
              <a:gd name="connsiteX35" fmla="*/ 5491940 w 6115796"/>
              <a:gd name="connsiteY35" fmla="*/ 3015985 h 6858000"/>
              <a:gd name="connsiteX36" fmla="*/ 5503944 w 6115796"/>
              <a:gd name="connsiteY36" fmla="*/ 3123335 h 6858000"/>
              <a:gd name="connsiteX37" fmla="*/ 5516007 w 6115796"/>
              <a:gd name="connsiteY37" fmla="*/ 3258473 h 6858000"/>
              <a:gd name="connsiteX38" fmla="*/ 5589758 w 6115796"/>
              <a:gd name="connsiteY38" fmla="*/ 3453699 h 6858000"/>
              <a:gd name="connsiteX39" fmla="*/ 5596144 w 6115796"/>
              <a:gd name="connsiteY39" fmla="*/ 3534624 h 6858000"/>
              <a:gd name="connsiteX40" fmla="*/ 5597750 w 6115796"/>
              <a:gd name="connsiteY40" fmla="*/ 3534129 h 6858000"/>
              <a:gd name="connsiteX41" fmla="*/ 5618377 w 6115796"/>
              <a:gd name="connsiteY41" fmla="*/ 3588431 h 6858000"/>
              <a:gd name="connsiteX42" fmla="*/ 5655472 w 6115796"/>
              <a:gd name="connsiteY42" fmla="*/ 3678877 h 6858000"/>
              <a:gd name="connsiteX43" fmla="*/ 5683015 w 6115796"/>
              <a:gd name="connsiteY43" fmla="*/ 3762025 h 6858000"/>
              <a:gd name="connsiteX44" fmla="*/ 5696643 w 6115796"/>
              <a:gd name="connsiteY44" fmla="*/ 3773888 h 6858000"/>
              <a:gd name="connsiteX45" fmla="*/ 5768491 w 6115796"/>
              <a:gd name="connsiteY45" fmla="*/ 3914399 h 6858000"/>
              <a:gd name="connsiteX46" fmla="*/ 5793123 w 6115796"/>
              <a:gd name="connsiteY46" fmla="*/ 3969952 h 6858000"/>
              <a:gd name="connsiteX47" fmla="*/ 5808321 w 6115796"/>
              <a:gd name="connsiteY47" fmla="*/ 3988153 h 6858000"/>
              <a:gd name="connsiteX48" fmla="*/ 5825621 w 6115796"/>
              <a:gd name="connsiteY48" fmla="*/ 4015525 h 6858000"/>
              <a:gd name="connsiteX49" fmla="*/ 5860672 w 6115796"/>
              <a:gd name="connsiteY49" fmla="*/ 4061579 h 6858000"/>
              <a:gd name="connsiteX50" fmla="*/ 5894095 w 6115796"/>
              <a:gd name="connsiteY50" fmla="*/ 4128857 h 6858000"/>
              <a:gd name="connsiteX51" fmla="*/ 5903513 w 6115796"/>
              <a:gd name="connsiteY51" fmla="*/ 4187661 h 6858000"/>
              <a:gd name="connsiteX52" fmla="*/ 5946705 w 6115796"/>
              <a:gd name="connsiteY52" fmla="*/ 4428051 h 6858000"/>
              <a:gd name="connsiteX53" fmla="*/ 5949261 w 6115796"/>
              <a:gd name="connsiteY53" fmla="*/ 4449185 h 6858000"/>
              <a:gd name="connsiteX54" fmla="*/ 5968960 w 6115796"/>
              <a:gd name="connsiteY54" fmla="*/ 4482655 h 6858000"/>
              <a:gd name="connsiteX55" fmla="*/ 5998138 w 6115796"/>
              <a:gd name="connsiteY55" fmla="*/ 4697518 h 6858000"/>
              <a:gd name="connsiteX56" fmla="*/ 6007819 w 6115796"/>
              <a:gd name="connsiteY56" fmla="*/ 4858148 h 6858000"/>
              <a:gd name="connsiteX57" fmla="*/ 6007749 w 6115796"/>
              <a:gd name="connsiteY57" fmla="*/ 4964715 h 6858000"/>
              <a:gd name="connsiteX58" fmla="*/ 6005269 w 6115796"/>
              <a:gd name="connsiteY58" fmla="*/ 5150567 h 6858000"/>
              <a:gd name="connsiteX59" fmla="*/ 6001127 w 6115796"/>
              <a:gd name="connsiteY59" fmla="*/ 5164609 h 6858000"/>
              <a:gd name="connsiteX60" fmla="*/ 5998514 w 6115796"/>
              <a:gd name="connsiteY60" fmla="*/ 5189673 h 6858000"/>
              <a:gd name="connsiteX61" fmla="*/ 6018409 w 6115796"/>
              <a:gd name="connsiteY61" fmla="*/ 5227157 h 6858000"/>
              <a:gd name="connsiteX62" fmla="*/ 6036748 w 6115796"/>
              <a:gd name="connsiteY62" fmla="*/ 5322752 h 6858000"/>
              <a:gd name="connsiteX63" fmla="*/ 6037677 w 6115796"/>
              <a:gd name="connsiteY63" fmla="*/ 5354807 h 6858000"/>
              <a:gd name="connsiteX64" fmla="*/ 6053435 w 6115796"/>
              <a:gd name="connsiteY64" fmla="*/ 5387547 h 6858000"/>
              <a:gd name="connsiteX65" fmla="*/ 6068640 w 6115796"/>
              <a:gd name="connsiteY65" fmla="*/ 5474503 h 6858000"/>
              <a:gd name="connsiteX66" fmla="*/ 6080922 w 6115796"/>
              <a:gd name="connsiteY66" fmla="*/ 5561070 h 6858000"/>
              <a:gd name="connsiteX67" fmla="*/ 6096949 w 6115796"/>
              <a:gd name="connsiteY67" fmla="*/ 5648179 h 6858000"/>
              <a:gd name="connsiteX68" fmla="*/ 6115796 w 6115796"/>
              <a:gd name="connsiteY68" fmla="*/ 5862844 h 6858000"/>
              <a:gd name="connsiteX69" fmla="*/ 6045436 w 6115796"/>
              <a:gd name="connsiteY69" fmla="*/ 6124480 h 6858000"/>
              <a:gd name="connsiteX70" fmla="*/ 6030489 w 6115796"/>
              <a:gd name="connsiteY70" fmla="*/ 6317666 h 6858000"/>
              <a:gd name="connsiteX71" fmla="*/ 6007492 w 6115796"/>
              <a:gd name="connsiteY71" fmla="*/ 6440818 h 6858000"/>
              <a:gd name="connsiteX72" fmla="*/ 6009467 w 6115796"/>
              <a:gd name="connsiteY72" fmla="*/ 6487076 h 6858000"/>
              <a:gd name="connsiteX73" fmla="*/ 5995064 w 6115796"/>
              <a:gd name="connsiteY73" fmla="*/ 6540791 h 6858000"/>
              <a:gd name="connsiteX74" fmla="*/ 5986207 w 6115796"/>
              <a:gd name="connsiteY74" fmla="*/ 6695855 h 6858000"/>
              <a:gd name="connsiteX75" fmla="*/ 5979428 w 6115796"/>
              <a:gd name="connsiteY75" fmla="*/ 6754678 h 6858000"/>
              <a:gd name="connsiteX76" fmla="*/ 5984543 w 6115796"/>
              <a:gd name="connsiteY76" fmla="*/ 6811016 h 6858000"/>
              <a:gd name="connsiteX77" fmla="*/ 5979671 w 6115796"/>
              <a:gd name="connsiteY77" fmla="*/ 6858000 h 6858000"/>
              <a:gd name="connsiteX78" fmla="*/ 0 w 6115796"/>
              <a:gd name="connsiteY78" fmla="*/ 6858000 h 6858000"/>
              <a:gd name="connsiteX79" fmla="*/ 0 w 6115796"/>
              <a:gd name="connsiteY79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84061 w 6115796"/>
              <a:gd name="connsiteY34" fmla="*/ 2919216 h 6858000"/>
              <a:gd name="connsiteX35" fmla="*/ 5491940 w 6115796"/>
              <a:gd name="connsiteY35" fmla="*/ 3015985 h 6858000"/>
              <a:gd name="connsiteX36" fmla="*/ 5503944 w 6115796"/>
              <a:gd name="connsiteY36" fmla="*/ 3123335 h 6858000"/>
              <a:gd name="connsiteX37" fmla="*/ 5516007 w 6115796"/>
              <a:gd name="connsiteY37" fmla="*/ 3258473 h 6858000"/>
              <a:gd name="connsiteX38" fmla="*/ 5589758 w 6115796"/>
              <a:gd name="connsiteY38" fmla="*/ 3453699 h 6858000"/>
              <a:gd name="connsiteX39" fmla="*/ 5596144 w 6115796"/>
              <a:gd name="connsiteY39" fmla="*/ 3534624 h 6858000"/>
              <a:gd name="connsiteX40" fmla="*/ 5597750 w 6115796"/>
              <a:gd name="connsiteY40" fmla="*/ 3534129 h 6858000"/>
              <a:gd name="connsiteX41" fmla="*/ 5618377 w 6115796"/>
              <a:gd name="connsiteY41" fmla="*/ 3588431 h 6858000"/>
              <a:gd name="connsiteX42" fmla="*/ 5655472 w 6115796"/>
              <a:gd name="connsiteY42" fmla="*/ 3678877 h 6858000"/>
              <a:gd name="connsiteX43" fmla="*/ 5683015 w 6115796"/>
              <a:gd name="connsiteY43" fmla="*/ 3762025 h 6858000"/>
              <a:gd name="connsiteX44" fmla="*/ 5696643 w 6115796"/>
              <a:gd name="connsiteY44" fmla="*/ 3773888 h 6858000"/>
              <a:gd name="connsiteX45" fmla="*/ 5768491 w 6115796"/>
              <a:gd name="connsiteY45" fmla="*/ 3914399 h 6858000"/>
              <a:gd name="connsiteX46" fmla="*/ 5793123 w 6115796"/>
              <a:gd name="connsiteY46" fmla="*/ 3969952 h 6858000"/>
              <a:gd name="connsiteX47" fmla="*/ 5808321 w 6115796"/>
              <a:gd name="connsiteY47" fmla="*/ 3988153 h 6858000"/>
              <a:gd name="connsiteX48" fmla="*/ 5825621 w 6115796"/>
              <a:gd name="connsiteY48" fmla="*/ 4015525 h 6858000"/>
              <a:gd name="connsiteX49" fmla="*/ 5860672 w 6115796"/>
              <a:gd name="connsiteY49" fmla="*/ 4061579 h 6858000"/>
              <a:gd name="connsiteX50" fmla="*/ 5894095 w 6115796"/>
              <a:gd name="connsiteY50" fmla="*/ 4128857 h 6858000"/>
              <a:gd name="connsiteX51" fmla="*/ 5903513 w 6115796"/>
              <a:gd name="connsiteY51" fmla="*/ 4187661 h 6858000"/>
              <a:gd name="connsiteX52" fmla="*/ 5946705 w 6115796"/>
              <a:gd name="connsiteY52" fmla="*/ 4428051 h 6858000"/>
              <a:gd name="connsiteX53" fmla="*/ 5949261 w 6115796"/>
              <a:gd name="connsiteY53" fmla="*/ 4449185 h 6858000"/>
              <a:gd name="connsiteX54" fmla="*/ 5968960 w 6115796"/>
              <a:gd name="connsiteY54" fmla="*/ 4482655 h 6858000"/>
              <a:gd name="connsiteX55" fmla="*/ 5998138 w 6115796"/>
              <a:gd name="connsiteY55" fmla="*/ 4697518 h 6858000"/>
              <a:gd name="connsiteX56" fmla="*/ 6007819 w 6115796"/>
              <a:gd name="connsiteY56" fmla="*/ 4858148 h 6858000"/>
              <a:gd name="connsiteX57" fmla="*/ 6007749 w 6115796"/>
              <a:gd name="connsiteY57" fmla="*/ 4964715 h 6858000"/>
              <a:gd name="connsiteX58" fmla="*/ 6005269 w 6115796"/>
              <a:gd name="connsiteY58" fmla="*/ 5150567 h 6858000"/>
              <a:gd name="connsiteX59" fmla="*/ 6001127 w 6115796"/>
              <a:gd name="connsiteY59" fmla="*/ 5164609 h 6858000"/>
              <a:gd name="connsiteX60" fmla="*/ 5998514 w 6115796"/>
              <a:gd name="connsiteY60" fmla="*/ 5189673 h 6858000"/>
              <a:gd name="connsiteX61" fmla="*/ 6018409 w 6115796"/>
              <a:gd name="connsiteY61" fmla="*/ 5227157 h 6858000"/>
              <a:gd name="connsiteX62" fmla="*/ 6036748 w 6115796"/>
              <a:gd name="connsiteY62" fmla="*/ 5322752 h 6858000"/>
              <a:gd name="connsiteX63" fmla="*/ 6037677 w 6115796"/>
              <a:gd name="connsiteY63" fmla="*/ 5354807 h 6858000"/>
              <a:gd name="connsiteX64" fmla="*/ 6053435 w 6115796"/>
              <a:gd name="connsiteY64" fmla="*/ 5387547 h 6858000"/>
              <a:gd name="connsiteX65" fmla="*/ 6068640 w 6115796"/>
              <a:gd name="connsiteY65" fmla="*/ 5474503 h 6858000"/>
              <a:gd name="connsiteX66" fmla="*/ 6080922 w 6115796"/>
              <a:gd name="connsiteY66" fmla="*/ 5561070 h 6858000"/>
              <a:gd name="connsiteX67" fmla="*/ 6096949 w 6115796"/>
              <a:gd name="connsiteY67" fmla="*/ 5648179 h 6858000"/>
              <a:gd name="connsiteX68" fmla="*/ 6115796 w 6115796"/>
              <a:gd name="connsiteY68" fmla="*/ 5862844 h 6858000"/>
              <a:gd name="connsiteX69" fmla="*/ 6045436 w 6115796"/>
              <a:gd name="connsiteY69" fmla="*/ 6124480 h 6858000"/>
              <a:gd name="connsiteX70" fmla="*/ 6030489 w 6115796"/>
              <a:gd name="connsiteY70" fmla="*/ 6317666 h 6858000"/>
              <a:gd name="connsiteX71" fmla="*/ 6007492 w 6115796"/>
              <a:gd name="connsiteY71" fmla="*/ 6440818 h 6858000"/>
              <a:gd name="connsiteX72" fmla="*/ 6009467 w 6115796"/>
              <a:gd name="connsiteY72" fmla="*/ 6487076 h 6858000"/>
              <a:gd name="connsiteX73" fmla="*/ 5995064 w 6115796"/>
              <a:gd name="connsiteY73" fmla="*/ 6540791 h 6858000"/>
              <a:gd name="connsiteX74" fmla="*/ 5986207 w 6115796"/>
              <a:gd name="connsiteY74" fmla="*/ 6695855 h 6858000"/>
              <a:gd name="connsiteX75" fmla="*/ 5979428 w 6115796"/>
              <a:gd name="connsiteY75" fmla="*/ 6754678 h 6858000"/>
              <a:gd name="connsiteX76" fmla="*/ 5984543 w 6115796"/>
              <a:gd name="connsiteY76" fmla="*/ 6811016 h 6858000"/>
              <a:gd name="connsiteX77" fmla="*/ 5979671 w 6115796"/>
              <a:gd name="connsiteY77" fmla="*/ 6858000 h 6858000"/>
              <a:gd name="connsiteX78" fmla="*/ 0 w 6115796"/>
              <a:gd name="connsiteY78" fmla="*/ 6858000 h 6858000"/>
              <a:gd name="connsiteX79" fmla="*/ 0 w 6115796"/>
              <a:gd name="connsiteY79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91940 w 6115796"/>
              <a:gd name="connsiteY34" fmla="*/ 3015985 h 6858000"/>
              <a:gd name="connsiteX35" fmla="*/ 5503944 w 6115796"/>
              <a:gd name="connsiteY35" fmla="*/ 3123335 h 6858000"/>
              <a:gd name="connsiteX36" fmla="*/ 5516007 w 6115796"/>
              <a:gd name="connsiteY36" fmla="*/ 3258473 h 6858000"/>
              <a:gd name="connsiteX37" fmla="*/ 5589758 w 6115796"/>
              <a:gd name="connsiteY37" fmla="*/ 3453699 h 6858000"/>
              <a:gd name="connsiteX38" fmla="*/ 5596144 w 6115796"/>
              <a:gd name="connsiteY38" fmla="*/ 3534624 h 6858000"/>
              <a:gd name="connsiteX39" fmla="*/ 5597750 w 6115796"/>
              <a:gd name="connsiteY39" fmla="*/ 3534129 h 6858000"/>
              <a:gd name="connsiteX40" fmla="*/ 5618377 w 6115796"/>
              <a:gd name="connsiteY40" fmla="*/ 3588431 h 6858000"/>
              <a:gd name="connsiteX41" fmla="*/ 5655472 w 6115796"/>
              <a:gd name="connsiteY41" fmla="*/ 3678877 h 6858000"/>
              <a:gd name="connsiteX42" fmla="*/ 5683015 w 6115796"/>
              <a:gd name="connsiteY42" fmla="*/ 3762025 h 6858000"/>
              <a:gd name="connsiteX43" fmla="*/ 5696643 w 6115796"/>
              <a:gd name="connsiteY43" fmla="*/ 3773888 h 6858000"/>
              <a:gd name="connsiteX44" fmla="*/ 5768491 w 6115796"/>
              <a:gd name="connsiteY44" fmla="*/ 3914399 h 6858000"/>
              <a:gd name="connsiteX45" fmla="*/ 5793123 w 6115796"/>
              <a:gd name="connsiteY45" fmla="*/ 3969952 h 6858000"/>
              <a:gd name="connsiteX46" fmla="*/ 5808321 w 6115796"/>
              <a:gd name="connsiteY46" fmla="*/ 3988153 h 6858000"/>
              <a:gd name="connsiteX47" fmla="*/ 5825621 w 6115796"/>
              <a:gd name="connsiteY47" fmla="*/ 4015525 h 6858000"/>
              <a:gd name="connsiteX48" fmla="*/ 5860672 w 6115796"/>
              <a:gd name="connsiteY48" fmla="*/ 4061579 h 6858000"/>
              <a:gd name="connsiteX49" fmla="*/ 5894095 w 6115796"/>
              <a:gd name="connsiteY49" fmla="*/ 4128857 h 6858000"/>
              <a:gd name="connsiteX50" fmla="*/ 5903513 w 6115796"/>
              <a:gd name="connsiteY50" fmla="*/ 4187661 h 6858000"/>
              <a:gd name="connsiteX51" fmla="*/ 5946705 w 6115796"/>
              <a:gd name="connsiteY51" fmla="*/ 4428051 h 6858000"/>
              <a:gd name="connsiteX52" fmla="*/ 5949261 w 6115796"/>
              <a:gd name="connsiteY52" fmla="*/ 4449185 h 6858000"/>
              <a:gd name="connsiteX53" fmla="*/ 5968960 w 6115796"/>
              <a:gd name="connsiteY53" fmla="*/ 4482655 h 6858000"/>
              <a:gd name="connsiteX54" fmla="*/ 5998138 w 6115796"/>
              <a:gd name="connsiteY54" fmla="*/ 4697518 h 6858000"/>
              <a:gd name="connsiteX55" fmla="*/ 6007819 w 6115796"/>
              <a:gd name="connsiteY55" fmla="*/ 4858148 h 6858000"/>
              <a:gd name="connsiteX56" fmla="*/ 6007749 w 6115796"/>
              <a:gd name="connsiteY56" fmla="*/ 4964715 h 6858000"/>
              <a:gd name="connsiteX57" fmla="*/ 6005269 w 6115796"/>
              <a:gd name="connsiteY57" fmla="*/ 5150567 h 6858000"/>
              <a:gd name="connsiteX58" fmla="*/ 6001127 w 6115796"/>
              <a:gd name="connsiteY58" fmla="*/ 5164609 h 6858000"/>
              <a:gd name="connsiteX59" fmla="*/ 5998514 w 6115796"/>
              <a:gd name="connsiteY59" fmla="*/ 5189673 h 6858000"/>
              <a:gd name="connsiteX60" fmla="*/ 6018409 w 6115796"/>
              <a:gd name="connsiteY60" fmla="*/ 5227157 h 6858000"/>
              <a:gd name="connsiteX61" fmla="*/ 6036748 w 6115796"/>
              <a:gd name="connsiteY61" fmla="*/ 5322752 h 6858000"/>
              <a:gd name="connsiteX62" fmla="*/ 6037677 w 6115796"/>
              <a:gd name="connsiteY62" fmla="*/ 5354807 h 6858000"/>
              <a:gd name="connsiteX63" fmla="*/ 6053435 w 6115796"/>
              <a:gd name="connsiteY63" fmla="*/ 5387547 h 6858000"/>
              <a:gd name="connsiteX64" fmla="*/ 6068640 w 6115796"/>
              <a:gd name="connsiteY64" fmla="*/ 5474503 h 6858000"/>
              <a:gd name="connsiteX65" fmla="*/ 6080922 w 6115796"/>
              <a:gd name="connsiteY65" fmla="*/ 5561070 h 6858000"/>
              <a:gd name="connsiteX66" fmla="*/ 6096949 w 6115796"/>
              <a:gd name="connsiteY66" fmla="*/ 5648179 h 6858000"/>
              <a:gd name="connsiteX67" fmla="*/ 6115796 w 6115796"/>
              <a:gd name="connsiteY67" fmla="*/ 5862844 h 6858000"/>
              <a:gd name="connsiteX68" fmla="*/ 6045436 w 6115796"/>
              <a:gd name="connsiteY68" fmla="*/ 6124480 h 6858000"/>
              <a:gd name="connsiteX69" fmla="*/ 6030489 w 6115796"/>
              <a:gd name="connsiteY69" fmla="*/ 6317666 h 6858000"/>
              <a:gd name="connsiteX70" fmla="*/ 6007492 w 6115796"/>
              <a:gd name="connsiteY70" fmla="*/ 6440818 h 6858000"/>
              <a:gd name="connsiteX71" fmla="*/ 6009467 w 6115796"/>
              <a:gd name="connsiteY71" fmla="*/ 6487076 h 6858000"/>
              <a:gd name="connsiteX72" fmla="*/ 5995064 w 6115796"/>
              <a:gd name="connsiteY72" fmla="*/ 6540791 h 6858000"/>
              <a:gd name="connsiteX73" fmla="*/ 5986207 w 6115796"/>
              <a:gd name="connsiteY73" fmla="*/ 6695855 h 6858000"/>
              <a:gd name="connsiteX74" fmla="*/ 5979428 w 6115796"/>
              <a:gd name="connsiteY74" fmla="*/ 6754678 h 6858000"/>
              <a:gd name="connsiteX75" fmla="*/ 5984543 w 6115796"/>
              <a:gd name="connsiteY75" fmla="*/ 6811016 h 6858000"/>
              <a:gd name="connsiteX76" fmla="*/ 5979671 w 6115796"/>
              <a:gd name="connsiteY76" fmla="*/ 6858000 h 6858000"/>
              <a:gd name="connsiteX77" fmla="*/ 0 w 6115796"/>
              <a:gd name="connsiteY77" fmla="*/ 6858000 h 6858000"/>
              <a:gd name="connsiteX78" fmla="*/ 0 w 6115796"/>
              <a:gd name="connsiteY78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91940 w 6115796"/>
              <a:gd name="connsiteY34" fmla="*/ 3015985 h 6858000"/>
              <a:gd name="connsiteX35" fmla="*/ 5503944 w 6115796"/>
              <a:gd name="connsiteY35" fmla="*/ 3123335 h 6858000"/>
              <a:gd name="connsiteX36" fmla="*/ 5516007 w 6115796"/>
              <a:gd name="connsiteY36" fmla="*/ 3258473 h 6858000"/>
              <a:gd name="connsiteX37" fmla="*/ 5589758 w 6115796"/>
              <a:gd name="connsiteY37" fmla="*/ 3453699 h 6858000"/>
              <a:gd name="connsiteX38" fmla="*/ 5596144 w 6115796"/>
              <a:gd name="connsiteY38" fmla="*/ 3534624 h 6858000"/>
              <a:gd name="connsiteX39" fmla="*/ 5597750 w 6115796"/>
              <a:gd name="connsiteY39" fmla="*/ 3534129 h 6858000"/>
              <a:gd name="connsiteX40" fmla="*/ 5618377 w 6115796"/>
              <a:gd name="connsiteY40" fmla="*/ 3588431 h 6858000"/>
              <a:gd name="connsiteX41" fmla="*/ 5655472 w 6115796"/>
              <a:gd name="connsiteY41" fmla="*/ 3678877 h 6858000"/>
              <a:gd name="connsiteX42" fmla="*/ 5683015 w 6115796"/>
              <a:gd name="connsiteY42" fmla="*/ 3762025 h 6858000"/>
              <a:gd name="connsiteX43" fmla="*/ 5696643 w 6115796"/>
              <a:gd name="connsiteY43" fmla="*/ 3773888 h 6858000"/>
              <a:gd name="connsiteX44" fmla="*/ 5768491 w 6115796"/>
              <a:gd name="connsiteY44" fmla="*/ 3914399 h 6858000"/>
              <a:gd name="connsiteX45" fmla="*/ 5793123 w 6115796"/>
              <a:gd name="connsiteY45" fmla="*/ 3969952 h 6858000"/>
              <a:gd name="connsiteX46" fmla="*/ 5808321 w 6115796"/>
              <a:gd name="connsiteY46" fmla="*/ 3988153 h 6858000"/>
              <a:gd name="connsiteX47" fmla="*/ 5825621 w 6115796"/>
              <a:gd name="connsiteY47" fmla="*/ 4015525 h 6858000"/>
              <a:gd name="connsiteX48" fmla="*/ 5860672 w 6115796"/>
              <a:gd name="connsiteY48" fmla="*/ 4061579 h 6858000"/>
              <a:gd name="connsiteX49" fmla="*/ 5894095 w 6115796"/>
              <a:gd name="connsiteY49" fmla="*/ 4128857 h 6858000"/>
              <a:gd name="connsiteX50" fmla="*/ 5903513 w 6115796"/>
              <a:gd name="connsiteY50" fmla="*/ 4187661 h 6858000"/>
              <a:gd name="connsiteX51" fmla="*/ 5946705 w 6115796"/>
              <a:gd name="connsiteY51" fmla="*/ 4428051 h 6858000"/>
              <a:gd name="connsiteX52" fmla="*/ 5949261 w 6115796"/>
              <a:gd name="connsiteY52" fmla="*/ 4449185 h 6858000"/>
              <a:gd name="connsiteX53" fmla="*/ 5968960 w 6115796"/>
              <a:gd name="connsiteY53" fmla="*/ 4482655 h 6858000"/>
              <a:gd name="connsiteX54" fmla="*/ 5998138 w 6115796"/>
              <a:gd name="connsiteY54" fmla="*/ 4697518 h 6858000"/>
              <a:gd name="connsiteX55" fmla="*/ 6007819 w 6115796"/>
              <a:gd name="connsiteY55" fmla="*/ 4858148 h 6858000"/>
              <a:gd name="connsiteX56" fmla="*/ 6007749 w 6115796"/>
              <a:gd name="connsiteY56" fmla="*/ 4964715 h 6858000"/>
              <a:gd name="connsiteX57" fmla="*/ 6005269 w 6115796"/>
              <a:gd name="connsiteY57" fmla="*/ 5150567 h 6858000"/>
              <a:gd name="connsiteX58" fmla="*/ 6001127 w 6115796"/>
              <a:gd name="connsiteY58" fmla="*/ 5164609 h 6858000"/>
              <a:gd name="connsiteX59" fmla="*/ 5998514 w 6115796"/>
              <a:gd name="connsiteY59" fmla="*/ 5189673 h 6858000"/>
              <a:gd name="connsiteX60" fmla="*/ 6018409 w 6115796"/>
              <a:gd name="connsiteY60" fmla="*/ 5227157 h 6858000"/>
              <a:gd name="connsiteX61" fmla="*/ 6036748 w 6115796"/>
              <a:gd name="connsiteY61" fmla="*/ 5322752 h 6858000"/>
              <a:gd name="connsiteX62" fmla="*/ 6037677 w 6115796"/>
              <a:gd name="connsiteY62" fmla="*/ 5354807 h 6858000"/>
              <a:gd name="connsiteX63" fmla="*/ 6053435 w 6115796"/>
              <a:gd name="connsiteY63" fmla="*/ 5387547 h 6858000"/>
              <a:gd name="connsiteX64" fmla="*/ 6068640 w 6115796"/>
              <a:gd name="connsiteY64" fmla="*/ 5474503 h 6858000"/>
              <a:gd name="connsiteX65" fmla="*/ 6080922 w 6115796"/>
              <a:gd name="connsiteY65" fmla="*/ 5561070 h 6858000"/>
              <a:gd name="connsiteX66" fmla="*/ 6096949 w 6115796"/>
              <a:gd name="connsiteY66" fmla="*/ 5648179 h 6858000"/>
              <a:gd name="connsiteX67" fmla="*/ 6115796 w 6115796"/>
              <a:gd name="connsiteY67" fmla="*/ 5862844 h 6858000"/>
              <a:gd name="connsiteX68" fmla="*/ 6045436 w 6115796"/>
              <a:gd name="connsiteY68" fmla="*/ 6124480 h 6858000"/>
              <a:gd name="connsiteX69" fmla="*/ 6030489 w 6115796"/>
              <a:gd name="connsiteY69" fmla="*/ 6317666 h 6858000"/>
              <a:gd name="connsiteX70" fmla="*/ 6007492 w 6115796"/>
              <a:gd name="connsiteY70" fmla="*/ 6440818 h 6858000"/>
              <a:gd name="connsiteX71" fmla="*/ 6009467 w 6115796"/>
              <a:gd name="connsiteY71" fmla="*/ 6487076 h 6858000"/>
              <a:gd name="connsiteX72" fmla="*/ 5995064 w 6115796"/>
              <a:gd name="connsiteY72" fmla="*/ 6540791 h 6858000"/>
              <a:gd name="connsiteX73" fmla="*/ 5986207 w 6115796"/>
              <a:gd name="connsiteY73" fmla="*/ 6695855 h 6858000"/>
              <a:gd name="connsiteX74" fmla="*/ 5979428 w 6115796"/>
              <a:gd name="connsiteY74" fmla="*/ 6754678 h 6858000"/>
              <a:gd name="connsiteX75" fmla="*/ 5984543 w 6115796"/>
              <a:gd name="connsiteY75" fmla="*/ 6811016 h 6858000"/>
              <a:gd name="connsiteX76" fmla="*/ 5979671 w 6115796"/>
              <a:gd name="connsiteY76" fmla="*/ 6858000 h 6858000"/>
              <a:gd name="connsiteX77" fmla="*/ 0 w 6115796"/>
              <a:gd name="connsiteY77" fmla="*/ 6858000 h 6858000"/>
              <a:gd name="connsiteX78" fmla="*/ 0 w 6115796"/>
              <a:gd name="connsiteY78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91940 w 6115796"/>
              <a:gd name="connsiteY34" fmla="*/ 3015985 h 6858000"/>
              <a:gd name="connsiteX35" fmla="*/ 5503944 w 6115796"/>
              <a:gd name="connsiteY35" fmla="*/ 3123335 h 6858000"/>
              <a:gd name="connsiteX36" fmla="*/ 5525532 w 6115796"/>
              <a:gd name="connsiteY36" fmla="*/ 3258473 h 6858000"/>
              <a:gd name="connsiteX37" fmla="*/ 5589758 w 6115796"/>
              <a:gd name="connsiteY37" fmla="*/ 3453699 h 6858000"/>
              <a:gd name="connsiteX38" fmla="*/ 5596144 w 6115796"/>
              <a:gd name="connsiteY38" fmla="*/ 3534624 h 6858000"/>
              <a:gd name="connsiteX39" fmla="*/ 5597750 w 6115796"/>
              <a:gd name="connsiteY39" fmla="*/ 3534129 h 6858000"/>
              <a:gd name="connsiteX40" fmla="*/ 5618377 w 6115796"/>
              <a:gd name="connsiteY40" fmla="*/ 3588431 h 6858000"/>
              <a:gd name="connsiteX41" fmla="*/ 5655472 w 6115796"/>
              <a:gd name="connsiteY41" fmla="*/ 3678877 h 6858000"/>
              <a:gd name="connsiteX42" fmla="*/ 5683015 w 6115796"/>
              <a:gd name="connsiteY42" fmla="*/ 3762025 h 6858000"/>
              <a:gd name="connsiteX43" fmla="*/ 5696643 w 6115796"/>
              <a:gd name="connsiteY43" fmla="*/ 3773888 h 6858000"/>
              <a:gd name="connsiteX44" fmla="*/ 5768491 w 6115796"/>
              <a:gd name="connsiteY44" fmla="*/ 3914399 h 6858000"/>
              <a:gd name="connsiteX45" fmla="*/ 5793123 w 6115796"/>
              <a:gd name="connsiteY45" fmla="*/ 3969952 h 6858000"/>
              <a:gd name="connsiteX46" fmla="*/ 5808321 w 6115796"/>
              <a:gd name="connsiteY46" fmla="*/ 3988153 h 6858000"/>
              <a:gd name="connsiteX47" fmla="*/ 5825621 w 6115796"/>
              <a:gd name="connsiteY47" fmla="*/ 4015525 h 6858000"/>
              <a:gd name="connsiteX48" fmla="*/ 5860672 w 6115796"/>
              <a:gd name="connsiteY48" fmla="*/ 4061579 h 6858000"/>
              <a:gd name="connsiteX49" fmla="*/ 5894095 w 6115796"/>
              <a:gd name="connsiteY49" fmla="*/ 4128857 h 6858000"/>
              <a:gd name="connsiteX50" fmla="*/ 5903513 w 6115796"/>
              <a:gd name="connsiteY50" fmla="*/ 4187661 h 6858000"/>
              <a:gd name="connsiteX51" fmla="*/ 5946705 w 6115796"/>
              <a:gd name="connsiteY51" fmla="*/ 4428051 h 6858000"/>
              <a:gd name="connsiteX52" fmla="*/ 5949261 w 6115796"/>
              <a:gd name="connsiteY52" fmla="*/ 4449185 h 6858000"/>
              <a:gd name="connsiteX53" fmla="*/ 5968960 w 6115796"/>
              <a:gd name="connsiteY53" fmla="*/ 4482655 h 6858000"/>
              <a:gd name="connsiteX54" fmla="*/ 5998138 w 6115796"/>
              <a:gd name="connsiteY54" fmla="*/ 4697518 h 6858000"/>
              <a:gd name="connsiteX55" fmla="*/ 6007819 w 6115796"/>
              <a:gd name="connsiteY55" fmla="*/ 4858148 h 6858000"/>
              <a:gd name="connsiteX56" fmla="*/ 6007749 w 6115796"/>
              <a:gd name="connsiteY56" fmla="*/ 4964715 h 6858000"/>
              <a:gd name="connsiteX57" fmla="*/ 6005269 w 6115796"/>
              <a:gd name="connsiteY57" fmla="*/ 5150567 h 6858000"/>
              <a:gd name="connsiteX58" fmla="*/ 6001127 w 6115796"/>
              <a:gd name="connsiteY58" fmla="*/ 5164609 h 6858000"/>
              <a:gd name="connsiteX59" fmla="*/ 5998514 w 6115796"/>
              <a:gd name="connsiteY59" fmla="*/ 5189673 h 6858000"/>
              <a:gd name="connsiteX60" fmla="*/ 6018409 w 6115796"/>
              <a:gd name="connsiteY60" fmla="*/ 5227157 h 6858000"/>
              <a:gd name="connsiteX61" fmla="*/ 6036748 w 6115796"/>
              <a:gd name="connsiteY61" fmla="*/ 5322752 h 6858000"/>
              <a:gd name="connsiteX62" fmla="*/ 6037677 w 6115796"/>
              <a:gd name="connsiteY62" fmla="*/ 5354807 h 6858000"/>
              <a:gd name="connsiteX63" fmla="*/ 6053435 w 6115796"/>
              <a:gd name="connsiteY63" fmla="*/ 5387547 h 6858000"/>
              <a:gd name="connsiteX64" fmla="*/ 6068640 w 6115796"/>
              <a:gd name="connsiteY64" fmla="*/ 5474503 h 6858000"/>
              <a:gd name="connsiteX65" fmla="*/ 6080922 w 6115796"/>
              <a:gd name="connsiteY65" fmla="*/ 5561070 h 6858000"/>
              <a:gd name="connsiteX66" fmla="*/ 6096949 w 6115796"/>
              <a:gd name="connsiteY66" fmla="*/ 5648179 h 6858000"/>
              <a:gd name="connsiteX67" fmla="*/ 6115796 w 6115796"/>
              <a:gd name="connsiteY67" fmla="*/ 5862844 h 6858000"/>
              <a:gd name="connsiteX68" fmla="*/ 6045436 w 6115796"/>
              <a:gd name="connsiteY68" fmla="*/ 6124480 h 6858000"/>
              <a:gd name="connsiteX69" fmla="*/ 6030489 w 6115796"/>
              <a:gd name="connsiteY69" fmla="*/ 6317666 h 6858000"/>
              <a:gd name="connsiteX70" fmla="*/ 6007492 w 6115796"/>
              <a:gd name="connsiteY70" fmla="*/ 6440818 h 6858000"/>
              <a:gd name="connsiteX71" fmla="*/ 6009467 w 6115796"/>
              <a:gd name="connsiteY71" fmla="*/ 6487076 h 6858000"/>
              <a:gd name="connsiteX72" fmla="*/ 5995064 w 6115796"/>
              <a:gd name="connsiteY72" fmla="*/ 6540791 h 6858000"/>
              <a:gd name="connsiteX73" fmla="*/ 5986207 w 6115796"/>
              <a:gd name="connsiteY73" fmla="*/ 6695855 h 6858000"/>
              <a:gd name="connsiteX74" fmla="*/ 5979428 w 6115796"/>
              <a:gd name="connsiteY74" fmla="*/ 6754678 h 6858000"/>
              <a:gd name="connsiteX75" fmla="*/ 5984543 w 6115796"/>
              <a:gd name="connsiteY75" fmla="*/ 6811016 h 6858000"/>
              <a:gd name="connsiteX76" fmla="*/ 5979671 w 6115796"/>
              <a:gd name="connsiteY76" fmla="*/ 6858000 h 6858000"/>
              <a:gd name="connsiteX77" fmla="*/ 0 w 6115796"/>
              <a:gd name="connsiteY77" fmla="*/ 6858000 h 6858000"/>
              <a:gd name="connsiteX78" fmla="*/ 0 w 6115796"/>
              <a:gd name="connsiteY78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91940 w 6115796"/>
              <a:gd name="connsiteY34" fmla="*/ 3015985 h 6858000"/>
              <a:gd name="connsiteX35" fmla="*/ 5503944 w 6115796"/>
              <a:gd name="connsiteY35" fmla="*/ 3123335 h 6858000"/>
              <a:gd name="connsiteX36" fmla="*/ 5525532 w 6115796"/>
              <a:gd name="connsiteY36" fmla="*/ 3258473 h 6858000"/>
              <a:gd name="connsiteX37" fmla="*/ 5589758 w 6115796"/>
              <a:gd name="connsiteY37" fmla="*/ 3453699 h 6858000"/>
              <a:gd name="connsiteX38" fmla="*/ 5596144 w 6115796"/>
              <a:gd name="connsiteY38" fmla="*/ 3534624 h 6858000"/>
              <a:gd name="connsiteX39" fmla="*/ 5597750 w 6115796"/>
              <a:gd name="connsiteY39" fmla="*/ 3534129 h 6858000"/>
              <a:gd name="connsiteX40" fmla="*/ 5618377 w 6115796"/>
              <a:gd name="connsiteY40" fmla="*/ 3588431 h 6858000"/>
              <a:gd name="connsiteX41" fmla="*/ 5655472 w 6115796"/>
              <a:gd name="connsiteY41" fmla="*/ 3678877 h 6858000"/>
              <a:gd name="connsiteX42" fmla="*/ 5683015 w 6115796"/>
              <a:gd name="connsiteY42" fmla="*/ 3762025 h 6858000"/>
              <a:gd name="connsiteX43" fmla="*/ 5696643 w 6115796"/>
              <a:gd name="connsiteY43" fmla="*/ 3773888 h 6858000"/>
              <a:gd name="connsiteX44" fmla="*/ 5768491 w 6115796"/>
              <a:gd name="connsiteY44" fmla="*/ 3914399 h 6858000"/>
              <a:gd name="connsiteX45" fmla="*/ 5793123 w 6115796"/>
              <a:gd name="connsiteY45" fmla="*/ 3969952 h 6858000"/>
              <a:gd name="connsiteX46" fmla="*/ 5808321 w 6115796"/>
              <a:gd name="connsiteY46" fmla="*/ 3988153 h 6858000"/>
              <a:gd name="connsiteX47" fmla="*/ 5825621 w 6115796"/>
              <a:gd name="connsiteY47" fmla="*/ 4015525 h 6858000"/>
              <a:gd name="connsiteX48" fmla="*/ 5860672 w 6115796"/>
              <a:gd name="connsiteY48" fmla="*/ 4061579 h 6858000"/>
              <a:gd name="connsiteX49" fmla="*/ 5894095 w 6115796"/>
              <a:gd name="connsiteY49" fmla="*/ 4128857 h 6858000"/>
              <a:gd name="connsiteX50" fmla="*/ 5903513 w 6115796"/>
              <a:gd name="connsiteY50" fmla="*/ 4187661 h 6858000"/>
              <a:gd name="connsiteX51" fmla="*/ 5946705 w 6115796"/>
              <a:gd name="connsiteY51" fmla="*/ 4428051 h 6858000"/>
              <a:gd name="connsiteX52" fmla="*/ 5949261 w 6115796"/>
              <a:gd name="connsiteY52" fmla="*/ 4449185 h 6858000"/>
              <a:gd name="connsiteX53" fmla="*/ 5961816 w 6115796"/>
              <a:gd name="connsiteY53" fmla="*/ 4494562 h 6858000"/>
              <a:gd name="connsiteX54" fmla="*/ 5998138 w 6115796"/>
              <a:gd name="connsiteY54" fmla="*/ 4697518 h 6858000"/>
              <a:gd name="connsiteX55" fmla="*/ 6007819 w 6115796"/>
              <a:gd name="connsiteY55" fmla="*/ 4858148 h 6858000"/>
              <a:gd name="connsiteX56" fmla="*/ 6007749 w 6115796"/>
              <a:gd name="connsiteY56" fmla="*/ 4964715 h 6858000"/>
              <a:gd name="connsiteX57" fmla="*/ 6005269 w 6115796"/>
              <a:gd name="connsiteY57" fmla="*/ 5150567 h 6858000"/>
              <a:gd name="connsiteX58" fmla="*/ 6001127 w 6115796"/>
              <a:gd name="connsiteY58" fmla="*/ 5164609 h 6858000"/>
              <a:gd name="connsiteX59" fmla="*/ 5998514 w 6115796"/>
              <a:gd name="connsiteY59" fmla="*/ 5189673 h 6858000"/>
              <a:gd name="connsiteX60" fmla="*/ 6018409 w 6115796"/>
              <a:gd name="connsiteY60" fmla="*/ 5227157 h 6858000"/>
              <a:gd name="connsiteX61" fmla="*/ 6036748 w 6115796"/>
              <a:gd name="connsiteY61" fmla="*/ 5322752 h 6858000"/>
              <a:gd name="connsiteX62" fmla="*/ 6037677 w 6115796"/>
              <a:gd name="connsiteY62" fmla="*/ 5354807 h 6858000"/>
              <a:gd name="connsiteX63" fmla="*/ 6053435 w 6115796"/>
              <a:gd name="connsiteY63" fmla="*/ 5387547 h 6858000"/>
              <a:gd name="connsiteX64" fmla="*/ 6068640 w 6115796"/>
              <a:gd name="connsiteY64" fmla="*/ 5474503 h 6858000"/>
              <a:gd name="connsiteX65" fmla="*/ 6080922 w 6115796"/>
              <a:gd name="connsiteY65" fmla="*/ 5561070 h 6858000"/>
              <a:gd name="connsiteX66" fmla="*/ 6096949 w 6115796"/>
              <a:gd name="connsiteY66" fmla="*/ 5648179 h 6858000"/>
              <a:gd name="connsiteX67" fmla="*/ 6115796 w 6115796"/>
              <a:gd name="connsiteY67" fmla="*/ 5862844 h 6858000"/>
              <a:gd name="connsiteX68" fmla="*/ 6045436 w 6115796"/>
              <a:gd name="connsiteY68" fmla="*/ 6124480 h 6858000"/>
              <a:gd name="connsiteX69" fmla="*/ 6030489 w 6115796"/>
              <a:gd name="connsiteY69" fmla="*/ 6317666 h 6858000"/>
              <a:gd name="connsiteX70" fmla="*/ 6007492 w 6115796"/>
              <a:gd name="connsiteY70" fmla="*/ 6440818 h 6858000"/>
              <a:gd name="connsiteX71" fmla="*/ 6009467 w 6115796"/>
              <a:gd name="connsiteY71" fmla="*/ 6487076 h 6858000"/>
              <a:gd name="connsiteX72" fmla="*/ 5995064 w 6115796"/>
              <a:gd name="connsiteY72" fmla="*/ 6540791 h 6858000"/>
              <a:gd name="connsiteX73" fmla="*/ 5986207 w 6115796"/>
              <a:gd name="connsiteY73" fmla="*/ 6695855 h 6858000"/>
              <a:gd name="connsiteX74" fmla="*/ 5979428 w 6115796"/>
              <a:gd name="connsiteY74" fmla="*/ 6754678 h 6858000"/>
              <a:gd name="connsiteX75" fmla="*/ 5984543 w 6115796"/>
              <a:gd name="connsiteY75" fmla="*/ 6811016 h 6858000"/>
              <a:gd name="connsiteX76" fmla="*/ 5979671 w 6115796"/>
              <a:gd name="connsiteY76" fmla="*/ 6858000 h 6858000"/>
              <a:gd name="connsiteX77" fmla="*/ 0 w 6115796"/>
              <a:gd name="connsiteY77" fmla="*/ 6858000 h 6858000"/>
              <a:gd name="connsiteX78" fmla="*/ 0 w 6115796"/>
              <a:gd name="connsiteY78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91940 w 6115796"/>
              <a:gd name="connsiteY34" fmla="*/ 3015985 h 6858000"/>
              <a:gd name="connsiteX35" fmla="*/ 5503944 w 6115796"/>
              <a:gd name="connsiteY35" fmla="*/ 3123335 h 6858000"/>
              <a:gd name="connsiteX36" fmla="*/ 5525532 w 6115796"/>
              <a:gd name="connsiteY36" fmla="*/ 3258473 h 6858000"/>
              <a:gd name="connsiteX37" fmla="*/ 5589758 w 6115796"/>
              <a:gd name="connsiteY37" fmla="*/ 3453699 h 6858000"/>
              <a:gd name="connsiteX38" fmla="*/ 5596144 w 6115796"/>
              <a:gd name="connsiteY38" fmla="*/ 3534624 h 6858000"/>
              <a:gd name="connsiteX39" fmla="*/ 5597750 w 6115796"/>
              <a:gd name="connsiteY39" fmla="*/ 3534129 h 6858000"/>
              <a:gd name="connsiteX40" fmla="*/ 5618377 w 6115796"/>
              <a:gd name="connsiteY40" fmla="*/ 3588431 h 6858000"/>
              <a:gd name="connsiteX41" fmla="*/ 5655472 w 6115796"/>
              <a:gd name="connsiteY41" fmla="*/ 3678877 h 6858000"/>
              <a:gd name="connsiteX42" fmla="*/ 5683015 w 6115796"/>
              <a:gd name="connsiteY42" fmla="*/ 3762025 h 6858000"/>
              <a:gd name="connsiteX43" fmla="*/ 5696643 w 6115796"/>
              <a:gd name="connsiteY43" fmla="*/ 3773888 h 6858000"/>
              <a:gd name="connsiteX44" fmla="*/ 5768491 w 6115796"/>
              <a:gd name="connsiteY44" fmla="*/ 3914399 h 6858000"/>
              <a:gd name="connsiteX45" fmla="*/ 5793123 w 6115796"/>
              <a:gd name="connsiteY45" fmla="*/ 3969952 h 6858000"/>
              <a:gd name="connsiteX46" fmla="*/ 5808321 w 6115796"/>
              <a:gd name="connsiteY46" fmla="*/ 3988153 h 6858000"/>
              <a:gd name="connsiteX47" fmla="*/ 5825621 w 6115796"/>
              <a:gd name="connsiteY47" fmla="*/ 4015525 h 6858000"/>
              <a:gd name="connsiteX48" fmla="*/ 5860672 w 6115796"/>
              <a:gd name="connsiteY48" fmla="*/ 4061579 h 6858000"/>
              <a:gd name="connsiteX49" fmla="*/ 5894095 w 6115796"/>
              <a:gd name="connsiteY49" fmla="*/ 4128857 h 6858000"/>
              <a:gd name="connsiteX50" fmla="*/ 5903513 w 6115796"/>
              <a:gd name="connsiteY50" fmla="*/ 4187661 h 6858000"/>
              <a:gd name="connsiteX51" fmla="*/ 5949086 w 6115796"/>
              <a:gd name="connsiteY51" fmla="*/ 4366139 h 6858000"/>
              <a:gd name="connsiteX52" fmla="*/ 5949261 w 6115796"/>
              <a:gd name="connsiteY52" fmla="*/ 4449185 h 6858000"/>
              <a:gd name="connsiteX53" fmla="*/ 5961816 w 6115796"/>
              <a:gd name="connsiteY53" fmla="*/ 4494562 h 6858000"/>
              <a:gd name="connsiteX54" fmla="*/ 5998138 w 6115796"/>
              <a:gd name="connsiteY54" fmla="*/ 4697518 h 6858000"/>
              <a:gd name="connsiteX55" fmla="*/ 6007819 w 6115796"/>
              <a:gd name="connsiteY55" fmla="*/ 4858148 h 6858000"/>
              <a:gd name="connsiteX56" fmla="*/ 6007749 w 6115796"/>
              <a:gd name="connsiteY56" fmla="*/ 4964715 h 6858000"/>
              <a:gd name="connsiteX57" fmla="*/ 6005269 w 6115796"/>
              <a:gd name="connsiteY57" fmla="*/ 5150567 h 6858000"/>
              <a:gd name="connsiteX58" fmla="*/ 6001127 w 6115796"/>
              <a:gd name="connsiteY58" fmla="*/ 5164609 h 6858000"/>
              <a:gd name="connsiteX59" fmla="*/ 5998514 w 6115796"/>
              <a:gd name="connsiteY59" fmla="*/ 5189673 h 6858000"/>
              <a:gd name="connsiteX60" fmla="*/ 6018409 w 6115796"/>
              <a:gd name="connsiteY60" fmla="*/ 5227157 h 6858000"/>
              <a:gd name="connsiteX61" fmla="*/ 6036748 w 6115796"/>
              <a:gd name="connsiteY61" fmla="*/ 5322752 h 6858000"/>
              <a:gd name="connsiteX62" fmla="*/ 6037677 w 6115796"/>
              <a:gd name="connsiteY62" fmla="*/ 5354807 h 6858000"/>
              <a:gd name="connsiteX63" fmla="*/ 6053435 w 6115796"/>
              <a:gd name="connsiteY63" fmla="*/ 5387547 h 6858000"/>
              <a:gd name="connsiteX64" fmla="*/ 6068640 w 6115796"/>
              <a:gd name="connsiteY64" fmla="*/ 5474503 h 6858000"/>
              <a:gd name="connsiteX65" fmla="*/ 6080922 w 6115796"/>
              <a:gd name="connsiteY65" fmla="*/ 5561070 h 6858000"/>
              <a:gd name="connsiteX66" fmla="*/ 6096949 w 6115796"/>
              <a:gd name="connsiteY66" fmla="*/ 5648179 h 6858000"/>
              <a:gd name="connsiteX67" fmla="*/ 6115796 w 6115796"/>
              <a:gd name="connsiteY67" fmla="*/ 5862844 h 6858000"/>
              <a:gd name="connsiteX68" fmla="*/ 6045436 w 6115796"/>
              <a:gd name="connsiteY68" fmla="*/ 6124480 h 6858000"/>
              <a:gd name="connsiteX69" fmla="*/ 6030489 w 6115796"/>
              <a:gd name="connsiteY69" fmla="*/ 6317666 h 6858000"/>
              <a:gd name="connsiteX70" fmla="*/ 6007492 w 6115796"/>
              <a:gd name="connsiteY70" fmla="*/ 6440818 h 6858000"/>
              <a:gd name="connsiteX71" fmla="*/ 6009467 w 6115796"/>
              <a:gd name="connsiteY71" fmla="*/ 6487076 h 6858000"/>
              <a:gd name="connsiteX72" fmla="*/ 5995064 w 6115796"/>
              <a:gd name="connsiteY72" fmla="*/ 6540791 h 6858000"/>
              <a:gd name="connsiteX73" fmla="*/ 5986207 w 6115796"/>
              <a:gd name="connsiteY73" fmla="*/ 6695855 h 6858000"/>
              <a:gd name="connsiteX74" fmla="*/ 5979428 w 6115796"/>
              <a:gd name="connsiteY74" fmla="*/ 6754678 h 6858000"/>
              <a:gd name="connsiteX75" fmla="*/ 5984543 w 6115796"/>
              <a:gd name="connsiteY75" fmla="*/ 6811016 h 6858000"/>
              <a:gd name="connsiteX76" fmla="*/ 5979671 w 6115796"/>
              <a:gd name="connsiteY76" fmla="*/ 6858000 h 6858000"/>
              <a:gd name="connsiteX77" fmla="*/ 0 w 6115796"/>
              <a:gd name="connsiteY77" fmla="*/ 6858000 h 6858000"/>
              <a:gd name="connsiteX78" fmla="*/ 0 w 6115796"/>
              <a:gd name="connsiteY78" fmla="*/ 0 h 6858000"/>
              <a:gd name="connsiteX0" fmla="*/ 0 w 6115796"/>
              <a:gd name="connsiteY0" fmla="*/ 0 h 6858000"/>
              <a:gd name="connsiteX1" fmla="*/ 4965888 w 6115796"/>
              <a:gd name="connsiteY1" fmla="*/ 0 h 6858000"/>
              <a:gd name="connsiteX2" fmla="*/ 4967767 w 6115796"/>
              <a:gd name="connsiteY2" fmla="*/ 7930 h 6858000"/>
              <a:gd name="connsiteX3" fmla="*/ 4979444 w 6115796"/>
              <a:gd name="connsiteY3" fmla="*/ 43921 h 6858000"/>
              <a:gd name="connsiteX4" fmla="*/ 5075458 w 6115796"/>
              <a:gd name="connsiteY4" fmla="*/ 264355 h 6858000"/>
              <a:gd name="connsiteX5" fmla="*/ 5081175 w 6115796"/>
              <a:gd name="connsiteY5" fmla="*/ 277448 h 6858000"/>
              <a:gd name="connsiteX6" fmla="*/ 5097011 w 6115796"/>
              <a:gd name="connsiteY6" fmla="*/ 355616 h 6858000"/>
              <a:gd name="connsiteX7" fmla="*/ 5153000 w 6115796"/>
              <a:gd name="connsiteY7" fmla="*/ 507134 h 6858000"/>
              <a:gd name="connsiteX8" fmla="*/ 5171282 w 6115796"/>
              <a:gd name="connsiteY8" fmla="*/ 602071 h 6858000"/>
              <a:gd name="connsiteX9" fmla="*/ 5176196 w 6115796"/>
              <a:gd name="connsiteY9" fmla="*/ 636822 h 6858000"/>
              <a:gd name="connsiteX10" fmla="*/ 5189051 w 6115796"/>
              <a:gd name="connsiteY10" fmla="*/ 782518 h 6858000"/>
              <a:gd name="connsiteX11" fmla="*/ 5218707 w 6115796"/>
              <a:gd name="connsiteY11" fmla="*/ 886387 h 6858000"/>
              <a:gd name="connsiteX12" fmla="*/ 5221281 w 6115796"/>
              <a:gd name="connsiteY12" fmla="*/ 920873 h 6858000"/>
              <a:gd name="connsiteX13" fmla="*/ 5201018 w 6115796"/>
              <a:gd name="connsiteY13" fmla="*/ 1095027 h 6858000"/>
              <a:gd name="connsiteX14" fmla="*/ 5189234 w 6115796"/>
              <a:gd name="connsiteY14" fmla="*/ 1217308 h 6858000"/>
              <a:gd name="connsiteX15" fmla="*/ 5202769 w 6115796"/>
              <a:gd name="connsiteY15" fmla="*/ 1269450 h 6858000"/>
              <a:gd name="connsiteX16" fmla="*/ 5225968 w 6115796"/>
              <a:gd name="connsiteY16" fmla="*/ 1357994 h 6858000"/>
              <a:gd name="connsiteX17" fmla="*/ 5226675 w 6115796"/>
              <a:gd name="connsiteY17" fmla="*/ 1385685 h 6858000"/>
              <a:gd name="connsiteX18" fmla="*/ 5237226 w 6115796"/>
              <a:gd name="connsiteY18" fmla="*/ 1441327 h 6858000"/>
              <a:gd name="connsiteX19" fmla="*/ 5255653 w 6115796"/>
              <a:gd name="connsiteY19" fmla="*/ 1524712 h 6858000"/>
              <a:gd name="connsiteX20" fmla="*/ 5263491 w 6115796"/>
              <a:gd name="connsiteY20" fmla="*/ 1642938 h 6858000"/>
              <a:gd name="connsiteX21" fmla="*/ 5256552 w 6115796"/>
              <a:gd name="connsiteY21" fmla="*/ 1672509 h 6858000"/>
              <a:gd name="connsiteX22" fmla="*/ 5264549 w 6115796"/>
              <a:gd name="connsiteY22" fmla="*/ 1837572 h 6858000"/>
              <a:gd name="connsiteX23" fmla="*/ 5255696 w 6115796"/>
              <a:gd name="connsiteY23" fmla="*/ 1953770 h 6858000"/>
              <a:gd name="connsiteX24" fmla="*/ 5252592 w 6115796"/>
              <a:gd name="connsiteY24" fmla="*/ 2092210 h 6858000"/>
              <a:gd name="connsiteX25" fmla="*/ 5257248 w 6115796"/>
              <a:gd name="connsiteY25" fmla="*/ 2203922 h 6858000"/>
              <a:gd name="connsiteX26" fmla="*/ 5262551 w 6115796"/>
              <a:gd name="connsiteY26" fmla="*/ 2288050 h 6858000"/>
              <a:gd name="connsiteX27" fmla="*/ 5293877 w 6115796"/>
              <a:gd name="connsiteY27" fmla="*/ 2368649 h 6858000"/>
              <a:gd name="connsiteX28" fmla="*/ 5311338 w 6115796"/>
              <a:gd name="connsiteY28" fmla="*/ 2404034 h 6858000"/>
              <a:gd name="connsiteX29" fmla="*/ 5338366 w 6115796"/>
              <a:gd name="connsiteY29" fmla="*/ 2465052 h 6858000"/>
              <a:gd name="connsiteX30" fmla="*/ 5371263 w 6115796"/>
              <a:gd name="connsiteY30" fmla="*/ 2586413 h 6858000"/>
              <a:gd name="connsiteX31" fmla="*/ 5407503 w 6115796"/>
              <a:gd name="connsiteY31" fmla="*/ 2786290 h 6858000"/>
              <a:gd name="connsiteX32" fmla="*/ 5407356 w 6115796"/>
              <a:gd name="connsiteY32" fmla="*/ 2787545 h 6858000"/>
              <a:gd name="connsiteX33" fmla="*/ 5457023 w 6115796"/>
              <a:gd name="connsiteY33" fmla="*/ 2858292 h 6858000"/>
              <a:gd name="connsiteX34" fmla="*/ 5491940 w 6115796"/>
              <a:gd name="connsiteY34" fmla="*/ 3015985 h 6858000"/>
              <a:gd name="connsiteX35" fmla="*/ 5503944 w 6115796"/>
              <a:gd name="connsiteY35" fmla="*/ 3123335 h 6858000"/>
              <a:gd name="connsiteX36" fmla="*/ 5525532 w 6115796"/>
              <a:gd name="connsiteY36" fmla="*/ 3258473 h 6858000"/>
              <a:gd name="connsiteX37" fmla="*/ 5589758 w 6115796"/>
              <a:gd name="connsiteY37" fmla="*/ 3453699 h 6858000"/>
              <a:gd name="connsiteX38" fmla="*/ 5596144 w 6115796"/>
              <a:gd name="connsiteY38" fmla="*/ 3534624 h 6858000"/>
              <a:gd name="connsiteX39" fmla="*/ 5597750 w 6115796"/>
              <a:gd name="connsiteY39" fmla="*/ 3534129 h 6858000"/>
              <a:gd name="connsiteX40" fmla="*/ 5618377 w 6115796"/>
              <a:gd name="connsiteY40" fmla="*/ 3588431 h 6858000"/>
              <a:gd name="connsiteX41" fmla="*/ 5655472 w 6115796"/>
              <a:gd name="connsiteY41" fmla="*/ 3678877 h 6858000"/>
              <a:gd name="connsiteX42" fmla="*/ 5683015 w 6115796"/>
              <a:gd name="connsiteY42" fmla="*/ 3762025 h 6858000"/>
              <a:gd name="connsiteX43" fmla="*/ 5696643 w 6115796"/>
              <a:gd name="connsiteY43" fmla="*/ 3773888 h 6858000"/>
              <a:gd name="connsiteX44" fmla="*/ 5768491 w 6115796"/>
              <a:gd name="connsiteY44" fmla="*/ 3914399 h 6858000"/>
              <a:gd name="connsiteX45" fmla="*/ 5793123 w 6115796"/>
              <a:gd name="connsiteY45" fmla="*/ 3969952 h 6858000"/>
              <a:gd name="connsiteX46" fmla="*/ 5808321 w 6115796"/>
              <a:gd name="connsiteY46" fmla="*/ 3988153 h 6858000"/>
              <a:gd name="connsiteX47" fmla="*/ 5825621 w 6115796"/>
              <a:gd name="connsiteY47" fmla="*/ 4015525 h 6858000"/>
              <a:gd name="connsiteX48" fmla="*/ 5860672 w 6115796"/>
              <a:gd name="connsiteY48" fmla="*/ 4061579 h 6858000"/>
              <a:gd name="connsiteX49" fmla="*/ 5894095 w 6115796"/>
              <a:gd name="connsiteY49" fmla="*/ 4128857 h 6858000"/>
              <a:gd name="connsiteX50" fmla="*/ 5903513 w 6115796"/>
              <a:gd name="connsiteY50" fmla="*/ 4187661 h 6858000"/>
              <a:gd name="connsiteX51" fmla="*/ 5949086 w 6115796"/>
              <a:gd name="connsiteY51" fmla="*/ 4366139 h 6858000"/>
              <a:gd name="connsiteX52" fmla="*/ 5949261 w 6115796"/>
              <a:gd name="connsiteY52" fmla="*/ 4449185 h 6858000"/>
              <a:gd name="connsiteX53" fmla="*/ 5961816 w 6115796"/>
              <a:gd name="connsiteY53" fmla="*/ 4494562 h 6858000"/>
              <a:gd name="connsiteX54" fmla="*/ 5998138 w 6115796"/>
              <a:gd name="connsiteY54" fmla="*/ 4697518 h 6858000"/>
              <a:gd name="connsiteX55" fmla="*/ 6007819 w 6115796"/>
              <a:gd name="connsiteY55" fmla="*/ 4858148 h 6858000"/>
              <a:gd name="connsiteX56" fmla="*/ 6007749 w 6115796"/>
              <a:gd name="connsiteY56" fmla="*/ 4964715 h 6858000"/>
              <a:gd name="connsiteX57" fmla="*/ 6005269 w 6115796"/>
              <a:gd name="connsiteY57" fmla="*/ 5150567 h 6858000"/>
              <a:gd name="connsiteX58" fmla="*/ 6001127 w 6115796"/>
              <a:gd name="connsiteY58" fmla="*/ 5164609 h 6858000"/>
              <a:gd name="connsiteX59" fmla="*/ 5998514 w 6115796"/>
              <a:gd name="connsiteY59" fmla="*/ 5189673 h 6858000"/>
              <a:gd name="connsiteX60" fmla="*/ 6018409 w 6115796"/>
              <a:gd name="connsiteY60" fmla="*/ 5227157 h 6858000"/>
              <a:gd name="connsiteX61" fmla="*/ 6036748 w 6115796"/>
              <a:gd name="connsiteY61" fmla="*/ 5322752 h 6858000"/>
              <a:gd name="connsiteX62" fmla="*/ 6037677 w 6115796"/>
              <a:gd name="connsiteY62" fmla="*/ 5354807 h 6858000"/>
              <a:gd name="connsiteX63" fmla="*/ 6053435 w 6115796"/>
              <a:gd name="connsiteY63" fmla="*/ 5387547 h 6858000"/>
              <a:gd name="connsiteX64" fmla="*/ 6068640 w 6115796"/>
              <a:gd name="connsiteY64" fmla="*/ 5474503 h 6858000"/>
              <a:gd name="connsiteX65" fmla="*/ 6080922 w 6115796"/>
              <a:gd name="connsiteY65" fmla="*/ 5561070 h 6858000"/>
              <a:gd name="connsiteX66" fmla="*/ 6096949 w 6115796"/>
              <a:gd name="connsiteY66" fmla="*/ 5648179 h 6858000"/>
              <a:gd name="connsiteX67" fmla="*/ 6115796 w 6115796"/>
              <a:gd name="connsiteY67" fmla="*/ 5862844 h 6858000"/>
              <a:gd name="connsiteX68" fmla="*/ 6045436 w 6115796"/>
              <a:gd name="connsiteY68" fmla="*/ 6124480 h 6858000"/>
              <a:gd name="connsiteX69" fmla="*/ 6030489 w 6115796"/>
              <a:gd name="connsiteY69" fmla="*/ 6317666 h 6858000"/>
              <a:gd name="connsiteX70" fmla="*/ 6007492 w 6115796"/>
              <a:gd name="connsiteY70" fmla="*/ 6440818 h 6858000"/>
              <a:gd name="connsiteX71" fmla="*/ 6009467 w 6115796"/>
              <a:gd name="connsiteY71" fmla="*/ 6487076 h 6858000"/>
              <a:gd name="connsiteX72" fmla="*/ 5995064 w 6115796"/>
              <a:gd name="connsiteY72" fmla="*/ 6540791 h 6858000"/>
              <a:gd name="connsiteX73" fmla="*/ 5986207 w 6115796"/>
              <a:gd name="connsiteY73" fmla="*/ 6695855 h 6858000"/>
              <a:gd name="connsiteX74" fmla="*/ 5979428 w 6115796"/>
              <a:gd name="connsiteY74" fmla="*/ 6754678 h 6858000"/>
              <a:gd name="connsiteX75" fmla="*/ 5984543 w 6115796"/>
              <a:gd name="connsiteY75" fmla="*/ 6811016 h 6858000"/>
              <a:gd name="connsiteX76" fmla="*/ 5979671 w 6115796"/>
              <a:gd name="connsiteY76" fmla="*/ 6858000 h 6858000"/>
              <a:gd name="connsiteX77" fmla="*/ 0 w 6115796"/>
              <a:gd name="connsiteY77" fmla="*/ 6858000 h 6858000"/>
              <a:gd name="connsiteX78" fmla="*/ 0 w 6115796"/>
              <a:gd name="connsiteY78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76196 w 6105267"/>
              <a:gd name="connsiteY9" fmla="*/ 636822 h 6858000"/>
              <a:gd name="connsiteX10" fmla="*/ 5189051 w 6105267"/>
              <a:gd name="connsiteY10" fmla="*/ 782518 h 6858000"/>
              <a:gd name="connsiteX11" fmla="*/ 5218707 w 6105267"/>
              <a:gd name="connsiteY11" fmla="*/ 886387 h 6858000"/>
              <a:gd name="connsiteX12" fmla="*/ 5221281 w 6105267"/>
              <a:gd name="connsiteY12" fmla="*/ 920873 h 6858000"/>
              <a:gd name="connsiteX13" fmla="*/ 5201018 w 6105267"/>
              <a:gd name="connsiteY13" fmla="*/ 1095027 h 6858000"/>
              <a:gd name="connsiteX14" fmla="*/ 5189234 w 6105267"/>
              <a:gd name="connsiteY14" fmla="*/ 1217308 h 6858000"/>
              <a:gd name="connsiteX15" fmla="*/ 5202769 w 6105267"/>
              <a:gd name="connsiteY15" fmla="*/ 1269450 h 6858000"/>
              <a:gd name="connsiteX16" fmla="*/ 5225968 w 6105267"/>
              <a:gd name="connsiteY16" fmla="*/ 1357994 h 6858000"/>
              <a:gd name="connsiteX17" fmla="*/ 5226675 w 6105267"/>
              <a:gd name="connsiteY17" fmla="*/ 1385685 h 6858000"/>
              <a:gd name="connsiteX18" fmla="*/ 5237226 w 6105267"/>
              <a:gd name="connsiteY18" fmla="*/ 1441327 h 6858000"/>
              <a:gd name="connsiteX19" fmla="*/ 5255653 w 6105267"/>
              <a:gd name="connsiteY19" fmla="*/ 1524712 h 6858000"/>
              <a:gd name="connsiteX20" fmla="*/ 5263491 w 6105267"/>
              <a:gd name="connsiteY20" fmla="*/ 1642938 h 6858000"/>
              <a:gd name="connsiteX21" fmla="*/ 5256552 w 6105267"/>
              <a:gd name="connsiteY21" fmla="*/ 1672509 h 6858000"/>
              <a:gd name="connsiteX22" fmla="*/ 5264549 w 6105267"/>
              <a:gd name="connsiteY22" fmla="*/ 1837572 h 6858000"/>
              <a:gd name="connsiteX23" fmla="*/ 5255696 w 6105267"/>
              <a:gd name="connsiteY23" fmla="*/ 1953770 h 6858000"/>
              <a:gd name="connsiteX24" fmla="*/ 5252592 w 6105267"/>
              <a:gd name="connsiteY24" fmla="*/ 2092210 h 6858000"/>
              <a:gd name="connsiteX25" fmla="*/ 5257248 w 6105267"/>
              <a:gd name="connsiteY25" fmla="*/ 2203922 h 6858000"/>
              <a:gd name="connsiteX26" fmla="*/ 5262551 w 6105267"/>
              <a:gd name="connsiteY26" fmla="*/ 2288050 h 6858000"/>
              <a:gd name="connsiteX27" fmla="*/ 5293877 w 6105267"/>
              <a:gd name="connsiteY27" fmla="*/ 2368649 h 6858000"/>
              <a:gd name="connsiteX28" fmla="*/ 5311338 w 6105267"/>
              <a:gd name="connsiteY28" fmla="*/ 2404034 h 6858000"/>
              <a:gd name="connsiteX29" fmla="*/ 5338366 w 6105267"/>
              <a:gd name="connsiteY29" fmla="*/ 2465052 h 6858000"/>
              <a:gd name="connsiteX30" fmla="*/ 5371263 w 6105267"/>
              <a:gd name="connsiteY30" fmla="*/ 2586413 h 6858000"/>
              <a:gd name="connsiteX31" fmla="*/ 5407503 w 6105267"/>
              <a:gd name="connsiteY31" fmla="*/ 2786290 h 6858000"/>
              <a:gd name="connsiteX32" fmla="*/ 5407356 w 6105267"/>
              <a:gd name="connsiteY32" fmla="*/ 2787545 h 6858000"/>
              <a:gd name="connsiteX33" fmla="*/ 5457023 w 6105267"/>
              <a:gd name="connsiteY33" fmla="*/ 2858292 h 6858000"/>
              <a:gd name="connsiteX34" fmla="*/ 5491940 w 6105267"/>
              <a:gd name="connsiteY34" fmla="*/ 3015985 h 6858000"/>
              <a:gd name="connsiteX35" fmla="*/ 5503944 w 6105267"/>
              <a:gd name="connsiteY35" fmla="*/ 3123335 h 6858000"/>
              <a:gd name="connsiteX36" fmla="*/ 5525532 w 6105267"/>
              <a:gd name="connsiteY36" fmla="*/ 3258473 h 6858000"/>
              <a:gd name="connsiteX37" fmla="*/ 5589758 w 6105267"/>
              <a:gd name="connsiteY37" fmla="*/ 3453699 h 6858000"/>
              <a:gd name="connsiteX38" fmla="*/ 5596144 w 6105267"/>
              <a:gd name="connsiteY38" fmla="*/ 3534624 h 6858000"/>
              <a:gd name="connsiteX39" fmla="*/ 5597750 w 6105267"/>
              <a:gd name="connsiteY39" fmla="*/ 3534129 h 6858000"/>
              <a:gd name="connsiteX40" fmla="*/ 5618377 w 6105267"/>
              <a:gd name="connsiteY40" fmla="*/ 3588431 h 6858000"/>
              <a:gd name="connsiteX41" fmla="*/ 5655472 w 6105267"/>
              <a:gd name="connsiteY41" fmla="*/ 3678877 h 6858000"/>
              <a:gd name="connsiteX42" fmla="*/ 5683015 w 6105267"/>
              <a:gd name="connsiteY42" fmla="*/ 3762025 h 6858000"/>
              <a:gd name="connsiteX43" fmla="*/ 5696643 w 6105267"/>
              <a:gd name="connsiteY43" fmla="*/ 3773888 h 6858000"/>
              <a:gd name="connsiteX44" fmla="*/ 5768491 w 6105267"/>
              <a:gd name="connsiteY44" fmla="*/ 3914399 h 6858000"/>
              <a:gd name="connsiteX45" fmla="*/ 5793123 w 6105267"/>
              <a:gd name="connsiteY45" fmla="*/ 3969952 h 6858000"/>
              <a:gd name="connsiteX46" fmla="*/ 5808321 w 6105267"/>
              <a:gd name="connsiteY46" fmla="*/ 3988153 h 6858000"/>
              <a:gd name="connsiteX47" fmla="*/ 5825621 w 6105267"/>
              <a:gd name="connsiteY47" fmla="*/ 4015525 h 6858000"/>
              <a:gd name="connsiteX48" fmla="*/ 5860672 w 6105267"/>
              <a:gd name="connsiteY48" fmla="*/ 4061579 h 6858000"/>
              <a:gd name="connsiteX49" fmla="*/ 5894095 w 6105267"/>
              <a:gd name="connsiteY49" fmla="*/ 4128857 h 6858000"/>
              <a:gd name="connsiteX50" fmla="*/ 5903513 w 6105267"/>
              <a:gd name="connsiteY50" fmla="*/ 4187661 h 6858000"/>
              <a:gd name="connsiteX51" fmla="*/ 5949086 w 6105267"/>
              <a:gd name="connsiteY51" fmla="*/ 4366139 h 6858000"/>
              <a:gd name="connsiteX52" fmla="*/ 5949261 w 6105267"/>
              <a:gd name="connsiteY52" fmla="*/ 4449185 h 6858000"/>
              <a:gd name="connsiteX53" fmla="*/ 5961816 w 6105267"/>
              <a:gd name="connsiteY53" fmla="*/ 4494562 h 6858000"/>
              <a:gd name="connsiteX54" fmla="*/ 5998138 w 6105267"/>
              <a:gd name="connsiteY54" fmla="*/ 4697518 h 6858000"/>
              <a:gd name="connsiteX55" fmla="*/ 6007819 w 6105267"/>
              <a:gd name="connsiteY55" fmla="*/ 4858148 h 6858000"/>
              <a:gd name="connsiteX56" fmla="*/ 6007749 w 6105267"/>
              <a:gd name="connsiteY56" fmla="*/ 4964715 h 6858000"/>
              <a:gd name="connsiteX57" fmla="*/ 6005269 w 6105267"/>
              <a:gd name="connsiteY57" fmla="*/ 5150567 h 6858000"/>
              <a:gd name="connsiteX58" fmla="*/ 6001127 w 6105267"/>
              <a:gd name="connsiteY58" fmla="*/ 5164609 h 6858000"/>
              <a:gd name="connsiteX59" fmla="*/ 5998514 w 6105267"/>
              <a:gd name="connsiteY59" fmla="*/ 5189673 h 6858000"/>
              <a:gd name="connsiteX60" fmla="*/ 6018409 w 6105267"/>
              <a:gd name="connsiteY60" fmla="*/ 5227157 h 6858000"/>
              <a:gd name="connsiteX61" fmla="*/ 6036748 w 6105267"/>
              <a:gd name="connsiteY61" fmla="*/ 5322752 h 6858000"/>
              <a:gd name="connsiteX62" fmla="*/ 6037677 w 6105267"/>
              <a:gd name="connsiteY62" fmla="*/ 5354807 h 6858000"/>
              <a:gd name="connsiteX63" fmla="*/ 6053435 w 6105267"/>
              <a:gd name="connsiteY63" fmla="*/ 5387547 h 6858000"/>
              <a:gd name="connsiteX64" fmla="*/ 6068640 w 6105267"/>
              <a:gd name="connsiteY64" fmla="*/ 5474503 h 6858000"/>
              <a:gd name="connsiteX65" fmla="*/ 6080922 w 6105267"/>
              <a:gd name="connsiteY65" fmla="*/ 5561070 h 6858000"/>
              <a:gd name="connsiteX66" fmla="*/ 6096949 w 6105267"/>
              <a:gd name="connsiteY66" fmla="*/ 5648179 h 6858000"/>
              <a:gd name="connsiteX67" fmla="*/ 6096746 w 6105267"/>
              <a:gd name="connsiteY67" fmla="*/ 5862844 h 6858000"/>
              <a:gd name="connsiteX68" fmla="*/ 6045436 w 6105267"/>
              <a:gd name="connsiteY68" fmla="*/ 6124480 h 6858000"/>
              <a:gd name="connsiteX69" fmla="*/ 6030489 w 6105267"/>
              <a:gd name="connsiteY69" fmla="*/ 6317666 h 6858000"/>
              <a:gd name="connsiteX70" fmla="*/ 6007492 w 6105267"/>
              <a:gd name="connsiteY70" fmla="*/ 6440818 h 6858000"/>
              <a:gd name="connsiteX71" fmla="*/ 6009467 w 6105267"/>
              <a:gd name="connsiteY71" fmla="*/ 6487076 h 6858000"/>
              <a:gd name="connsiteX72" fmla="*/ 5995064 w 6105267"/>
              <a:gd name="connsiteY72" fmla="*/ 6540791 h 6858000"/>
              <a:gd name="connsiteX73" fmla="*/ 5986207 w 6105267"/>
              <a:gd name="connsiteY73" fmla="*/ 6695855 h 6858000"/>
              <a:gd name="connsiteX74" fmla="*/ 5979428 w 6105267"/>
              <a:gd name="connsiteY74" fmla="*/ 6754678 h 6858000"/>
              <a:gd name="connsiteX75" fmla="*/ 5984543 w 6105267"/>
              <a:gd name="connsiteY75" fmla="*/ 6811016 h 6858000"/>
              <a:gd name="connsiteX76" fmla="*/ 5979671 w 6105267"/>
              <a:gd name="connsiteY76" fmla="*/ 6858000 h 6858000"/>
              <a:gd name="connsiteX77" fmla="*/ 0 w 6105267"/>
              <a:gd name="connsiteY77" fmla="*/ 6858000 h 6858000"/>
              <a:gd name="connsiteX78" fmla="*/ 0 w 6105267"/>
              <a:gd name="connsiteY78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491940 w 6105267"/>
              <a:gd name="connsiteY33" fmla="*/ 3015985 h 6858000"/>
              <a:gd name="connsiteX34" fmla="*/ 5503944 w 6105267"/>
              <a:gd name="connsiteY34" fmla="*/ 3123335 h 6858000"/>
              <a:gd name="connsiteX35" fmla="*/ 5525532 w 6105267"/>
              <a:gd name="connsiteY35" fmla="*/ 3258473 h 6858000"/>
              <a:gd name="connsiteX36" fmla="*/ 5589758 w 6105267"/>
              <a:gd name="connsiteY36" fmla="*/ 3453699 h 6858000"/>
              <a:gd name="connsiteX37" fmla="*/ 5596144 w 6105267"/>
              <a:gd name="connsiteY37" fmla="*/ 3534624 h 6858000"/>
              <a:gd name="connsiteX38" fmla="*/ 5597750 w 6105267"/>
              <a:gd name="connsiteY38" fmla="*/ 3534129 h 6858000"/>
              <a:gd name="connsiteX39" fmla="*/ 5618377 w 6105267"/>
              <a:gd name="connsiteY39" fmla="*/ 3588431 h 6858000"/>
              <a:gd name="connsiteX40" fmla="*/ 5655472 w 6105267"/>
              <a:gd name="connsiteY40" fmla="*/ 3678877 h 6858000"/>
              <a:gd name="connsiteX41" fmla="*/ 5683015 w 6105267"/>
              <a:gd name="connsiteY41" fmla="*/ 3762025 h 6858000"/>
              <a:gd name="connsiteX42" fmla="*/ 5696643 w 6105267"/>
              <a:gd name="connsiteY42" fmla="*/ 3773888 h 6858000"/>
              <a:gd name="connsiteX43" fmla="*/ 5768491 w 6105267"/>
              <a:gd name="connsiteY43" fmla="*/ 3914399 h 6858000"/>
              <a:gd name="connsiteX44" fmla="*/ 5793123 w 6105267"/>
              <a:gd name="connsiteY44" fmla="*/ 3969952 h 6858000"/>
              <a:gd name="connsiteX45" fmla="*/ 5808321 w 6105267"/>
              <a:gd name="connsiteY45" fmla="*/ 3988153 h 6858000"/>
              <a:gd name="connsiteX46" fmla="*/ 5825621 w 6105267"/>
              <a:gd name="connsiteY46" fmla="*/ 4015525 h 6858000"/>
              <a:gd name="connsiteX47" fmla="*/ 5860672 w 6105267"/>
              <a:gd name="connsiteY47" fmla="*/ 4061579 h 6858000"/>
              <a:gd name="connsiteX48" fmla="*/ 5894095 w 6105267"/>
              <a:gd name="connsiteY48" fmla="*/ 4128857 h 6858000"/>
              <a:gd name="connsiteX49" fmla="*/ 5903513 w 6105267"/>
              <a:gd name="connsiteY49" fmla="*/ 4187661 h 6858000"/>
              <a:gd name="connsiteX50" fmla="*/ 5949086 w 6105267"/>
              <a:gd name="connsiteY50" fmla="*/ 4366139 h 6858000"/>
              <a:gd name="connsiteX51" fmla="*/ 5949261 w 6105267"/>
              <a:gd name="connsiteY51" fmla="*/ 4449185 h 6858000"/>
              <a:gd name="connsiteX52" fmla="*/ 5961816 w 6105267"/>
              <a:gd name="connsiteY52" fmla="*/ 4494562 h 6858000"/>
              <a:gd name="connsiteX53" fmla="*/ 5998138 w 6105267"/>
              <a:gd name="connsiteY53" fmla="*/ 4697518 h 6858000"/>
              <a:gd name="connsiteX54" fmla="*/ 6007819 w 6105267"/>
              <a:gd name="connsiteY54" fmla="*/ 4858148 h 6858000"/>
              <a:gd name="connsiteX55" fmla="*/ 6007749 w 6105267"/>
              <a:gd name="connsiteY55" fmla="*/ 4964715 h 6858000"/>
              <a:gd name="connsiteX56" fmla="*/ 6005269 w 6105267"/>
              <a:gd name="connsiteY56" fmla="*/ 5150567 h 6858000"/>
              <a:gd name="connsiteX57" fmla="*/ 6001127 w 6105267"/>
              <a:gd name="connsiteY57" fmla="*/ 5164609 h 6858000"/>
              <a:gd name="connsiteX58" fmla="*/ 5998514 w 6105267"/>
              <a:gd name="connsiteY58" fmla="*/ 5189673 h 6858000"/>
              <a:gd name="connsiteX59" fmla="*/ 6018409 w 6105267"/>
              <a:gd name="connsiteY59" fmla="*/ 5227157 h 6858000"/>
              <a:gd name="connsiteX60" fmla="*/ 6036748 w 6105267"/>
              <a:gd name="connsiteY60" fmla="*/ 5322752 h 6858000"/>
              <a:gd name="connsiteX61" fmla="*/ 6037677 w 6105267"/>
              <a:gd name="connsiteY61" fmla="*/ 5354807 h 6858000"/>
              <a:gd name="connsiteX62" fmla="*/ 6053435 w 6105267"/>
              <a:gd name="connsiteY62" fmla="*/ 5387547 h 6858000"/>
              <a:gd name="connsiteX63" fmla="*/ 6068640 w 6105267"/>
              <a:gd name="connsiteY63" fmla="*/ 5474503 h 6858000"/>
              <a:gd name="connsiteX64" fmla="*/ 6080922 w 6105267"/>
              <a:gd name="connsiteY64" fmla="*/ 5561070 h 6858000"/>
              <a:gd name="connsiteX65" fmla="*/ 6096949 w 6105267"/>
              <a:gd name="connsiteY65" fmla="*/ 5648179 h 6858000"/>
              <a:gd name="connsiteX66" fmla="*/ 6096746 w 6105267"/>
              <a:gd name="connsiteY66" fmla="*/ 5862844 h 6858000"/>
              <a:gd name="connsiteX67" fmla="*/ 6045436 w 6105267"/>
              <a:gd name="connsiteY67" fmla="*/ 6124480 h 6858000"/>
              <a:gd name="connsiteX68" fmla="*/ 6030489 w 6105267"/>
              <a:gd name="connsiteY68" fmla="*/ 6317666 h 6858000"/>
              <a:gd name="connsiteX69" fmla="*/ 6007492 w 6105267"/>
              <a:gd name="connsiteY69" fmla="*/ 6440818 h 6858000"/>
              <a:gd name="connsiteX70" fmla="*/ 6009467 w 6105267"/>
              <a:gd name="connsiteY70" fmla="*/ 6487076 h 6858000"/>
              <a:gd name="connsiteX71" fmla="*/ 5995064 w 6105267"/>
              <a:gd name="connsiteY71" fmla="*/ 6540791 h 6858000"/>
              <a:gd name="connsiteX72" fmla="*/ 5986207 w 6105267"/>
              <a:gd name="connsiteY72" fmla="*/ 6695855 h 6858000"/>
              <a:gd name="connsiteX73" fmla="*/ 5979428 w 6105267"/>
              <a:gd name="connsiteY73" fmla="*/ 6754678 h 6858000"/>
              <a:gd name="connsiteX74" fmla="*/ 5984543 w 6105267"/>
              <a:gd name="connsiteY74" fmla="*/ 6811016 h 6858000"/>
              <a:gd name="connsiteX75" fmla="*/ 5979671 w 6105267"/>
              <a:gd name="connsiteY75" fmla="*/ 6858000 h 6858000"/>
              <a:gd name="connsiteX76" fmla="*/ 0 w 6105267"/>
              <a:gd name="connsiteY76" fmla="*/ 6858000 h 6858000"/>
              <a:gd name="connsiteX77" fmla="*/ 0 w 6105267"/>
              <a:gd name="connsiteY77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491940 w 6105267"/>
              <a:gd name="connsiteY33" fmla="*/ 3015985 h 6858000"/>
              <a:gd name="connsiteX34" fmla="*/ 5503944 w 6105267"/>
              <a:gd name="connsiteY34" fmla="*/ 3123335 h 6858000"/>
              <a:gd name="connsiteX35" fmla="*/ 5525532 w 6105267"/>
              <a:gd name="connsiteY35" fmla="*/ 3258473 h 6858000"/>
              <a:gd name="connsiteX36" fmla="*/ 5589758 w 6105267"/>
              <a:gd name="connsiteY36" fmla="*/ 3453699 h 6858000"/>
              <a:gd name="connsiteX37" fmla="*/ 5596144 w 6105267"/>
              <a:gd name="connsiteY37" fmla="*/ 3534624 h 6858000"/>
              <a:gd name="connsiteX38" fmla="*/ 5597750 w 6105267"/>
              <a:gd name="connsiteY38" fmla="*/ 3534129 h 6858000"/>
              <a:gd name="connsiteX39" fmla="*/ 5618377 w 6105267"/>
              <a:gd name="connsiteY39" fmla="*/ 3588431 h 6858000"/>
              <a:gd name="connsiteX40" fmla="*/ 5655472 w 6105267"/>
              <a:gd name="connsiteY40" fmla="*/ 3678877 h 6858000"/>
              <a:gd name="connsiteX41" fmla="*/ 5683015 w 6105267"/>
              <a:gd name="connsiteY41" fmla="*/ 3762025 h 6858000"/>
              <a:gd name="connsiteX42" fmla="*/ 5696643 w 6105267"/>
              <a:gd name="connsiteY42" fmla="*/ 3773888 h 6858000"/>
              <a:gd name="connsiteX43" fmla="*/ 5768491 w 6105267"/>
              <a:gd name="connsiteY43" fmla="*/ 3914399 h 6858000"/>
              <a:gd name="connsiteX44" fmla="*/ 5793123 w 6105267"/>
              <a:gd name="connsiteY44" fmla="*/ 3969952 h 6858000"/>
              <a:gd name="connsiteX45" fmla="*/ 5808321 w 6105267"/>
              <a:gd name="connsiteY45" fmla="*/ 3988153 h 6858000"/>
              <a:gd name="connsiteX46" fmla="*/ 5825621 w 6105267"/>
              <a:gd name="connsiteY46" fmla="*/ 4015525 h 6858000"/>
              <a:gd name="connsiteX47" fmla="*/ 5860672 w 6105267"/>
              <a:gd name="connsiteY47" fmla="*/ 4061579 h 6858000"/>
              <a:gd name="connsiteX48" fmla="*/ 5894095 w 6105267"/>
              <a:gd name="connsiteY48" fmla="*/ 4128857 h 6858000"/>
              <a:gd name="connsiteX49" fmla="*/ 5903513 w 6105267"/>
              <a:gd name="connsiteY49" fmla="*/ 4187661 h 6858000"/>
              <a:gd name="connsiteX50" fmla="*/ 5949086 w 6105267"/>
              <a:gd name="connsiteY50" fmla="*/ 4366139 h 6858000"/>
              <a:gd name="connsiteX51" fmla="*/ 5949261 w 6105267"/>
              <a:gd name="connsiteY51" fmla="*/ 4449185 h 6858000"/>
              <a:gd name="connsiteX52" fmla="*/ 5961816 w 6105267"/>
              <a:gd name="connsiteY52" fmla="*/ 4494562 h 6858000"/>
              <a:gd name="connsiteX53" fmla="*/ 5998138 w 6105267"/>
              <a:gd name="connsiteY53" fmla="*/ 4697518 h 6858000"/>
              <a:gd name="connsiteX54" fmla="*/ 6007819 w 6105267"/>
              <a:gd name="connsiteY54" fmla="*/ 4858148 h 6858000"/>
              <a:gd name="connsiteX55" fmla="*/ 6007749 w 6105267"/>
              <a:gd name="connsiteY55" fmla="*/ 4964715 h 6858000"/>
              <a:gd name="connsiteX56" fmla="*/ 6005269 w 6105267"/>
              <a:gd name="connsiteY56" fmla="*/ 5150567 h 6858000"/>
              <a:gd name="connsiteX57" fmla="*/ 6001127 w 6105267"/>
              <a:gd name="connsiteY57" fmla="*/ 5164609 h 6858000"/>
              <a:gd name="connsiteX58" fmla="*/ 5998514 w 6105267"/>
              <a:gd name="connsiteY58" fmla="*/ 5189673 h 6858000"/>
              <a:gd name="connsiteX59" fmla="*/ 6018409 w 6105267"/>
              <a:gd name="connsiteY59" fmla="*/ 5227157 h 6858000"/>
              <a:gd name="connsiteX60" fmla="*/ 6036748 w 6105267"/>
              <a:gd name="connsiteY60" fmla="*/ 5322752 h 6858000"/>
              <a:gd name="connsiteX61" fmla="*/ 6037677 w 6105267"/>
              <a:gd name="connsiteY61" fmla="*/ 5354807 h 6858000"/>
              <a:gd name="connsiteX62" fmla="*/ 6053435 w 6105267"/>
              <a:gd name="connsiteY62" fmla="*/ 5387547 h 6858000"/>
              <a:gd name="connsiteX63" fmla="*/ 6068640 w 6105267"/>
              <a:gd name="connsiteY63" fmla="*/ 5474503 h 6858000"/>
              <a:gd name="connsiteX64" fmla="*/ 6080922 w 6105267"/>
              <a:gd name="connsiteY64" fmla="*/ 5561070 h 6858000"/>
              <a:gd name="connsiteX65" fmla="*/ 6096949 w 6105267"/>
              <a:gd name="connsiteY65" fmla="*/ 5648179 h 6858000"/>
              <a:gd name="connsiteX66" fmla="*/ 6096746 w 6105267"/>
              <a:gd name="connsiteY66" fmla="*/ 5862844 h 6858000"/>
              <a:gd name="connsiteX67" fmla="*/ 6045436 w 6105267"/>
              <a:gd name="connsiteY67" fmla="*/ 6124480 h 6858000"/>
              <a:gd name="connsiteX68" fmla="*/ 6030489 w 6105267"/>
              <a:gd name="connsiteY68" fmla="*/ 6317666 h 6858000"/>
              <a:gd name="connsiteX69" fmla="*/ 6007492 w 6105267"/>
              <a:gd name="connsiteY69" fmla="*/ 6440818 h 6858000"/>
              <a:gd name="connsiteX70" fmla="*/ 6009467 w 6105267"/>
              <a:gd name="connsiteY70" fmla="*/ 6487076 h 6858000"/>
              <a:gd name="connsiteX71" fmla="*/ 5995064 w 6105267"/>
              <a:gd name="connsiteY71" fmla="*/ 6540791 h 6858000"/>
              <a:gd name="connsiteX72" fmla="*/ 5986207 w 6105267"/>
              <a:gd name="connsiteY72" fmla="*/ 6695855 h 6858000"/>
              <a:gd name="connsiteX73" fmla="*/ 5979428 w 6105267"/>
              <a:gd name="connsiteY73" fmla="*/ 6754678 h 6858000"/>
              <a:gd name="connsiteX74" fmla="*/ 5984543 w 6105267"/>
              <a:gd name="connsiteY74" fmla="*/ 6811016 h 6858000"/>
              <a:gd name="connsiteX75" fmla="*/ 5979671 w 6105267"/>
              <a:gd name="connsiteY75" fmla="*/ 6858000 h 6858000"/>
              <a:gd name="connsiteX76" fmla="*/ 0 w 6105267"/>
              <a:gd name="connsiteY76" fmla="*/ 6858000 h 6858000"/>
              <a:gd name="connsiteX77" fmla="*/ 0 w 6105267"/>
              <a:gd name="connsiteY77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25621 w 6105267"/>
              <a:gd name="connsiteY45" fmla="*/ 4015525 h 6858000"/>
              <a:gd name="connsiteX46" fmla="*/ 5860672 w 6105267"/>
              <a:gd name="connsiteY46" fmla="*/ 4061579 h 6858000"/>
              <a:gd name="connsiteX47" fmla="*/ 5894095 w 6105267"/>
              <a:gd name="connsiteY47" fmla="*/ 4128857 h 6858000"/>
              <a:gd name="connsiteX48" fmla="*/ 5903513 w 6105267"/>
              <a:gd name="connsiteY48" fmla="*/ 4187661 h 6858000"/>
              <a:gd name="connsiteX49" fmla="*/ 5949086 w 6105267"/>
              <a:gd name="connsiteY49" fmla="*/ 4366139 h 6858000"/>
              <a:gd name="connsiteX50" fmla="*/ 5949261 w 6105267"/>
              <a:gd name="connsiteY50" fmla="*/ 4449185 h 6858000"/>
              <a:gd name="connsiteX51" fmla="*/ 5961816 w 6105267"/>
              <a:gd name="connsiteY51" fmla="*/ 4494562 h 6858000"/>
              <a:gd name="connsiteX52" fmla="*/ 5998138 w 6105267"/>
              <a:gd name="connsiteY52" fmla="*/ 4697518 h 6858000"/>
              <a:gd name="connsiteX53" fmla="*/ 6007819 w 6105267"/>
              <a:gd name="connsiteY53" fmla="*/ 4858148 h 6858000"/>
              <a:gd name="connsiteX54" fmla="*/ 6007749 w 6105267"/>
              <a:gd name="connsiteY54" fmla="*/ 4964715 h 6858000"/>
              <a:gd name="connsiteX55" fmla="*/ 6005269 w 6105267"/>
              <a:gd name="connsiteY55" fmla="*/ 5150567 h 6858000"/>
              <a:gd name="connsiteX56" fmla="*/ 6001127 w 6105267"/>
              <a:gd name="connsiteY56" fmla="*/ 5164609 h 6858000"/>
              <a:gd name="connsiteX57" fmla="*/ 5998514 w 6105267"/>
              <a:gd name="connsiteY57" fmla="*/ 5189673 h 6858000"/>
              <a:gd name="connsiteX58" fmla="*/ 6018409 w 6105267"/>
              <a:gd name="connsiteY58" fmla="*/ 5227157 h 6858000"/>
              <a:gd name="connsiteX59" fmla="*/ 6036748 w 6105267"/>
              <a:gd name="connsiteY59" fmla="*/ 5322752 h 6858000"/>
              <a:gd name="connsiteX60" fmla="*/ 6037677 w 6105267"/>
              <a:gd name="connsiteY60" fmla="*/ 5354807 h 6858000"/>
              <a:gd name="connsiteX61" fmla="*/ 6053435 w 6105267"/>
              <a:gd name="connsiteY61" fmla="*/ 5387547 h 6858000"/>
              <a:gd name="connsiteX62" fmla="*/ 6068640 w 6105267"/>
              <a:gd name="connsiteY62" fmla="*/ 5474503 h 6858000"/>
              <a:gd name="connsiteX63" fmla="*/ 6080922 w 6105267"/>
              <a:gd name="connsiteY63" fmla="*/ 5561070 h 6858000"/>
              <a:gd name="connsiteX64" fmla="*/ 6096949 w 6105267"/>
              <a:gd name="connsiteY64" fmla="*/ 5648179 h 6858000"/>
              <a:gd name="connsiteX65" fmla="*/ 6096746 w 6105267"/>
              <a:gd name="connsiteY65" fmla="*/ 5862844 h 6858000"/>
              <a:gd name="connsiteX66" fmla="*/ 6045436 w 6105267"/>
              <a:gd name="connsiteY66" fmla="*/ 6124480 h 6858000"/>
              <a:gd name="connsiteX67" fmla="*/ 6030489 w 6105267"/>
              <a:gd name="connsiteY67" fmla="*/ 6317666 h 6858000"/>
              <a:gd name="connsiteX68" fmla="*/ 6007492 w 6105267"/>
              <a:gd name="connsiteY68" fmla="*/ 6440818 h 6858000"/>
              <a:gd name="connsiteX69" fmla="*/ 6009467 w 6105267"/>
              <a:gd name="connsiteY69" fmla="*/ 6487076 h 6858000"/>
              <a:gd name="connsiteX70" fmla="*/ 5995064 w 6105267"/>
              <a:gd name="connsiteY70" fmla="*/ 6540791 h 6858000"/>
              <a:gd name="connsiteX71" fmla="*/ 5986207 w 6105267"/>
              <a:gd name="connsiteY71" fmla="*/ 6695855 h 6858000"/>
              <a:gd name="connsiteX72" fmla="*/ 5979428 w 6105267"/>
              <a:gd name="connsiteY72" fmla="*/ 6754678 h 6858000"/>
              <a:gd name="connsiteX73" fmla="*/ 5984543 w 6105267"/>
              <a:gd name="connsiteY73" fmla="*/ 6811016 h 6858000"/>
              <a:gd name="connsiteX74" fmla="*/ 5979671 w 6105267"/>
              <a:gd name="connsiteY74" fmla="*/ 6858000 h 6858000"/>
              <a:gd name="connsiteX75" fmla="*/ 0 w 6105267"/>
              <a:gd name="connsiteY75" fmla="*/ 6858000 h 6858000"/>
              <a:gd name="connsiteX76" fmla="*/ 0 w 6105267"/>
              <a:gd name="connsiteY76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25621 w 6105267"/>
              <a:gd name="connsiteY45" fmla="*/ 4015525 h 6858000"/>
              <a:gd name="connsiteX46" fmla="*/ 5860672 w 6105267"/>
              <a:gd name="connsiteY46" fmla="*/ 4061579 h 6858000"/>
              <a:gd name="connsiteX47" fmla="*/ 5894095 w 6105267"/>
              <a:gd name="connsiteY47" fmla="*/ 4128857 h 6858000"/>
              <a:gd name="connsiteX48" fmla="*/ 5903513 w 6105267"/>
              <a:gd name="connsiteY48" fmla="*/ 4187661 h 6858000"/>
              <a:gd name="connsiteX49" fmla="*/ 5949086 w 6105267"/>
              <a:gd name="connsiteY49" fmla="*/ 4366139 h 6858000"/>
              <a:gd name="connsiteX50" fmla="*/ 5949261 w 6105267"/>
              <a:gd name="connsiteY50" fmla="*/ 4449185 h 6858000"/>
              <a:gd name="connsiteX51" fmla="*/ 5961816 w 6105267"/>
              <a:gd name="connsiteY51" fmla="*/ 4494562 h 6858000"/>
              <a:gd name="connsiteX52" fmla="*/ 5998138 w 6105267"/>
              <a:gd name="connsiteY52" fmla="*/ 4697518 h 6858000"/>
              <a:gd name="connsiteX53" fmla="*/ 6007819 w 6105267"/>
              <a:gd name="connsiteY53" fmla="*/ 4858148 h 6858000"/>
              <a:gd name="connsiteX54" fmla="*/ 6007749 w 6105267"/>
              <a:gd name="connsiteY54" fmla="*/ 4964715 h 6858000"/>
              <a:gd name="connsiteX55" fmla="*/ 6005269 w 6105267"/>
              <a:gd name="connsiteY55" fmla="*/ 5150567 h 6858000"/>
              <a:gd name="connsiteX56" fmla="*/ 6001127 w 6105267"/>
              <a:gd name="connsiteY56" fmla="*/ 5164609 h 6858000"/>
              <a:gd name="connsiteX57" fmla="*/ 5998514 w 6105267"/>
              <a:gd name="connsiteY57" fmla="*/ 5189673 h 6858000"/>
              <a:gd name="connsiteX58" fmla="*/ 6018409 w 6105267"/>
              <a:gd name="connsiteY58" fmla="*/ 5227157 h 6858000"/>
              <a:gd name="connsiteX59" fmla="*/ 6036748 w 6105267"/>
              <a:gd name="connsiteY59" fmla="*/ 5322752 h 6858000"/>
              <a:gd name="connsiteX60" fmla="*/ 6037677 w 6105267"/>
              <a:gd name="connsiteY60" fmla="*/ 5354807 h 6858000"/>
              <a:gd name="connsiteX61" fmla="*/ 6053435 w 6105267"/>
              <a:gd name="connsiteY61" fmla="*/ 5387547 h 6858000"/>
              <a:gd name="connsiteX62" fmla="*/ 6068640 w 6105267"/>
              <a:gd name="connsiteY62" fmla="*/ 5474503 h 6858000"/>
              <a:gd name="connsiteX63" fmla="*/ 6080922 w 6105267"/>
              <a:gd name="connsiteY63" fmla="*/ 5561070 h 6858000"/>
              <a:gd name="connsiteX64" fmla="*/ 6096949 w 6105267"/>
              <a:gd name="connsiteY64" fmla="*/ 5648179 h 6858000"/>
              <a:gd name="connsiteX65" fmla="*/ 6096746 w 6105267"/>
              <a:gd name="connsiteY65" fmla="*/ 5862844 h 6858000"/>
              <a:gd name="connsiteX66" fmla="*/ 6045436 w 6105267"/>
              <a:gd name="connsiteY66" fmla="*/ 6124480 h 6858000"/>
              <a:gd name="connsiteX67" fmla="*/ 6030489 w 6105267"/>
              <a:gd name="connsiteY67" fmla="*/ 6317666 h 6858000"/>
              <a:gd name="connsiteX68" fmla="*/ 6007492 w 6105267"/>
              <a:gd name="connsiteY68" fmla="*/ 6440818 h 6858000"/>
              <a:gd name="connsiteX69" fmla="*/ 6009467 w 6105267"/>
              <a:gd name="connsiteY69" fmla="*/ 6487076 h 6858000"/>
              <a:gd name="connsiteX70" fmla="*/ 5995064 w 6105267"/>
              <a:gd name="connsiteY70" fmla="*/ 6540791 h 6858000"/>
              <a:gd name="connsiteX71" fmla="*/ 5986207 w 6105267"/>
              <a:gd name="connsiteY71" fmla="*/ 6695855 h 6858000"/>
              <a:gd name="connsiteX72" fmla="*/ 5979428 w 6105267"/>
              <a:gd name="connsiteY72" fmla="*/ 6754678 h 6858000"/>
              <a:gd name="connsiteX73" fmla="*/ 5984543 w 6105267"/>
              <a:gd name="connsiteY73" fmla="*/ 6811016 h 6858000"/>
              <a:gd name="connsiteX74" fmla="*/ 5979671 w 6105267"/>
              <a:gd name="connsiteY74" fmla="*/ 6858000 h 6858000"/>
              <a:gd name="connsiteX75" fmla="*/ 0 w 6105267"/>
              <a:gd name="connsiteY75" fmla="*/ 6858000 h 6858000"/>
              <a:gd name="connsiteX76" fmla="*/ 0 w 6105267"/>
              <a:gd name="connsiteY76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18409 w 6105267"/>
              <a:gd name="connsiteY57" fmla="*/ 5227157 h 6858000"/>
              <a:gd name="connsiteX58" fmla="*/ 6036748 w 6105267"/>
              <a:gd name="connsiteY58" fmla="*/ 5322752 h 6858000"/>
              <a:gd name="connsiteX59" fmla="*/ 6037677 w 6105267"/>
              <a:gd name="connsiteY59" fmla="*/ 5354807 h 6858000"/>
              <a:gd name="connsiteX60" fmla="*/ 6053435 w 6105267"/>
              <a:gd name="connsiteY60" fmla="*/ 5387547 h 6858000"/>
              <a:gd name="connsiteX61" fmla="*/ 6068640 w 6105267"/>
              <a:gd name="connsiteY61" fmla="*/ 5474503 h 6858000"/>
              <a:gd name="connsiteX62" fmla="*/ 6080922 w 6105267"/>
              <a:gd name="connsiteY62" fmla="*/ 5561070 h 6858000"/>
              <a:gd name="connsiteX63" fmla="*/ 6096949 w 6105267"/>
              <a:gd name="connsiteY63" fmla="*/ 5648179 h 6858000"/>
              <a:gd name="connsiteX64" fmla="*/ 6096746 w 6105267"/>
              <a:gd name="connsiteY64" fmla="*/ 5862844 h 6858000"/>
              <a:gd name="connsiteX65" fmla="*/ 6045436 w 6105267"/>
              <a:gd name="connsiteY65" fmla="*/ 6124480 h 6858000"/>
              <a:gd name="connsiteX66" fmla="*/ 6030489 w 6105267"/>
              <a:gd name="connsiteY66" fmla="*/ 6317666 h 6858000"/>
              <a:gd name="connsiteX67" fmla="*/ 6007492 w 6105267"/>
              <a:gd name="connsiteY67" fmla="*/ 6440818 h 6858000"/>
              <a:gd name="connsiteX68" fmla="*/ 6009467 w 6105267"/>
              <a:gd name="connsiteY68" fmla="*/ 6487076 h 6858000"/>
              <a:gd name="connsiteX69" fmla="*/ 5995064 w 6105267"/>
              <a:gd name="connsiteY69" fmla="*/ 6540791 h 6858000"/>
              <a:gd name="connsiteX70" fmla="*/ 5986207 w 6105267"/>
              <a:gd name="connsiteY70" fmla="*/ 6695855 h 6858000"/>
              <a:gd name="connsiteX71" fmla="*/ 5979428 w 6105267"/>
              <a:gd name="connsiteY71" fmla="*/ 6754678 h 6858000"/>
              <a:gd name="connsiteX72" fmla="*/ 5984543 w 6105267"/>
              <a:gd name="connsiteY72" fmla="*/ 6811016 h 6858000"/>
              <a:gd name="connsiteX73" fmla="*/ 5979671 w 6105267"/>
              <a:gd name="connsiteY73" fmla="*/ 6858000 h 6858000"/>
              <a:gd name="connsiteX74" fmla="*/ 0 w 6105267"/>
              <a:gd name="connsiteY74" fmla="*/ 6858000 h 6858000"/>
              <a:gd name="connsiteX75" fmla="*/ 0 w 6105267"/>
              <a:gd name="connsiteY75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18409 w 6105267"/>
              <a:gd name="connsiteY57" fmla="*/ 5227157 h 6858000"/>
              <a:gd name="connsiteX58" fmla="*/ 6036748 w 6105267"/>
              <a:gd name="connsiteY58" fmla="*/ 5322752 h 6858000"/>
              <a:gd name="connsiteX59" fmla="*/ 6037677 w 6105267"/>
              <a:gd name="connsiteY59" fmla="*/ 5354807 h 6858000"/>
              <a:gd name="connsiteX60" fmla="*/ 6053435 w 6105267"/>
              <a:gd name="connsiteY60" fmla="*/ 5387547 h 6858000"/>
              <a:gd name="connsiteX61" fmla="*/ 6068640 w 6105267"/>
              <a:gd name="connsiteY61" fmla="*/ 5474503 h 6858000"/>
              <a:gd name="connsiteX62" fmla="*/ 6080922 w 6105267"/>
              <a:gd name="connsiteY62" fmla="*/ 5561070 h 6858000"/>
              <a:gd name="connsiteX63" fmla="*/ 6096949 w 6105267"/>
              <a:gd name="connsiteY63" fmla="*/ 5648179 h 6858000"/>
              <a:gd name="connsiteX64" fmla="*/ 6096746 w 6105267"/>
              <a:gd name="connsiteY64" fmla="*/ 5862844 h 6858000"/>
              <a:gd name="connsiteX65" fmla="*/ 6045436 w 6105267"/>
              <a:gd name="connsiteY65" fmla="*/ 6124480 h 6858000"/>
              <a:gd name="connsiteX66" fmla="*/ 6030489 w 6105267"/>
              <a:gd name="connsiteY66" fmla="*/ 6317666 h 6858000"/>
              <a:gd name="connsiteX67" fmla="*/ 6007492 w 6105267"/>
              <a:gd name="connsiteY67" fmla="*/ 6440818 h 6858000"/>
              <a:gd name="connsiteX68" fmla="*/ 6009467 w 6105267"/>
              <a:gd name="connsiteY68" fmla="*/ 6487076 h 6858000"/>
              <a:gd name="connsiteX69" fmla="*/ 5995064 w 6105267"/>
              <a:gd name="connsiteY69" fmla="*/ 6540791 h 6858000"/>
              <a:gd name="connsiteX70" fmla="*/ 5986207 w 6105267"/>
              <a:gd name="connsiteY70" fmla="*/ 6695855 h 6858000"/>
              <a:gd name="connsiteX71" fmla="*/ 5979428 w 6105267"/>
              <a:gd name="connsiteY71" fmla="*/ 6754678 h 6858000"/>
              <a:gd name="connsiteX72" fmla="*/ 5984543 w 6105267"/>
              <a:gd name="connsiteY72" fmla="*/ 6811016 h 6858000"/>
              <a:gd name="connsiteX73" fmla="*/ 5979671 w 6105267"/>
              <a:gd name="connsiteY73" fmla="*/ 6858000 h 6858000"/>
              <a:gd name="connsiteX74" fmla="*/ 0 w 6105267"/>
              <a:gd name="connsiteY74" fmla="*/ 6858000 h 6858000"/>
              <a:gd name="connsiteX75" fmla="*/ 0 w 6105267"/>
              <a:gd name="connsiteY75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217308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186352 h 6858000"/>
              <a:gd name="connsiteX14" fmla="*/ 5202769 w 6105267"/>
              <a:gd name="connsiteY14" fmla="*/ 1269450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189234 w 6105267"/>
              <a:gd name="connsiteY13" fmla="*/ 1186352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696643 w 6105267"/>
              <a:gd name="connsiteY41" fmla="*/ 3773888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706168 w 6105267"/>
              <a:gd name="connsiteY41" fmla="*/ 3797701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57023 w 6105267"/>
              <a:gd name="connsiteY32" fmla="*/ 2858292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722836 w 6105267"/>
              <a:gd name="connsiteY41" fmla="*/ 3814370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18377 w 6105267"/>
              <a:gd name="connsiteY38" fmla="*/ 3588431 h 6858000"/>
              <a:gd name="connsiteX39" fmla="*/ 5655472 w 6105267"/>
              <a:gd name="connsiteY39" fmla="*/ 3678877 h 6858000"/>
              <a:gd name="connsiteX40" fmla="*/ 5683015 w 6105267"/>
              <a:gd name="connsiteY40" fmla="*/ 3762025 h 6858000"/>
              <a:gd name="connsiteX41" fmla="*/ 5722836 w 6105267"/>
              <a:gd name="connsiteY41" fmla="*/ 3814370 h 6858000"/>
              <a:gd name="connsiteX42" fmla="*/ 5768491 w 6105267"/>
              <a:gd name="connsiteY42" fmla="*/ 3914399 h 6858000"/>
              <a:gd name="connsiteX43" fmla="*/ 5793123 w 6105267"/>
              <a:gd name="connsiteY43" fmla="*/ 3969952 h 6858000"/>
              <a:gd name="connsiteX44" fmla="*/ 5808321 w 6105267"/>
              <a:gd name="connsiteY44" fmla="*/ 3988153 h 6858000"/>
              <a:gd name="connsiteX45" fmla="*/ 5860672 w 6105267"/>
              <a:gd name="connsiteY45" fmla="*/ 4061579 h 6858000"/>
              <a:gd name="connsiteX46" fmla="*/ 5894095 w 6105267"/>
              <a:gd name="connsiteY46" fmla="*/ 4128857 h 6858000"/>
              <a:gd name="connsiteX47" fmla="*/ 5903513 w 6105267"/>
              <a:gd name="connsiteY47" fmla="*/ 4187661 h 6858000"/>
              <a:gd name="connsiteX48" fmla="*/ 5949086 w 6105267"/>
              <a:gd name="connsiteY48" fmla="*/ 4366139 h 6858000"/>
              <a:gd name="connsiteX49" fmla="*/ 5949261 w 6105267"/>
              <a:gd name="connsiteY49" fmla="*/ 4449185 h 6858000"/>
              <a:gd name="connsiteX50" fmla="*/ 5961816 w 6105267"/>
              <a:gd name="connsiteY50" fmla="*/ 4494562 h 6858000"/>
              <a:gd name="connsiteX51" fmla="*/ 5998138 w 6105267"/>
              <a:gd name="connsiteY51" fmla="*/ 4697518 h 6858000"/>
              <a:gd name="connsiteX52" fmla="*/ 6007819 w 6105267"/>
              <a:gd name="connsiteY52" fmla="*/ 4858148 h 6858000"/>
              <a:gd name="connsiteX53" fmla="*/ 6007749 w 6105267"/>
              <a:gd name="connsiteY53" fmla="*/ 4964715 h 6858000"/>
              <a:gd name="connsiteX54" fmla="*/ 6005269 w 6105267"/>
              <a:gd name="connsiteY54" fmla="*/ 5150567 h 6858000"/>
              <a:gd name="connsiteX55" fmla="*/ 6001127 w 6105267"/>
              <a:gd name="connsiteY55" fmla="*/ 5164609 h 6858000"/>
              <a:gd name="connsiteX56" fmla="*/ 5998514 w 6105267"/>
              <a:gd name="connsiteY56" fmla="*/ 5189673 h 6858000"/>
              <a:gd name="connsiteX57" fmla="*/ 6036748 w 6105267"/>
              <a:gd name="connsiteY57" fmla="*/ 5322752 h 6858000"/>
              <a:gd name="connsiteX58" fmla="*/ 6037677 w 6105267"/>
              <a:gd name="connsiteY58" fmla="*/ 5354807 h 6858000"/>
              <a:gd name="connsiteX59" fmla="*/ 6053435 w 6105267"/>
              <a:gd name="connsiteY59" fmla="*/ 5387547 h 6858000"/>
              <a:gd name="connsiteX60" fmla="*/ 6068640 w 6105267"/>
              <a:gd name="connsiteY60" fmla="*/ 5474503 h 6858000"/>
              <a:gd name="connsiteX61" fmla="*/ 6080922 w 6105267"/>
              <a:gd name="connsiteY61" fmla="*/ 5561070 h 6858000"/>
              <a:gd name="connsiteX62" fmla="*/ 6096949 w 6105267"/>
              <a:gd name="connsiteY62" fmla="*/ 5648179 h 6858000"/>
              <a:gd name="connsiteX63" fmla="*/ 6096746 w 6105267"/>
              <a:gd name="connsiteY63" fmla="*/ 5862844 h 6858000"/>
              <a:gd name="connsiteX64" fmla="*/ 6045436 w 6105267"/>
              <a:gd name="connsiteY64" fmla="*/ 6124480 h 6858000"/>
              <a:gd name="connsiteX65" fmla="*/ 6030489 w 6105267"/>
              <a:gd name="connsiteY65" fmla="*/ 6317666 h 6858000"/>
              <a:gd name="connsiteX66" fmla="*/ 6007492 w 6105267"/>
              <a:gd name="connsiteY66" fmla="*/ 6440818 h 6858000"/>
              <a:gd name="connsiteX67" fmla="*/ 6009467 w 6105267"/>
              <a:gd name="connsiteY67" fmla="*/ 6487076 h 6858000"/>
              <a:gd name="connsiteX68" fmla="*/ 5995064 w 6105267"/>
              <a:gd name="connsiteY68" fmla="*/ 6540791 h 6858000"/>
              <a:gd name="connsiteX69" fmla="*/ 5986207 w 6105267"/>
              <a:gd name="connsiteY69" fmla="*/ 6695855 h 6858000"/>
              <a:gd name="connsiteX70" fmla="*/ 5979428 w 6105267"/>
              <a:gd name="connsiteY70" fmla="*/ 6754678 h 6858000"/>
              <a:gd name="connsiteX71" fmla="*/ 5984543 w 6105267"/>
              <a:gd name="connsiteY71" fmla="*/ 6811016 h 6858000"/>
              <a:gd name="connsiteX72" fmla="*/ 5979671 w 6105267"/>
              <a:gd name="connsiteY72" fmla="*/ 6858000 h 6858000"/>
              <a:gd name="connsiteX73" fmla="*/ 0 w 6105267"/>
              <a:gd name="connsiteY73" fmla="*/ 6858000 h 6858000"/>
              <a:gd name="connsiteX74" fmla="*/ 0 w 6105267"/>
              <a:gd name="connsiteY74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55472 w 6105267"/>
              <a:gd name="connsiteY38" fmla="*/ 3678877 h 6858000"/>
              <a:gd name="connsiteX39" fmla="*/ 5683015 w 6105267"/>
              <a:gd name="connsiteY39" fmla="*/ 3762025 h 6858000"/>
              <a:gd name="connsiteX40" fmla="*/ 5722836 w 6105267"/>
              <a:gd name="connsiteY40" fmla="*/ 3814370 h 6858000"/>
              <a:gd name="connsiteX41" fmla="*/ 5768491 w 6105267"/>
              <a:gd name="connsiteY41" fmla="*/ 3914399 h 6858000"/>
              <a:gd name="connsiteX42" fmla="*/ 5793123 w 6105267"/>
              <a:gd name="connsiteY42" fmla="*/ 3969952 h 6858000"/>
              <a:gd name="connsiteX43" fmla="*/ 5808321 w 6105267"/>
              <a:gd name="connsiteY43" fmla="*/ 3988153 h 6858000"/>
              <a:gd name="connsiteX44" fmla="*/ 5860672 w 6105267"/>
              <a:gd name="connsiteY44" fmla="*/ 4061579 h 6858000"/>
              <a:gd name="connsiteX45" fmla="*/ 5894095 w 6105267"/>
              <a:gd name="connsiteY45" fmla="*/ 4128857 h 6858000"/>
              <a:gd name="connsiteX46" fmla="*/ 5903513 w 6105267"/>
              <a:gd name="connsiteY46" fmla="*/ 4187661 h 6858000"/>
              <a:gd name="connsiteX47" fmla="*/ 5949086 w 6105267"/>
              <a:gd name="connsiteY47" fmla="*/ 4366139 h 6858000"/>
              <a:gd name="connsiteX48" fmla="*/ 5949261 w 6105267"/>
              <a:gd name="connsiteY48" fmla="*/ 4449185 h 6858000"/>
              <a:gd name="connsiteX49" fmla="*/ 5961816 w 6105267"/>
              <a:gd name="connsiteY49" fmla="*/ 4494562 h 6858000"/>
              <a:gd name="connsiteX50" fmla="*/ 5998138 w 6105267"/>
              <a:gd name="connsiteY50" fmla="*/ 4697518 h 6858000"/>
              <a:gd name="connsiteX51" fmla="*/ 6007819 w 6105267"/>
              <a:gd name="connsiteY51" fmla="*/ 4858148 h 6858000"/>
              <a:gd name="connsiteX52" fmla="*/ 6007749 w 6105267"/>
              <a:gd name="connsiteY52" fmla="*/ 4964715 h 6858000"/>
              <a:gd name="connsiteX53" fmla="*/ 6005269 w 6105267"/>
              <a:gd name="connsiteY53" fmla="*/ 5150567 h 6858000"/>
              <a:gd name="connsiteX54" fmla="*/ 6001127 w 6105267"/>
              <a:gd name="connsiteY54" fmla="*/ 5164609 h 6858000"/>
              <a:gd name="connsiteX55" fmla="*/ 5998514 w 6105267"/>
              <a:gd name="connsiteY55" fmla="*/ 5189673 h 6858000"/>
              <a:gd name="connsiteX56" fmla="*/ 6036748 w 6105267"/>
              <a:gd name="connsiteY56" fmla="*/ 5322752 h 6858000"/>
              <a:gd name="connsiteX57" fmla="*/ 6037677 w 6105267"/>
              <a:gd name="connsiteY57" fmla="*/ 5354807 h 6858000"/>
              <a:gd name="connsiteX58" fmla="*/ 6053435 w 6105267"/>
              <a:gd name="connsiteY58" fmla="*/ 5387547 h 6858000"/>
              <a:gd name="connsiteX59" fmla="*/ 6068640 w 6105267"/>
              <a:gd name="connsiteY59" fmla="*/ 5474503 h 6858000"/>
              <a:gd name="connsiteX60" fmla="*/ 6080922 w 6105267"/>
              <a:gd name="connsiteY60" fmla="*/ 5561070 h 6858000"/>
              <a:gd name="connsiteX61" fmla="*/ 6096949 w 6105267"/>
              <a:gd name="connsiteY61" fmla="*/ 5648179 h 6858000"/>
              <a:gd name="connsiteX62" fmla="*/ 6096746 w 6105267"/>
              <a:gd name="connsiteY62" fmla="*/ 5862844 h 6858000"/>
              <a:gd name="connsiteX63" fmla="*/ 6045436 w 6105267"/>
              <a:gd name="connsiteY63" fmla="*/ 6124480 h 6858000"/>
              <a:gd name="connsiteX64" fmla="*/ 6030489 w 6105267"/>
              <a:gd name="connsiteY64" fmla="*/ 6317666 h 6858000"/>
              <a:gd name="connsiteX65" fmla="*/ 6007492 w 6105267"/>
              <a:gd name="connsiteY65" fmla="*/ 6440818 h 6858000"/>
              <a:gd name="connsiteX66" fmla="*/ 6009467 w 6105267"/>
              <a:gd name="connsiteY66" fmla="*/ 6487076 h 6858000"/>
              <a:gd name="connsiteX67" fmla="*/ 5995064 w 6105267"/>
              <a:gd name="connsiteY67" fmla="*/ 6540791 h 6858000"/>
              <a:gd name="connsiteX68" fmla="*/ 5986207 w 6105267"/>
              <a:gd name="connsiteY68" fmla="*/ 6695855 h 6858000"/>
              <a:gd name="connsiteX69" fmla="*/ 5979428 w 6105267"/>
              <a:gd name="connsiteY69" fmla="*/ 6754678 h 6858000"/>
              <a:gd name="connsiteX70" fmla="*/ 5984543 w 6105267"/>
              <a:gd name="connsiteY70" fmla="*/ 6811016 h 6858000"/>
              <a:gd name="connsiteX71" fmla="*/ 5979671 w 6105267"/>
              <a:gd name="connsiteY71" fmla="*/ 6858000 h 6858000"/>
              <a:gd name="connsiteX72" fmla="*/ 0 w 6105267"/>
              <a:gd name="connsiteY72" fmla="*/ 6858000 h 6858000"/>
              <a:gd name="connsiteX73" fmla="*/ 0 w 6105267"/>
              <a:gd name="connsiteY73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34129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6144 w 6105267"/>
              <a:gd name="connsiteY36" fmla="*/ 3534624 h 6858000"/>
              <a:gd name="connsiteX37" fmla="*/ 5597750 w 6105267"/>
              <a:gd name="connsiteY37" fmla="*/ 3520805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30926 w 6105267"/>
              <a:gd name="connsiteY36" fmla="*/ 3564605 h 6858000"/>
              <a:gd name="connsiteX37" fmla="*/ 5597750 w 6105267"/>
              <a:gd name="connsiteY37" fmla="*/ 3520805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30926 w 6105267"/>
              <a:gd name="connsiteY36" fmla="*/ 3564605 h 6858000"/>
              <a:gd name="connsiteX37" fmla="*/ 5614055 w 6105267"/>
              <a:gd name="connsiteY37" fmla="*/ 3560779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30926 w 6105267"/>
              <a:gd name="connsiteY36" fmla="*/ 3564605 h 6858000"/>
              <a:gd name="connsiteX37" fmla="*/ 5614055 w 6105267"/>
              <a:gd name="connsiteY37" fmla="*/ 3560779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  <a:gd name="connsiteX0" fmla="*/ 0 w 6105267"/>
              <a:gd name="connsiteY0" fmla="*/ 0 h 6858000"/>
              <a:gd name="connsiteX1" fmla="*/ 4965888 w 6105267"/>
              <a:gd name="connsiteY1" fmla="*/ 0 h 6858000"/>
              <a:gd name="connsiteX2" fmla="*/ 4967767 w 6105267"/>
              <a:gd name="connsiteY2" fmla="*/ 7930 h 6858000"/>
              <a:gd name="connsiteX3" fmla="*/ 4979444 w 6105267"/>
              <a:gd name="connsiteY3" fmla="*/ 43921 h 6858000"/>
              <a:gd name="connsiteX4" fmla="*/ 5075458 w 6105267"/>
              <a:gd name="connsiteY4" fmla="*/ 264355 h 6858000"/>
              <a:gd name="connsiteX5" fmla="*/ 5081175 w 6105267"/>
              <a:gd name="connsiteY5" fmla="*/ 277448 h 6858000"/>
              <a:gd name="connsiteX6" fmla="*/ 5097011 w 6105267"/>
              <a:gd name="connsiteY6" fmla="*/ 355616 h 6858000"/>
              <a:gd name="connsiteX7" fmla="*/ 5153000 w 6105267"/>
              <a:gd name="connsiteY7" fmla="*/ 507134 h 6858000"/>
              <a:gd name="connsiteX8" fmla="*/ 5171282 w 6105267"/>
              <a:gd name="connsiteY8" fmla="*/ 602071 h 6858000"/>
              <a:gd name="connsiteX9" fmla="*/ 5189051 w 6105267"/>
              <a:gd name="connsiteY9" fmla="*/ 782518 h 6858000"/>
              <a:gd name="connsiteX10" fmla="*/ 5218707 w 6105267"/>
              <a:gd name="connsiteY10" fmla="*/ 886387 h 6858000"/>
              <a:gd name="connsiteX11" fmla="*/ 5221281 w 6105267"/>
              <a:gd name="connsiteY11" fmla="*/ 920873 h 6858000"/>
              <a:gd name="connsiteX12" fmla="*/ 5201018 w 6105267"/>
              <a:gd name="connsiteY12" fmla="*/ 1095027 h 6858000"/>
              <a:gd name="connsiteX13" fmla="*/ 5205902 w 6105267"/>
              <a:gd name="connsiteY13" fmla="*/ 1203021 h 6858000"/>
              <a:gd name="connsiteX14" fmla="*/ 5207532 w 6105267"/>
              <a:gd name="connsiteY14" fmla="*/ 1278975 h 6858000"/>
              <a:gd name="connsiteX15" fmla="*/ 5225968 w 6105267"/>
              <a:gd name="connsiteY15" fmla="*/ 1357994 h 6858000"/>
              <a:gd name="connsiteX16" fmla="*/ 5226675 w 6105267"/>
              <a:gd name="connsiteY16" fmla="*/ 1385685 h 6858000"/>
              <a:gd name="connsiteX17" fmla="*/ 5237226 w 6105267"/>
              <a:gd name="connsiteY17" fmla="*/ 1441327 h 6858000"/>
              <a:gd name="connsiteX18" fmla="*/ 5255653 w 6105267"/>
              <a:gd name="connsiteY18" fmla="*/ 1524712 h 6858000"/>
              <a:gd name="connsiteX19" fmla="*/ 5263491 w 6105267"/>
              <a:gd name="connsiteY19" fmla="*/ 1642938 h 6858000"/>
              <a:gd name="connsiteX20" fmla="*/ 5256552 w 6105267"/>
              <a:gd name="connsiteY20" fmla="*/ 1672509 h 6858000"/>
              <a:gd name="connsiteX21" fmla="*/ 5264549 w 6105267"/>
              <a:gd name="connsiteY21" fmla="*/ 1837572 h 6858000"/>
              <a:gd name="connsiteX22" fmla="*/ 5255696 w 6105267"/>
              <a:gd name="connsiteY22" fmla="*/ 1953770 h 6858000"/>
              <a:gd name="connsiteX23" fmla="*/ 5252592 w 6105267"/>
              <a:gd name="connsiteY23" fmla="*/ 2092210 h 6858000"/>
              <a:gd name="connsiteX24" fmla="*/ 5257248 w 6105267"/>
              <a:gd name="connsiteY24" fmla="*/ 2203922 h 6858000"/>
              <a:gd name="connsiteX25" fmla="*/ 5262551 w 6105267"/>
              <a:gd name="connsiteY25" fmla="*/ 2288050 h 6858000"/>
              <a:gd name="connsiteX26" fmla="*/ 5293877 w 6105267"/>
              <a:gd name="connsiteY26" fmla="*/ 2368649 h 6858000"/>
              <a:gd name="connsiteX27" fmla="*/ 5311338 w 6105267"/>
              <a:gd name="connsiteY27" fmla="*/ 2404034 h 6858000"/>
              <a:gd name="connsiteX28" fmla="*/ 5338366 w 6105267"/>
              <a:gd name="connsiteY28" fmla="*/ 2465052 h 6858000"/>
              <a:gd name="connsiteX29" fmla="*/ 5371263 w 6105267"/>
              <a:gd name="connsiteY29" fmla="*/ 2586413 h 6858000"/>
              <a:gd name="connsiteX30" fmla="*/ 5407503 w 6105267"/>
              <a:gd name="connsiteY30" fmla="*/ 2786290 h 6858000"/>
              <a:gd name="connsiteX31" fmla="*/ 5407356 w 6105267"/>
              <a:gd name="connsiteY31" fmla="*/ 2787545 h 6858000"/>
              <a:gd name="connsiteX32" fmla="*/ 5448870 w 6105267"/>
              <a:gd name="connsiteY32" fmla="*/ 2838305 h 6858000"/>
              <a:gd name="connsiteX33" fmla="*/ 5503944 w 6105267"/>
              <a:gd name="connsiteY33" fmla="*/ 3123335 h 6858000"/>
              <a:gd name="connsiteX34" fmla="*/ 5525532 w 6105267"/>
              <a:gd name="connsiteY34" fmla="*/ 3258473 h 6858000"/>
              <a:gd name="connsiteX35" fmla="*/ 5589758 w 6105267"/>
              <a:gd name="connsiteY35" fmla="*/ 3453699 h 6858000"/>
              <a:gd name="connsiteX36" fmla="*/ 5592069 w 6105267"/>
              <a:gd name="connsiteY36" fmla="*/ 3514638 h 6858000"/>
              <a:gd name="connsiteX37" fmla="*/ 5614055 w 6105267"/>
              <a:gd name="connsiteY37" fmla="*/ 3560779 h 6858000"/>
              <a:gd name="connsiteX38" fmla="*/ 5683015 w 6105267"/>
              <a:gd name="connsiteY38" fmla="*/ 3762025 h 6858000"/>
              <a:gd name="connsiteX39" fmla="*/ 5722836 w 6105267"/>
              <a:gd name="connsiteY39" fmla="*/ 3814370 h 6858000"/>
              <a:gd name="connsiteX40" fmla="*/ 5768491 w 6105267"/>
              <a:gd name="connsiteY40" fmla="*/ 3914399 h 6858000"/>
              <a:gd name="connsiteX41" fmla="*/ 5793123 w 6105267"/>
              <a:gd name="connsiteY41" fmla="*/ 3969952 h 6858000"/>
              <a:gd name="connsiteX42" fmla="*/ 5808321 w 6105267"/>
              <a:gd name="connsiteY42" fmla="*/ 3988153 h 6858000"/>
              <a:gd name="connsiteX43" fmla="*/ 5860672 w 6105267"/>
              <a:gd name="connsiteY43" fmla="*/ 4061579 h 6858000"/>
              <a:gd name="connsiteX44" fmla="*/ 5894095 w 6105267"/>
              <a:gd name="connsiteY44" fmla="*/ 4128857 h 6858000"/>
              <a:gd name="connsiteX45" fmla="*/ 5903513 w 6105267"/>
              <a:gd name="connsiteY45" fmla="*/ 4187661 h 6858000"/>
              <a:gd name="connsiteX46" fmla="*/ 5949086 w 6105267"/>
              <a:gd name="connsiteY46" fmla="*/ 4366139 h 6858000"/>
              <a:gd name="connsiteX47" fmla="*/ 5949261 w 6105267"/>
              <a:gd name="connsiteY47" fmla="*/ 4449185 h 6858000"/>
              <a:gd name="connsiteX48" fmla="*/ 5961816 w 6105267"/>
              <a:gd name="connsiteY48" fmla="*/ 4494562 h 6858000"/>
              <a:gd name="connsiteX49" fmla="*/ 5998138 w 6105267"/>
              <a:gd name="connsiteY49" fmla="*/ 4697518 h 6858000"/>
              <a:gd name="connsiteX50" fmla="*/ 6007819 w 6105267"/>
              <a:gd name="connsiteY50" fmla="*/ 4858148 h 6858000"/>
              <a:gd name="connsiteX51" fmla="*/ 6007749 w 6105267"/>
              <a:gd name="connsiteY51" fmla="*/ 4964715 h 6858000"/>
              <a:gd name="connsiteX52" fmla="*/ 6005269 w 6105267"/>
              <a:gd name="connsiteY52" fmla="*/ 5150567 h 6858000"/>
              <a:gd name="connsiteX53" fmla="*/ 6001127 w 6105267"/>
              <a:gd name="connsiteY53" fmla="*/ 5164609 h 6858000"/>
              <a:gd name="connsiteX54" fmla="*/ 5998514 w 6105267"/>
              <a:gd name="connsiteY54" fmla="*/ 5189673 h 6858000"/>
              <a:gd name="connsiteX55" fmla="*/ 6036748 w 6105267"/>
              <a:gd name="connsiteY55" fmla="*/ 5322752 h 6858000"/>
              <a:gd name="connsiteX56" fmla="*/ 6037677 w 6105267"/>
              <a:gd name="connsiteY56" fmla="*/ 5354807 h 6858000"/>
              <a:gd name="connsiteX57" fmla="*/ 6053435 w 6105267"/>
              <a:gd name="connsiteY57" fmla="*/ 5387547 h 6858000"/>
              <a:gd name="connsiteX58" fmla="*/ 6068640 w 6105267"/>
              <a:gd name="connsiteY58" fmla="*/ 5474503 h 6858000"/>
              <a:gd name="connsiteX59" fmla="*/ 6080922 w 6105267"/>
              <a:gd name="connsiteY59" fmla="*/ 5561070 h 6858000"/>
              <a:gd name="connsiteX60" fmla="*/ 6096949 w 6105267"/>
              <a:gd name="connsiteY60" fmla="*/ 5648179 h 6858000"/>
              <a:gd name="connsiteX61" fmla="*/ 6096746 w 6105267"/>
              <a:gd name="connsiteY61" fmla="*/ 5862844 h 6858000"/>
              <a:gd name="connsiteX62" fmla="*/ 6045436 w 6105267"/>
              <a:gd name="connsiteY62" fmla="*/ 6124480 h 6858000"/>
              <a:gd name="connsiteX63" fmla="*/ 6030489 w 6105267"/>
              <a:gd name="connsiteY63" fmla="*/ 6317666 h 6858000"/>
              <a:gd name="connsiteX64" fmla="*/ 6007492 w 6105267"/>
              <a:gd name="connsiteY64" fmla="*/ 6440818 h 6858000"/>
              <a:gd name="connsiteX65" fmla="*/ 6009467 w 6105267"/>
              <a:gd name="connsiteY65" fmla="*/ 6487076 h 6858000"/>
              <a:gd name="connsiteX66" fmla="*/ 5995064 w 6105267"/>
              <a:gd name="connsiteY66" fmla="*/ 6540791 h 6858000"/>
              <a:gd name="connsiteX67" fmla="*/ 5986207 w 6105267"/>
              <a:gd name="connsiteY67" fmla="*/ 6695855 h 6858000"/>
              <a:gd name="connsiteX68" fmla="*/ 5979428 w 6105267"/>
              <a:gd name="connsiteY68" fmla="*/ 6754678 h 6858000"/>
              <a:gd name="connsiteX69" fmla="*/ 5984543 w 6105267"/>
              <a:gd name="connsiteY69" fmla="*/ 6811016 h 6858000"/>
              <a:gd name="connsiteX70" fmla="*/ 5979671 w 6105267"/>
              <a:gd name="connsiteY70" fmla="*/ 6858000 h 6858000"/>
              <a:gd name="connsiteX71" fmla="*/ 0 w 6105267"/>
              <a:gd name="connsiteY71" fmla="*/ 6858000 h 6858000"/>
              <a:gd name="connsiteX72" fmla="*/ 0 w 6105267"/>
              <a:gd name="connsiteY7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05267" h="6858000">
                <a:moveTo>
                  <a:pt x="0" y="0"/>
                </a:moveTo>
                <a:lnTo>
                  <a:pt x="4965888" y="0"/>
                </a:lnTo>
                <a:lnTo>
                  <a:pt x="4967767" y="7930"/>
                </a:lnTo>
                <a:cubicBezTo>
                  <a:pt x="4971201" y="21562"/>
                  <a:pt x="4974810" y="33728"/>
                  <a:pt x="4979444" y="43921"/>
                </a:cubicBezTo>
                <a:cubicBezTo>
                  <a:pt x="5002155" y="108089"/>
                  <a:pt x="5039453" y="125421"/>
                  <a:pt x="5075458" y="264355"/>
                </a:cubicBezTo>
                <a:cubicBezTo>
                  <a:pt x="5080172" y="263373"/>
                  <a:pt x="5084375" y="273006"/>
                  <a:pt x="5081175" y="277448"/>
                </a:cubicBezTo>
                <a:cubicBezTo>
                  <a:pt x="5078869" y="356637"/>
                  <a:pt x="5109899" y="337879"/>
                  <a:pt x="5097011" y="355616"/>
                </a:cubicBezTo>
                <a:cubicBezTo>
                  <a:pt x="5108982" y="393897"/>
                  <a:pt x="5123954" y="442245"/>
                  <a:pt x="5153000" y="507134"/>
                </a:cubicBezTo>
                <a:cubicBezTo>
                  <a:pt x="5159130" y="542272"/>
                  <a:pt x="5172528" y="570912"/>
                  <a:pt x="5171282" y="602071"/>
                </a:cubicBezTo>
                <a:cubicBezTo>
                  <a:pt x="5177290" y="647968"/>
                  <a:pt x="5183528" y="639882"/>
                  <a:pt x="5189051" y="782518"/>
                </a:cubicBezTo>
                <a:cubicBezTo>
                  <a:pt x="5196533" y="819747"/>
                  <a:pt x="5211748" y="856581"/>
                  <a:pt x="5218707" y="886387"/>
                </a:cubicBezTo>
                <a:cubicBezTo>
                  <a:pt x="5222103" y="910651"/>
                  <a:pt x="5224626" y="881734"/>
                  <a:pt x="5221281" y="920873"/>
                </a:cubicBezTo>
                <a:cubicBezTo>
                  <a:pt x="5216226" y="962348"/>
                  <a:pt x="5227328" y="1047212"/>
                  <a:pt x="5201018" y="1095027"/>
                </a:cubicBezTo>
                <a:cubicBezTo>
                  <a:pt x="5195677" y="1140464"/>
                  <a:pt x="5205610" y="1173951"/>
                  <a:pt x="5205902" y="1203021"/>
                </a:cubicBezTo>
                <a:cubicBezTo>
                  <a:pt x="5207939" y="1240877"/>
                  <a:pt x="5220231" y="1264849"/>
                  <a:pt x="5207532" y="1278975"/>
                </a:cubicBezTo>
                <a:cubicBezTo>
                  <a:pt x="5213654" y="1306391"/>
                  <a:pt x="5220794" y="1339415"/>
                  <a:pt x="5225968" y="1357994"/>
                </a:cubicBezTo>
                <a:cubicBezTo>
                  <a:pt x="5235560" y="1363307"/>
                  <a:pt x="5224941" y="1377158"/>
                  <a:pt x="5226675" y="1385685"/>
                </a:cubicBezTo>
                <a:cubicBezTo>
                  <a:pt x="5235522" y="1394562"/>
                  <a:pt x="5242140" y="1429309"/>
                  <a:pt x="5237226" y="1441327"/>
                </a:cubicBezTo>
                <a:lnTo>
                  <a:pt x="5255653" y="1524712"/>
                </a:lnTo>
                <a:lnTo>
                  <a:pt x="5263491" y="1642938"/>
                </a:lnTo>
                <a:cubicBezTo>
                  <a:pt x="5233312" y="1645260"/>
                  <a:pt x="5283758" y="1680689"/>
                  <a:pt x="5256552" y="1672509"/>
                </a:cubicBezTo>
                <a:cubicBezTo>
                  <a:pt x="5263439" y="1704194"/>
                  <a:pt x="5241186" y="1762238"/>
                  <a:pt x="5264549" y="1837572"/>
                </a:cubicBezTo>
                <a:cubicBezTo>
                  <a:pt x="5255047" y="1894025"/>
                  <a:pt x="5279958" y="1903508"/>
                  <a:pt x="5255696" y="1953770"/>
                </a:cubicBezTo>
                <a:cubicBezTo>
                  <a:pt x="5254497" y="2018939"/>
                  <a:pt x="5251158" y="2034824"/>
                  <a:pt x="5252592" y="2092210"/>
                </a:cubicBezTo>
                <a:cubicBezTo>
                  <a:pt x="5251660" y="2141443"/>
                  <a:pt x="5257478" y="2177466"/>
                  <a:pt x="5257248" y="2203922"/>
                </a:cubicBezTo>
                <a:lnTo>
                  <a:pt x="5262551" y="2288050"/>
                </a:lnTo>
                <a:cubicBezTo>
                  <a:pt x="5267437" y="2336348"/>
                  <a:pt x="5279466" y="2334639"/>
                  <a:pt x="5293877" y="2368649"/>
                </a:cubicBezTo>
                <a:lnTo>
                  <a:pt x="5311338" y="2404034"/>
                </a:lnTo>
                <a:cubicBezTo>
                  <a:pt x="5310997" y="2405674"/>
                  <a:pt x="5338704" y="2463412"/>
                  <a:pt x="5338366" y="2465052"/>
                </a:cubicBezTo>
                <a:cubicBezTo>
                  <a:pt x="5342744" y="2497318"/>
                  <a:pt x="5359740" y="2532873"/>
                  <a:pt x="5371263" y="2586413"/>
                </a:cubicBezTo>
                <a:cubicBezTo>
                  <a:pt x="5361911" y="2605414"/>
                  <a:pt x="5395423" y="2719664"/>
                  <a:pt x="5407503" y="2786290"/>
                </a:cubicBezTo>
                <a:cubicBezTo>
                  <a:pt x="5407454" y="2786708"/>
                  <a:pt x="5407404" y="2787125"/>
                  <a:pt x="5407356" y="2787545"/>
                </a:cubicBezTo>
                <a:cubicBezTo>
                  <a:pt x="5433437" y="2813691"/>
                  <a:pt x="5432314" y="2814723"/>
                  <a:pt x="5448870" y="2838305"/>
                </a:cubicBezTo>
                <a:cubicBezTo>
                  <a:pt x="5464968" y="2894270"/>
                  <a:pt x="5454425" y="2918525"/>
                  <a:pt x="5503944" y="3123335"/>
                </a:cubicBezTo>
                <a:cubicBezTo>
                  <a:pt x="5512347" y="3181628"/>
                  <a:pt x="5512245" y="3208390"/>
                  <a:pt x="5525532" y="3258473"/>
                </a:cubicBezTo>
                <a:cubicBezTo>
                  <a:pt x="5539834" y="3322326"/>
                  <a:pt x="5576402" y="3407674"/>
                  <a:pt x="5589758" y="3453699"/>
                </a:cubicBezTo>
                <a:cubicBezTo>
                  <a:pt x="5570147" y="3490668"/>
                  <a:pt x="5591299" y="3454351"/>
                  <a:pt x="5592069" y="3514638"/>
                </a:cubicBezTo>
                <a:lnTo>
                  <a:pt x="5614055" y="3560779"/>
                </a:lnTo>
                <a:cubicBezTo>
                  <a:pt x="5642477" y="3636744"/>
                  <a:pt x="5634212" y="3552814"/>
                  <a:pt x="5683015" y="3762025"/>
                </a:cubicBezTo>
                <a:cubicBezTo>
                  <a:pt x="5687021" y="3766429"/>
                  <a:pt x="5717920" y="3810691"/>
                  <a:pt x="5722836" y="3814370"/>
                </a:cubicBezTo>
                <a:lnTo>
                  <a:pt x="5768491" y="3914399"/>
                </a:lnTo>
                <a:cubicBezTo>
                  <a:pt x="5768399" y="3927909"/>
                  <a:pt x="5782052" y="3965459"/>
                  <a:pt x="5793123" y="3969952"/>
                </a:cubicBezTo>
                <a:cubicBezTo>
                  <a:pt x="5797717" y="3977244"/>
                  <a:pt x="5797864" y="3987352"/>
                  <a:pt x="5808321" y="3988153"/>
                </a:cubicBezTo>
                <a:cubicBezTo>
                  <a:pt x="5819579" y="4003424"/>
                  <a:pt x="5841613" y="4014315"/>
                  <a:pt x="5860672" y="4061579"/>
                </a:cubicBezTo>
                <a:cubicBezTo>
                  <a:pt x="5872084" y="4080468"/>
                  <a:pt x="5865523" y="4095937"/>
                  <a:pt x="5894095" y="4128857"/>
                </a:cubicBezTo>
                <a:lnTo>
                  <a:pt x="5903513" y="4187661"/>
                </a:lnTo>
                <a:cubicBezTo>
                  <a:pt x="5912281" y="4237527"/>
                  <a:pt x="5929555" y="4191583"/>
                  <a:pt x="5949086" y="4366139"/>
                </a:cubicBezTo>
                <a:cubicBezTo>
                  <a:pt x="5948498" y="4373973"/>
                  <a:pt x="5947179" y="4442831"/>
                  <a:pt x="5949261" y="4449185"/>
                </a:cubicBezTo>
                <a:lnTo>
                  <a:pt x="5961816" y="4494562"/>
                </a:lnTo>
                <a:cubicBezTo>
                  <a:pt x="5969962" y="4535951"/>
                  <a:pt x="5978352" y="4666880"/>
                  <a:pt x="5998138" y="4697518"/>
                </a:cubicBezTo>
                <a:cubicBezTo>
                  <a:pt x="6005688" y="4743028"/>
                  <a:pt x="6006217" y="4813615"/>
                  <a:pt x="6007819" y="4858148"/>
                </a:cubicBezTo>
                <a:cubicBezTo>
                  <a:pt x="6006852" y="4913684"/>
                  <a:pt x="6011369" y="4918877"/>
                  <a:pt x="6007749" y="4964715"/>
                </a:cubicBezTo>
                <a:cubicBezTo>
                  <a:pt x="6006922" y="5026666"/>
                  <a:pt x="6006096" y="5088616"/>
                  <a:pt x="6005269" y="5150567"/>
                </a:cubicBezTo>
                <a:lnTo>
                  <a:pt x="6001127" y="5164609"/>
                </a:lnTo>
                <a:lnTo>
                  <a:pt x="5998514" y="5189673"/>
                </a:lnTo>
                <a:lnTo>
                  <a:pt x="6036748" y="5322752"/>
                </a:lnTo>
                <a:cubicBezTo>
                  <a:pt x="6037058" y="5333437"/>
                  <a:pt x="6037367" y="5344122"/>
                  <a:pt x="6037677" y="5354807"/>
                </a:cubicBezTo>
                <a:lnTo>
                  <a:pt x="6053435" y="5387547"/>
                </a:lnTo>
                <a:cubicBezTo>
                  <a:pt x="6058595" y="5407496"/>
                  <a:pt x="6064059" y="5445583"/>
                  <a:pt x="6068640" y="5474503"/>
                </a:cubicBezTo>
                <a:cubicBezTo>
                  <a:pt x="6065387" y="5502156"/>
                  <a:pt x="6077015" y="5529097"/>
                  <a:pt x="6080922" y="5561070"/>
                </a:cubicBezTo>
                <a:cubicBezTo>
                  <a:pt x="6069952" y="5593856"/>
                  <a:pt x="6092872" y="5614018"/>
                  <a:pt x="6096949" y="5648179"/>
                </a:cubicBezTo>
                <a:cubicBezTo>
                  <a:pt x="6121811" y="5715144"/>
                  <a:pt x="6081535" y="5799438"/>
                  <a:pt x="6096746" y="5862844"/>
                </a:cubicBezTo>
                <a:cubicBezTo>
                  <a:pt x="6088161" y="5942227"/>
                  <a:pt x="6066798" y="6084395"/>
                  <a:pt x="6045436" y="6124480"/>
                </a:cubicBezTo>
                <a:cubicBezTo>
                  <a:pt x="6035300" y="6187952"/>
                  <a:pt x="6042671" y="6255420"/>
                  <a:pt x="6030489" y="6317666"/>
                </a:cubicBezTo>
                <a:cubicBezTo>
                  <a:pt x="5997800" y="6359855"/>
                  <a:pt x="6026490" y="6389009"/>
                  <a:pt x="6007492" y="6440818"/>
                </a:cubicBezTo>
                <a:cubicBezTo>
                  <a:pt x="6032870" y="6477306"/>
                  <a:pt x="6007936" y="6454949"/>
                  <a:pt x="6009467" y="6487076"/>
                </a:cubicBezTo>
                <a:cubicBezTo>
                  <a:pt x="6007396" y="6503737"/>
                  <a:pt x="5997257" y="6531311"/>
                  <a:pt x="5995064" y="6540791"/>
                </a:cubicBezTo>
                <a:lnTo>
                  <a:pt x="5986207" y="6695855"/>
                </a:lnTo>
                <a:cubicBezTo>
                  <a:pt x="5979276" y="6706164"/>
                  <a:pt x="5972094" y="6743953"/>
                  <a:pt x="5979428" y="6754678"/>
                </a:cubicBezTo>
                <a:cubicBezTo>
                  <a:pt x="5979151" y="6773871"/>
                  <a:pt x="5984503" y="6793796"/>
                  <a:pt x="5984543" y="6811016"/>
                </a:cubicBezTo>
                <a:cubicBezTo>
                  <a:pt x="5983922" y="6824242"/>
                  <a:pt x="6007010" y="6838446"/>
                  <a:pt x="5979671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940BC1-0B8D-FBD1-0958-7DEC3345F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698" y="139680"/>
            <a:ext cx="3035692" cy="1927245"/>
          </a:xfrm>
        </p:spPr>
        <p:txBody>
          <a:bodyPr anchor="t">
            <a:normAutofit/>
          </a:bodyPr>
          <a:lstStyle/>
          <a:p>
            <a:r>
              <a:rPr lang="it-IT" sz="4400" dirty="0">
                <a:solidFill>
                  <a:schemeClr val="bg1"/>
                </a:solidFill>
              </a:rPr>
              <a:t>CAFFEINE </a:t>
            </a:r>
            <a:br>
              <a:rPr lang="it-IT" sz="4400" dirty="0">
                <a:solidFill>
                  <a:schemeClr val="bg1"/>
                </a:solidFill>
              </a:rPr>
            </a:br>
            <a:r>
              <a:rPr lang="it-IT" sz="4400" dirty="0">
                <a:solidFill>
                  <a:schemeClr val="bg1"/>
                </a:solidFill>
              </a:rPr>
              <a:t>COUNTER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6E0CE52-75C1-37C0-D4AB-AAC944FB9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4571" y="5905499"/>
            <a:ext cx="3446805" cy="1288411"/>
          </a:xfrm>
        </p:spPr>
        <p:txBody>
          <a:bodyPr>
            <a:normAutofit/>
          </a:bodyPr>
          <a:lstStyle/>
          <a:p>
            <a:r>
              <a:rPr lang="it-IT" sz="1200" b="1" dirty="0">
                <a:solidFill>
                  <a:schemeClr val="bg1"/>
                </a:solidFill>
              </a:rPr>
              <a:t>Carlo De Simone  [R334000104]</a:t>
            </a:r>
          </a:p>
          <a:p>
            <a:r>
              <a:rPr lang="it-IT" sz="1200" b="1" dirty="0">
                <a:solidFill>
                  <a:schemeClr val="bg1"/>
                </a:solidFill>
              </a:rPr>
              <a:t>Marcello Donadio [R334000088]</a:t>
            </a:r>
          </a:p>
          <a:p>
            <a:r>
              <a:rPr lang="it-IT" sz="1200" b="1" dirty="0">
                <a:solidFill>
                  <a:schemeClr val="bg1"/>
                </a:solidFill>
              </a:rPr>
              <a:t>Andrea Sionne    [R334000041]</a:t>
            </a:r>
          </a:p>
          <a:p>
            <a:endParaRPr lang="it-IT" sz="1200" b="1" dirty="0">
              <a:solidFill>
                <a:srgbClr val="FFFFFF"/>
              </a:solidFill>
            </a:endParaRPr>
          </a:p>
          <a:p>
            <a:endParaRPr lang="it-IT" sz="1200" b="1" dirty="0">
              <a:solidFill>
                <a:srgbClr val="FFFFFF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6735A92-1C26-A919-FE37-9B322791A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98" y="2066925"/>
            <a:ext cx="3221202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9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6AD51EB-971C-4722-9A98-42EB5ABCA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894A7A4-3F4E-414B-97FB-E4C862AD1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63" y="0"/>
            <a:ext cx="8606754" cy="1542197"/>
          </a:xfrm>
          <a:custGeom>
            <a:avLst/>
            <a:gdLst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832307 w 9288370"/>
              <a:gd name="connsiteY3" fmla="*/ 1538702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63005 w 9288370"/>
              <a:gd name="connsiteY7" fmla="*/ 1511279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456865 w 9288370"/>
              <a:gd name="connsiteY6" fmla="*/ 1510292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46439 w 9288370"/>
              <a:gd name="connsiteY6" fmla="*/ 1440261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952094 w 9288370"/>
              <a:gd name="connsiteY51" fmla="*/ 409302 h 1858154"/>
              <a:gd name="connsiteX52" fmla="*/ 8231938 w 9288370"/>
              <a:gd name="connsiteY52" fmla="*/ 259259 h 1858154"/>
              <a:gd name="connsiteX53" fmla="*/ 8428864 w 9288370"/>
              <a:gd name="connsiteY53" fmla="*/ 208471 h 1858154"/>
              <a:gd name="connsiteX54" fmla="*/ 8616510 w 9288370"/>
              <a:gd name="connsiteY54" fmla="*/ 161973 h 1858154"/>
              <a:gd name="connsiteX55" fmla="*/ 8826766 w 9288370"/>
              <a:gd name="connsiteY55" fmla="*/ 152111 h 1858154"/>
              <a:gd name="connsiteX56" fmla="*/ 8917647 w 9288370"/>
              <a:gd name="connsiteY56" fmla="*/ 112232 h 1858154"/>
              <a:gd name="connsiteX57" fmla="*/ 9182272 w 9288370"/>
              <a:gd name="connsiteY57" fmla="*/ 37171 h 1858154"/>
              <a:gd name="connsiteX58" fmla="*/ 9232990 w 9288370"/>
              <a:gd name="connsiteY58" fmla="*/ 24074 h 1858154"/>
              <a:gd name="connsiteX59" fmla="*/ 9288370 w 9288370"/>
              <a:gd name="connsiteY59" fmla="*/ 0 h 1858154"/>
              <a:gd name="connsiteX60" fmla="*/ 0 w 9288370"/>
              <a:gd name="connsiteY60" fmla="*/ 0 h 1858154"/>
              <a:gd name="connsiteX61" fmla="*/ 0 w 9288370"/>
              <a:gd name="connsiteY61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0 w 9288370"/>
              <a:gd name="connsiteY0" fmla="*/ 1858154 h 1858154"/>
              <a:gd name="connsiteX1" fmla="*/ 1049 w 9288370"/>
              <a:gd name="connsiteY1" fmla="*/ 1857909 h 1858154"/>
              <a:gd name="connsiteX2" fmla="*/ 370426 w 9288370"/>
              <a:gd name="connsiteY2" fmla="*/ 1702965 h 1858154"/>
              <a:gd name="connsiteX3" fmla="*/ 766051 w 9288370"/>
              <a:gd name="connsiteY3" fmla="*/ 1569826 h 1858154"/>
              <a:gd name="connsiteX4" fmla="*/ 971617 w 9288370"/>
              <a:gd name="connsiteY4" fmla="*/ 1522494 h 1858154"/>
              <a:gd name="connsiteX5" fmla="*/ 1186668 w 9288370"/>
              <a:gd name="connsiteY5" fmla="*/ 1521861 h 1858154"/>
              <a:gd name="connsiteX6" fmla="*/ 1339078 w 9288370"/>
              <a:gd name="connsiteY6" fmla="*/ 1494730 h 1858154"/>
              <a:gd name="connsiteX7" fmla="*/ 1492452 w 9288370"/>
              <a:gd name="connsiteY7" fmla="*/ 1519061 h 1858154"/>
              <a:gd name="connsiteX8" fmla="*/ 1604999 w 9288370"/>
              <a:gd name="connsiteY8" fmla="*/ 1513599 h 1858154"/>
              <a:gd name="connsiteX9" fmla="*/ 1717911 w 9288370"/>
              <a:gd name="connsiteY9" fmla="*/ 1497764 h 1858154"/>
              <a:gd name="connsiteX10" fmla="*/ 1794234 w 9288370"/>
              <a:gd name="connsiteY10" fmla="*/ 1464331 h 1858154"/>
              <a:gd name="connsiteX11" fmla="*/ 2101780 w 9288370"/>
              <a:gd name="connsiteY11" fmla="*/ 1409907 h 1858154"/>
              <a:gd name="connsiteX12" fmla="*/ 2244830 w 9288370"/>
              <a:gd name="connsiteY12" fmla="*/ 1388540 h 1858154"/>
              <a:gd name="connsiteX13" fmla="*/ 2428648 w 9288370"/>
              <a:gd name="connsiteY13" fmla="*/ 1372736 h 1858154"/>
              <a:gd name="connsiteX14" fmla="*/ 2645882 w 9288370"/>
              <a:gd name="connsiteY14" fmla="*/ 1341971 h 1858154"/>
              <a:gd name="connsiteX15" fmla="*/ 2707413 w 9288370"/>
              <a:gd name="connsiteY15" fmla="*/ 1347156 h 1858154"/>
              <a:gd name="connsiteX16" fmla="*/ 2843134 w 9288370"/>
              <a:gd name="connsiteY16" fmla="*/ 1323561 h 1858154"/>
              <a:gd name="connsiteX17" fmla="*/ 2923804 w 9288370"/>
              <a:gd name="connsiteY17" fmla="*/ 1314224 h 1858154"/>
              <a:gd name="connsiteX18" fmla="*/ 2953618 w 9288370"/>
              <a:gd name="connsiteY18" fmla="*/ 1318186 h 1858154"/>
              <a:gd name="connsiteX19" fmla="*/ 2995816 w 9288370"/>
              <a:gd name="connsiteY19" fmla="*/ 1318670 h 1858154"/>
              <a:gd name="connsiteX20" fmla="*/ 3352700 w 9288370"/>
              <a:gd name="connsiteY20" fmla="*/ 1264183 h 1858154"/>
              <a:gd name="connsiteX21" fmla="*/ 3444611 w 9288370"/>
              <a:gd name="connsiteY21" fmla="*/ 1236739 h 1858154"/>
              <a:gd name="connsiteX22" fmla="*/ 3650072 w 9288370"/>
              <a:gd name="connsiteY22" fmla="*/ 1217421 h 1858154"/>
              <a:gd name="connsiteX23" fmla="*/ 3707853 w 9288370"/>
              <a:gd name="connsiteY23" fmla="*/ 1241722 h 1858154"/>
              <a:gd name="connsiteX24" fmla="*/ 3925616 w 9288370"/>
              <a:gd name="connsiteY24" fmla="*/ 1253751 h 1858154"/>
              <a:gd name="connsiteX25" fmla="*/ 3954387 w 9288370"/>
              <a:gd name="connsiteY25" fmla="*/ 1263789 h 1858154"/>
              <a:gd name="connsiteX26" fmla="*/ 3995849 w 9288370"/>
              <a:gd name="connsiteY26" fmla="*/ 1272939 h 1858154"/>
              <a:gd name="connsiteX27" fmla="*/ 4067546 w 9288370"/>
              <a:gd name="connsiteY27" fmla="*/ 1294697 h 1858154"/>
              <a:gd name="connsiteX28" fmla="*/ 4190310 w 9288370"/>
              <a:gd name="connsiteY28" fmla="*/ 1307786 h 1858154"/>
              <a:gd name="connsiteX29" fmla="*/ 4230008 w 9288370"/>
              <a:gd name="connsiteY29" fmla="*/ 1303546 h 1858154"/>
              <a:gd name="connsiteX30" fmla="*/ 4575478 w 9288370"/>
              <a:gd name="connsiteY30" fmla="*/ 1261726 h 1858154"/>
              <a:gd name="connsiteX31" fmla="*/ 4650026 w 9288370"/>
              <a:gd name="connsiteY31" fmla="*/ 1265798 h 1858154"/>
              <a:gd name="connsiteX32" fmla="*/ 4792008 w 9288370"/>
              <a:gd name="connsiteY32" fmla="*/ 1243899 h 1858154"/>
              <a:gd name="connsiteX33" fmla="*/ 4954126 w 9288370"/>
              <a:gd name="connsiteY33" fmla="*/ 1204617 h 1858154"/>
              <a:gd name="connsiteX34" fmla="*/ 5309678 w 9288370"/>
              <a:gd name="connsiteY34" fmla="*/ 1128278 h 1858154"/>
              <a:gd name="connsiteX35" fmla="*/ 5474724 w 9288370"/>
              <a:gd name="connsiteY35" fmla="*/ 1091167 h 1858154"/>
              <a:gd name="connsiteX36" fmla="*/ 5612132 w 9288370"/>
              <a:gd name="connsiteY36" fmla="*/ 1051509 h 1858154"/>
              <a:gd name="connsiteX37" fmla="*/ 5776618 w 9288370"/>
              <a:gd name="connsiteY37" fmla="*/ 1053037 h 1858154"/>
              <a:gd name="connsiteX38" fmla="*/ 5785786 w 9288370"/>
              <a:gd name="connsiteY38" fmla="*/ 1051213 h 1858154"/>
              <a:gd name="connsiteX39" fmla="*/ 5829381 w 9288370"/>
              <a:gd name="connsiteY39" fmla="*/ 1046878 h 1858154"/>
              <a:gd name="connsiteX40" fmla="*/ 5943596 w 9288370"/>
              <a:gd name="connsiteY40" fmla="*/ 1043237 h 1858154"/>
              <a:gd name="connsiteX41" fmla="*/ 5985730 w 9288370"/>
              <a:gd name="connsiteY41" fmla="*/ 1035396 h 1858154"/>
              <a:gd name="connsiteX42" fmla="*/ 6103109 w 9288370"/>
              <a:gd name="connsiteY42" fmla="*/ 1019019 h 1858154"/>
              <a:gd name="connsiteX43" fmla="*/ 6222406 w 9288370"/>
              <a:gd name="connsiteY43" fmla="*/ 985341 h 1858154"/>
              <a:gd name="connsiteX44" fmla="*/ 6598672 w 9288370"/>
              <a:gd name="connsiteY44" fmla="*/ 902062 h 1858154"/>
              <a:gd name="connsiteX45" fmla="*/ 6766149 w 9288370"/>
              <a:gd name="connsiteY45" fmla="*/ 846132 h 1858154"/>
              <a:gd name="connsiteX46" fmla="*/ 6886312 w 9288370"/>
              <a:gd name="connsiteY46" fmla="*/ 781877 h 1858154"/>
              <a:gd name="connsiteX47" fmla="*/ 7006457 w 9288370"/>
              <a:gd name="connsiteY47" fmla="*/ 699758 h 1858154"/>
              <a:gd name="connsiteX48" fmla="*/ 7231643 w 9288370"/>
              <a:gd name="connsiteY48" fmla="*/ 640778 h 1858154"/>
              <a:gd name="connsiteX49" fmla="*/ 7363123 w 9288370"/>
              <a:gd name="connsiteY49" fmla="*/ 593682 h 1858154"/>
              <a:gd name="connsiteX50" fmla="*/ 7588368 w 9288370"/>
              <a:gd name="connsiteY50" fmla="*/ 531129 h 1858154"/>
              <a:gd name="connsiteX51" fmla="*/ 7782741 w 9288370"/>
              <a:gd name="connsiteY51" fmla="*/ 455936 h 1858154"/>
              <a:gd name="connsiteX52" fmla="*/ 7952094 w 9288370"/>
              <a:gd name="connsiteY52" fmla="*/ 409302 h 1858154"/>
              <a:gd name="connsiteX53" fmla="*/ 8231938 w 9288370"/>
              <a:gd name="connsiteY53" fmla="*/ 259259 h 1858154"/>
              <a:gd name="connsiteX54" fmla="*/ 8428864 w 9288370"/>
              <a:gd name="connsiteY54" fmla="*/ 208471 h 1858154"/>
              <a:gd name="connsiteX55" fmla="*/ 8616510 w 9288370"/>
              <a:gd name="connsiteY55" fmla="*/ 161973 h 1858154"/>
              <a:gd name="connsiteX56" fmla="*/ 8826766 w 9288370"/>
              <a:gd name="connsiteY56" fmla="*/ 152111 h 1858154"/>
              <a:gd name="connsiteX57" fmla="*/ 8917647 w 9288370"/>
              <a:gd name="connsiteY57" fmla="*/ 112232 h 1858154"/>
              <a:gd name="connsiteX58" fmla="*/ 9182272 w 9288370"/>
              <a:gd name="connsiteY58" fmla="*/ 37171 h 1858154"/>
              <a:gd name="connsiteX59" fmla="*/ 9232990 w 9288370"/>
              <a:gd name="connsiteY59" fmla="*/ 24074 h 1858154"/>
              <a:gd name="connsiteX60" fmla="*/ 9288370 w 9288370"/>
              <a:gd name="connsiteY60" fmla="*/ 0 h 1858154"/>
              <a:gd name="connsiteX61" fmla="*/ 0 w 9288370"/>
              <a:gd name="connsiteY61" fmla="*/ 0 h 1858154"/>
              <a:gd name="connsiteX62" fmla="*/ 0 w 9288370"/>
              <a:gd name="connsiteY62" fmla="*/ 1858154 h 1858154"/>
              <a:gd name="connsiteX0" fmla="*/ 44869 w 9288370"/>
              <a:gd name="connsiteY0" fmla="*/ 1742117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44869 w 9288370"/>
              <a:gd name="connsiteY62" fmla="*/ 1742117 h 1857909"/>
              <a:gd name="connsiteX0" fmla="*/ 8158 w 9288370"/>
              <a:gd name="connsiteY0" fmla="*/ 1671666 h 1857909"/>
              <a:gd name="connsiteX1" fmla="*/ 1049 w 9288370"/>
              <a:gd name="connsiteY1" fmla="*/ 1857909 h 1857909"/>
              <a:gd name="connsiteX2" fmla="*/ 370426 w 9288370"/>
              <a:gd name="connsiteY2" fmla="*/ 1702965 h 1857909"/>
              <a:gd name="connsiteX3" fmla="*/ 766051 w 9288370"/>
              <a:gd name="connsiteY3" fmla="*/ 1569826 h 1857909"/>
              <a:gd name="connsiteX4" fmla="*/ 971617 w 9288370"/>
              <a:gd name="connsiteY4" fmla="*/ 1522494 h 1857909"/>
              <a:gd name="connsiteX5" fmla="*/ 1186668 w 9288370"/>
              <a:gd name="connsiteY5" fmla="*/ 1521861 h 1857909"/>
              <a:gd name="connsiteX6" fmla="*/ 1339078 w 9288370"/>
              <a:gd name="connsiteY6" fmla="*/ 1494730 h 1857909"/>
              <a:gd name="connsiteX7" fmla="*/ 1492452 w 9288370"/>
              <a:gd name="connsiteY7" fmla="*/ 1519061 h 1857909"/>
              <a:gd name="connsiteX8" fmla="*/ 1604999 w 9288370"/>
              <a:gd name="connsiteY8" fmla="*/ 1513599 h 1857909"/>
              <a:gd name="connsiteX9" fmla="*/ 1717911 w 9288370"/>
              <a:gd name="connsiteY9" fmla="*/ 1497764 h 1857909"/>
              <a:gd name="connsiteX10" fmla="*/ 1794234 w 9288370"/>
              <a:gd name="connsiteY10" fmla="*/ 1464331 h 1857909"/>
              <a:gd name="connsiteX11" fmla="*/ 2101780 w 9288370"/>
              <a:gd name="connsiteY11" fmla="*/ 1409907 h 1857909"/>
              <a:gd name="connsiteX12" fmla="*/ 2244830 w 9288370"/>
              <a:gd name="connsiteY12" fmla="*/ 1388540 h 1857909"/>
              <a:gd name="connsiteX13" fmla="*/ 2428648 w 9288370"/>
              <a:gd name="connsiteY13" fmla="*/ 1372736 h 1857909"/>
              <a:gd name="connsiteX14" fmla="*/ 2645882 w 9288370"/>
              <a:gd name="connsiteY14" fmla="*/ 1341971 h 1857909"/>
              <a:gd name="connsiteX15" fmla="*/ 2707413 w 9288370"/>
              <a:gd name="connsiteY15" fmla="*/ 1347156 h 1857909"/>
              <a:gd name="connsiteX16" fmla="*/ 2843134 w 9288370"/>
              <a:gd name="connsiteY16" fmla="*/ 1323561 h 1857909"/>
              <a:gd name="connsiteX17" fmla="*/ 2923804 w 9288370"/>
              <a:gd name="connsiteY17" fmla="*/ 1314224 h 1857909"/>
              <a:gd name="connsiteX18" fmla="*/ 2953618 w 9288370"/>
              <a:gd name="connsiteY18" fmla="*/ 1318186 h 1857909"/>
              <a:gd name="connsiteX19" fmla="*/ 2995816 w 9288370"/>
              <a:gd name="connsiteY19" fmla="*/ 1318670 h 1857909"/>
              <a:gd name="connsiteX20" fmla="*/ 3352700 w 9288370"/>
              <a:gd name="connsiteY20" fmla="*/ 1264183 h 1857909"/>
              <a:gd name="connsiteX21" fmla="*/ 3444611 w 9288370"/>
              <a:gd name="connsiteY21" fmla="*/ 1236739 h 1857909"/>
              <a:gd name="connsiteX22" fmla="*/ 3650072 w 9288370"/>
              <a:gd name="connsiteY22" fmla="*/ 1217421 h 1857909"/>
              <a:gd name="connsiteX23" fmla="*/ 3707853 w 9288370"/>
              <a:gd name="connsiteY23" fmla="*/ 1241722 h 1857909"/>
              <a:gd name="connsiteX24" fmla="*/ 3925616 w 9288370"/>
              <a:gd name="connsiteY24" fmla="*/ 1253751 h 1857909"/>
              <a:gd name="connsiteX25" fmla="*/ 3954387 w 9288370"/>
              <a:gd name="connsiteY25" fmla="*/ 1263789 h 1857909"/>
              <a:gd name="connsiteX26" fmla="*/ 3995849 w 9288370"/>
              <a:gd name="connsiteY26" fmla="*/ 1272939 h 1857909"/>
              <a:gd name="connsiteX27" fmla="*/ 4067546 w 9288370"/>
              <a:gd name="connsiteY27" fmla="*/ 1294697 h 1857909"/>
              <a:gd name="connsiteX28" fmla="*/ 4190310 w 9288370"/>
              <a:gd name="connsiteY28" fmla="*/ 1307786 h 1857909"/>
              <a:gd name="connsiteX29" fmla="*/ 4230008 w 9288370"/>
              <a:gd name="connsiteY29" fmla="*/ 1303546 h 1857909"/>
              <a:gd name="connsiteX30" fmla="*/ 4575478 w 9288370"/>
              <a:gd name="connsiteY30" fmla="*/ 1261726 h 1857909"/>
              <a:gd name="connsiteX31" fmla="*/ 4650026 w 9288370"/>
              <a:gd name="connsiteY31" fmla="*/ 1265798 h 1857909"/>
              <a:gd name="connsiteX32" fmla="*/ 4792008 w 9288370"/>
              <a:gd name="connsiteY32" fmla="*/ 1243899 h 1857909"/>
              <a:gd name="connsiteX33" fmla="*/ 4954126 w 9288370"/>
              <a:gd name="connsiteY33" fmla="*/ 1204617 h 1857909"/>
              <a:gd name="connsiteX34" fmla="*/ 5309678 w 9288370"/>
              <a:gd name="connsiteY34" fmla="*/ 1128278 h 1857909"/>
              <a:gd name="connsiteX35" fmla="*/ 5474724 w 9288370"/>
              <a:gd name="connsiteY35" fmla="*/ 1091167 h 1857909"/>
              <a:gd name="connsiteX36" fmla="*/ 5612132 w 9288370"/>
              <a:gd name="connsiteY36" fmla="*/ 1051509 h 1857909"/>
              <a:gd name="connsiteX37" fmla="*/ 5776618 w 9288370"/>
              <a:gd name="connsiteY37" fmla="*/ 1053037 h 1857909"/>
              <a:gd name="connsiteX38" fmla="*/ 5785786 w 9288370"/>
              <a:gd name="connsiteY38" fmla="*/ 1051213 h 1857909"/>
              <a:gd name="connsiteX39" fmla="*/ 5829381 w 9288370"/>
              <a:gd name="connsiteY39" fmla="*/ 1046878 h 1857909"/>
              <a:gd name="connsiteX40" fmla="*/ 5943596 w 9288370"/>
              <a:gd name="connsiteY40" fmla="*/ 1043237 h 1857909"/>
              <a:gd name="connsiteX41" fmla="*/ 5985730 w 9288370"/>
              <a:gd name="connsiteY41" fmla="*/ 1035396 h 1857909"/>
              <a:gd name="connsiteX42" fmla="*/ 6103109 w 9288370"/>
              <a:gd name="connsiteY42" fmla="*/ 1019019 h 1857909"/>
              <a:gd name="connsiteX43" fmla="*/ 6222406 w 9288370"/>
              <a:gd name="connsiteY43" fmla="*/ 985341 h 1857909"/>
              <a:gd name="connsiteX44" fmla="*/ 6598672 w 9288370"/>
              <a:gd name="connsiteY44" fmla="*/ 902062 h 1857909"/>
              <a:gd name="connsiteX45" fmla="*/ 6766149 w 9288370"/>
              <a:gd name="connsiteY45" fmla="*/ 846132 h 1857909"/>
              <a:gd name="connsiteX46" fmla="*/ 6886312 w 9288370"/>
              <a:gd name="connsiteY46" fmla="*/ 781877 h 1857909"/>
              <a:gd name="connsiteX47" fmla="*/ 7006457 w 9288370"/>
              <a:gd name="connsiteY47" fmla="*/ 699758 h 1857909"/>
              <a:gd name="connsiteX48" fmla="*/ 7231643 w 9288370"/>
              <a:gd name="connsiteY48" fmla="*/ 640778 h 1857909"/>
              <a:gd name="connsiteX49" fmla="*/ 7363123 w 9288370"/>
              <a:gd name="connsiteY49" fmla="*/ 593682 h 1857909"/>
              <a:gd name="connsiteX50" fmla="*/ 7588368 w 9288370"/>
              <a:gd name="connsiteY50" fmla="*/ 531129 h 1857909"/>
              <a:gd name="connsiteX51" fmla="*/ 7782741 w 9288370"/>
              <a:gd name="connsiteY51" fmla="*/ 455936 h 1857909"/>
              <a:gd name="connsiteX52" fmla="*/ 7952094 w 9288370"/>
              <a:gd name="connsiteY52" fmla="*/ 409302 h 1857909"/>
              <a:gd name="connsiteX53" fmla="*/ 8231938 w 9288370"/>
              <a:gd name="connsiteY53" fmla="*/ 259259 h 1857909"/>
              <a:gd name="connsiteX54" fmla="*/ 8428864 w 9288370"/>
              <a:gd name="connsiteY54" fmla="*/ 208471 h 1857909"/>
              <a:gd name="connsiteX55" fmla="*/ 8616510 w 9288370"/>
              <a:gd name="connsiteY55" fmla="*/ 161973 h 1857909"/>
              <a:gd name="connsiteX56" fmla="*/ 8826766 w 9288370"/>
              <a:gd name="connsiteY56" fmla="*/ 152111 h 1857909"/>
              <a:gd name="connsiteX57" fmla="*/ 8917647 w 9288370"/>
              <a:gd name="connsiteY57" fmla="*/ 112232 h 1857909"/>
              <a:gd name="connsiteX58" fmla="*/ 9182272 w 9288370"/>
              <a:gd name="connsiteY58" fmla="*/ 37171 h 1857909"/>
              <a:gd name="connsiteX59" fmla="*/ 9232990 w 9288370"/>
              <a:gd name="connsiteY59" fmla="*/ 24074 h 1857909"/>
              <a:gd name="connsiteX60" fmla="*/ 9288370 w 9288370"/>
              <a:gd name="connsiteY60" fmla="*/ 0 h 1857909"/>
              <a:gd name="connsiteX61" fmla="*/ 0 w 9288370"/>
              <a:gd name="connsiteY61" fmla="*/ 0 h 1857909"/>
              <a:gd name="connsiteX62" fmla="*/ 8158 w 9288370"/>
              <a:gd name="connsiteY62" fmla="*/ 1671666 h 1857909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70426 w 9288370"/>
              <a:gd name="connsiteY2" fmla="*/ 1702965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313320 w 9288370"/>
              <a:gd name="connsiteY2" fmla="*/ 1690533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21151"/>
              <a:gd name="connsiteX1" fmla="*/ 66313 w 9288370"/>
              <a:gd name="connsiteY1" fmla="*/ 1721151 h 1721151"/>
              <a:gd name="connsiteX2" fmla="*/ 411216 w 9288370"/>
              <a:gd name="connsiteY2" fmla="*/ 1628370 h 1721151"/>
              <a:gd name="connsiteX3" fmla="*/ 766051 w 9288370"/>
              <a:gd name="connsiteY3" fmla="*/ 1569826 h 1721151"/>
              <a:gd name="connsiteX4" fmla="*/ 971617 w 9288370"/>
              <a:gd name="connsiteY4" fmla="*/ 1522494 h 1721151"/>
              <a:gd name="connsiteX5" fmla="*/ 1186668 w 9288370"/>
              <a:gd name="connsiteY5" fmla="*/ 1521861 h 1721151"/>
              <a:gd name="connsiteX6" fmla="*/ 1339078 w 9288370"/>
              <a:gd name="connsiteY6" fmla="*/ 1494730 h 1721151"/>
              <a:gd name="connsiteX7" fmla="*/ 1492452 w 9288370"/>
              <a:gd name="connsiteY7" fmla="*/ 1519061 h 1721151"/>
              <a:gd name="connsiteX8" fmla="*/ 1604999 w 9288370"/>
              <a:gd name="connsiteY8" fmla="*/ 1513599 h 1721151"/>
              <a:gd name="connsiteX9" fmla="*/ 1717911 w 9288370"/>
              <a:gd name="connsiteY9" fmla="*/ 1497764 h 1721151"/>
              <a:gd name="connsiteX10" fmla="*/ 1794234 w 9288370"/>
              <a:gd name="connsiteY10" fmla="*/ 1464331 h 1721151"/>
              <a:gd name="connsiteX11" fmla="*/ 2101780 w 9288370"/>
              <a:gd name="connsiteY11" fmla="*/ 1409907 h 1721151"/>
              <a:gd name="connsiteX12" fmla="*/ 2244830 w 9288370"/>
              <a:gd name="connsiteY12" fmla="*/ 1388540 h 1721151"/>
              <a:gd name="connsiteX13" fmla="*/ 2428648 w 9288370"/>
              <a:gd name="connsiteY13" fmla="*/ 1372736 h 1721151"/>
              <a:gd name="connsiteX14" fmla="*/ 2645882 w 9288370"/>
              <a:gd name="connsiteY14" fmla="*/ 1341971 h 1721151"/>
              <a:gd name="connsiteX15" fmla="*/ 2707413 w 9288370"/>
              <a:gd name="connsiteY15" fmla="*/ 1347156 h 1721151"/>
              <a:gd name="connsiteX16" fmla="*/ 2843134 w 9288370"/>
              <a:gd name="connsiteY16" fmla="*/ 1323561 h 1721151"/>
              <a:gd name="connsiteX17" fmla="*/ 2923804 w 9288370"/>
              <a:gd name="connsiteY17" fmla="*/ 1314224 h 1721151"/>
              <a:gd name="connsiteX18" fmla="*/ 2953618 w 9288370"/>
              <a:gd name="connsiteY18" fmla="*/ 1318186 h 1721151"/>
              <a:gd name="connsiteX19" fmla="*/ 2995816 w 9288370"/>
              <a:gd name="connsiteY19" fmla="*/ 1318670 h 1721151"/>
              <a:gd name="connsiteX20" fmla="*/ 3352700 w 9288370"/>
              <a:gd name="connsiteY20" fmla="*/ 1264183 h 1721151"/>
              <a:gd name="connsiteX21" fmla="*/ 3444611 w 9288370"/>
              <a:gd name="connsiteY21" fmla="*/ 1236739 h 1721151"/>
              <a:gd name="connsiteX22" fmla="*/ 3650072 w 9288370"/>
              <a:gd name="connsiteY22" fmla="*/ 1217421 h 1721151"/>
              <a:gd name="connsiteX23" fmla="*/ 3707853 w 9288370"/>
              <a:gd name="connsiteY23" fmla="*/ 1241722 h 1721151"/>
              <a:gd name="connsiteX24" fmla="*/ 3925616 w 9288370"/>
              <a:gd name="connsiteY24" fmla="*/ 1253751 h 1721151"/>
              <a:gd name="connsiteX25" fmla="*/ 3954387 w 9288370"/>
              <a:gd name="connsiteY25" fmla="*/ 1263789 h 1721151"/>
              <a:gd name="connsiteX26" fmla="*/ 3995849 w 9288370"/>
              <a:gd name="connsiteY26" fmla="*/ 1272939 h 1721151"/>
              <a:gd name="connsiteX27" fmla="*/ 4067546 w 9288370"/>
              <a:gd name="connsiteY27" fmla="*/ 1294697 h 1721151"/>
              <a:gd name="connsiteX28" fmla="*/ 4190310 w 9288370"/>
              <a:gd name="connsiteY28" fmla="*/ 1307786 h 1721151"/>
              <a:gd name="connsiteX29" fmla="*/ 4230008 w 9288370"/>
              <a:gd name="connsiteY29" fmla="*/ 1303546 h 1721151"/>
              <a:gd name="connsiteX30" fmla="*/ 4575478 w 9288370"/>
              <a:gd name="connsiteY30" fmla="*/ 1261726 h 1721151"/>
              <a:gd name="connsiteX31" fmla="*/ 4650026 w 9288370"/>
              <a:gd name="connsiteY31" fmla="*/ 1265798 h 1721151"/>
              <a:gd name="connsiteX32" fmla="*/ 4792008 w 9288370"/>
              <a:gd name="connsiteY32" fmla="*/ 1243899 h 1721151"/>
              <a:gd name="connsiteX33" fmla="*/ 4954126 w 9288370"/>
              <a:gd name="connsiteY33" fmla="*/ 1204617 h 1721151"/>
              <a:gd name="connsiteX34" fmla="*/ 5309678 w 9288370"/>
              <a:gd name="connsiteY34" fmla="*/ 1128278 h 1721151"/>
              <a:gd name="connsiteX35" fmla="*/ 5474724 w 9288370"/>
              <a:gd name="connsiteY35" fmla="*/ 1091167 h 1721151"/>
              <a:gd name="connsiteX36" fmla="*/ 5612132 w 9288370"/>
              <a:gd name="connsiteY36" fmla="*/ 1051509 h 1721151"/>
              <a:gd name="connsiteX37" fmla="*/ 5776618 w 9288370"/>
              <a:gd name="connsiteY37" fmla="*/ 1053037 h 1721151"/>
              <a:gd name="connsiteX38" fmla="*/ 5785786 w 9288370"/>
              <a:gd name="connsiteY38" fmla="*/ 1051213 h 1721151"/>
              <a:gd name="connsiteX39" fmla="*/ 5829381 w 9288370"/>
              <a:gd name="connsiteY39" fmla="*/ 1046878 h 1721151"/>
              <a:gd name="connsiteX40" fmla="*/ 5943596 w 9288370"/>
              <a:gd name="connsiteY40" fmla="*/ 1043237 h 1721151"/>
              <a:gd name="connsiteX41" fmla="*/ 5985730 w 9288370"/>
              <a:gd name="connsiteY41" fmla="*/ 1035396 h 1721151"/>
              <a:gd name="connsiteX42" fmla="*/ 6103109 w 9288370"/>
              <a:gd name="connsiteY42" fmla="*/ 1019019 h 1721151"/>
              <a:gd name="connsiteX43" fmla="*/ 6222406 w 9288370"/>
              <a:gd name="connsiteY43" fmla="*/ 985341 h 1721151"/>
              <a:gd name="connsiteX44" fmla="*/ 6598672 w 9288370"/>
              <a:gd name="connsiteY44" fmla="*/ 902062 h 1721151"/>
              <a:gd name="connsiteX45" fmla="*/ 6766149 w 9288370"/>
              <a:gd name="connsiteY45" fmla="*/ 846132 h 1721151"/>
              <a:gd name="connsiteX46" fmla="*/ 6886312 w 9288370"/>
              <a:gd name="connsiteY46" fmla="*/ 781877 h 1721151"/>
              <a:gd name="connsiteX47" fmla="*/ 7006457 w 9288370"/>
              <a:gd name="connsiteY47" fmla="*/ 699758 h 1721151"/>
              <a:gd name="connsiteX48" fmla="*/ 7231643 w 9288370"/>
              <a:gd name="connsiteY48" fmla="*/ 640778 h 1721151"/>
              <a:gd name="connsiteX49" fmla="*/ 7363123 w 9288370"/>
              <a:gd name="connsiteY49" fmla="*/ 593682 h 1721151"/>
              <a:gd name="connsiteX50" fmla="*/ 7588368 w 9288370"/>
              <a:gd name="connsiteY50" fmla="*/ 531129 h 1721151"/>
              <a:gd name="connsiteX51" fmla="*/ 7782741 w 9288370"/>
              <a:gd name="connsiteY51" fmla="*/ 455936 h 1721151"/>
              <a:gd name="connsiteX52" fmla="*/ 7952094 w 9288370"/>
              <a:gd name="connsiteY52" fmla="*/ 409302 h 1721151"/>
              <a:gd name="connsiteX53" fmla="*/ 8231938 w 9288370"/>
              <a:gd name="connsiteY53" fmla="*/ 259259 h 1721151"/>
              <a:gd name="connsiteX54" fmla="*/ 8428864 w 9288370"/>
              <a:gd name="connsiteY54" fmla="*/ 208471 h 1721151"/>
              <a:gd name="connsiteX55" fmla="*/ 8616510 w 9288370"/>
              <a:gd name="connsiteY55" fmla="*/ 161973 h 1721151"/>
              <a:gd name="connsiteX56" fmla="*/ 8826766 w 9288370"/>
              <a:gd name="connsiteY56" fmla="*/ 152111 h 1721151"/>
              <a:gd name="connsiteX57" fmla="*/ 8917647 w 9288370"/>
              <a:gd name="connsiteY57" fmla="*/ 112232 h 1721151"/>
              <a:gd name="connsiteX58" fmla="*/ 9182272 w 9288370"/>
              <a:gd name="connsiteY58" fmla="*/ 37171 h 1721151"/>
              <a:gd name="connsiteX59" fmla="*/ 9232990 w 9288370"/>
              <a:gd name="connsiteY59" fmla="*/ 24074 h 1721151"/>
              <a:gd name="connsiteX60" fmla="*/ 9288370 w 9288370"/>
              <a:gd name="connsiteY60" fmla="*/ 0 h 1721151"/>
              <a:gd name="connsiteX61" fmla="*/ 0 w 9288370"/>
              <a:gd name="connsiteY61" fmla="*/ 0 h 1721151"/>
              <a:gd name="connsiteX62" fmla="*/ 8158 w 9288370"/>
              <a:gd name="connsiteY62" fmla="*/ 1671666 h 1721151"/>
              <a:gd name="connsiteX0" fmla="*/ 8158 w 9288370"/>
              <a:gd name="connsiteY0" fmla="*/ 1671666 h 1704575"/>
              <a:gd name="connsiteX1" fmla="*/ 66313 w 9288370"/>
              <a:gd name="connsiteY1" fmla="*/ 1704575 h 1704575"/>
              <a:gd name="connsiteX2" fmla="*/ 411216 w 9288370"/>
              <a:gd name="connsiteY2" fmla="*/ 1628370 h 1704575"/>
              <a:gd name="connsiteX3" fmla="*/ 766051 w 9288370"/>
              <a:gd name="connsiteY3" fmla="*/ 1569826 h 1704575"/>
              <a:gd name="connsiteX4" fmla="*/ 971617 w 9288370"/>
              <a:gd name="connsiteY4" fmla="*/ 1522494 h 1704575"/>
              <a:gd name="connsiteX5" fmla="*/ 1186668 w 9288370"/>
              <a:gd name="connsiteY5" fmla="*/ 1521861 h 1704575"/>
              <a:gd name="connsiteX6" fmla="*/ 1339078 w 9288370"/>
              <a:gd name="connsiteY6" fmla="*/ 1494730 h 1704575"/>
              <a:gd name="connsiteX7" fmla="*/ 1492452 w 9288370"/>
              <a:gd name="connsiteY7" fmla="*/ 1519061 h 1704575"/>
              <a:gd name="connsiteX8" fmla="*/ 1604999 w 9288370"/>
              <a:gd name="connsiteY8" fmla="*/ 1513599 h 1704575"/>
              <a:gd name="connsiteX9" fmla="*/ 1717911 w 9288370"/>
              <a:gd name="connsiteY9" fmla="*/ 1497764 h 1704575"/>
              <a:gd name="connsiteX10" fmla="*/ 1794234 w 9288370"/>
              <a:gd name="connsiteY10" fmla="*/ 1464331 h 1704575"/>
              <a:gd name="connsiteX11" fmla="*/ 2101780 w 9288370"/>
              <a:gd name="connsiteY11" fmla="*/ 1409907 h 1704575"/>
              <a:gd name="connsiteX12" fmla="*/ 2244830 w 9288370"/>
              <a:gd name="connsiteY12" fmla="*/ 1388540 h 1704575"/>
              <a:gd name="connsiteX13" fmla="*/ 2428648 w 9288370"/>
              <a:gd name="connsiteY13" fmla="*/ 1372736 h 1704575"/>
              <a:gd name="connsiteX14" fmla="*/ 2645882 w 9288370"/>
              <a:gd name="connsiteY14" fmla="*/ 1341971 h 1704575"/>
              <a:gd name="connsiteX15" fmla="*/ 2707413 w 9288370"/>
              <a:gd name="connsiteY15" fmla="*/ 1347156 h 1704575"/>
              <a:gd name="connsiteX16" fmla="*/ 2843134 w 9288370"/>
              <a:gd name="connsiteY16" fmla="*/ 1323561 h 1704575"/>
              <a:gd name="connsiteX17" fmla="*/ 2923804 w 9288370"/>
              <a:gd name="connsiteY17" fmla="*/ 1314224 h 1704575"/>
              <a:gd name="connsiteX18" fmla="*/ 2953618 w 9288370"/>
              <a:gd name="connsiteY18" fmla="*/ 1318186 h 1704575"/>
              <a:gd name="connsiteX19" fmla="*/ 2995816 w 9288370"/>
              <a:gd name="connsiteY19" fmla="*/ 1318670 h 1704575"/>
              <a:gd name="connsiteX20" fmla="*/ 3352700 w 9288370"/>
              <a:gd name="connsiteY20" fmla="*/ 1264183 h 1704575"/>
              <a:gd name="connsiteX21" fmla="*/ 3444611 w 9288370"/>
              <a:gd name="connsiteY21" fmla="*/ 1236739 h 1704575"/>
              <a:gd name="connsiteX22" fmla="*/ 3650072 w 9288370"/>
              <a:gd name="connsiteY22" fmla="*/ 1217421 h 1704575"/>
              <a:gd name="connsiteX23" fmla="*/ 3707853 w 9288370"/>
              <a:gd name="connsiteY23" fmla="*/ 1241722 h 1704575"/>
              <a:gd name="connsiteX24" fmla="*/ 3925616 w 9288370"/>
              <a:gd name="connsiteY24" fmla="*/ 1253751 h 1704575"/>
              <a:gd name="connsiteX25" fmla="*/ 3954387 w 9288370"/>
              <a:gd name="connsiteY25" fmla="*/ 1263789 h 1704575"/>
              <a:gd name="connsiteX26" fmla="*/ 3995849 w 9288370"/>
              <a:gd name="connsiteY26" fmla="*/ 1272939 h 1704575"/>
              <a:gd name="connsiteX27" fmla="*/ 4067546 w 9288370"/>
              <a:gd name="connsiteY27" fmla="*/ 1294697 h 1704575"/>
              <a:gd name="connsiteX28" fmla="*/ 4190310 w 9288370"/>
              <a:gd name="connsiteY28" fmla="*/ 1307786 h 1704575"/>
              <a:gd name="connsiteX29" fmla="*/ 4230008 w 9288370"/>
              <a:gd name="connsiteY29" fmla="*/ 1303546 h 1704575"/>
              <a:gd name="connsiteX30" fmla="*/ 4575478 w 9288370"/>
              <a:gd name="connsiteY30" fmla="*/ 1261726 h 1704575"/>
              <a:gd name="connsiteX31" fmla="*/ 4650026 w 9288370"/>
              <a:gd name="connsiteY31" fmla="*/ 1265798 h 1704575"/>
              <a:gd name="connsiteX32" fmla="*/ 4792008 w 9288370"/>
              <a:gd name="connsiteY32" fmla="*/ 1243899 h 1704575"/>
              <a:gd name="connsiteX33" fmla="*/ 4954126 w 9288370"/>
              <a:gd name="connsiteY33" fmla="*/ 1204617 h 1704575"/>
              <a:gd name="connsiteX34" fmla="*/ 5309678 w 9288370"/>
              <a:gd name="connsiteY34" fmla="*/ 1128278 h 1704575"/>
              <a:gd name="connsiteX35" fmla="*/ 5474724 w 9288370"/>
              <a:gd name="connsiteY35" fmla="*/ 1091167 h 1704575"/>
              <a:gd name="connsiteX36" fmla="*/ 5612132 w 9288370"/>
              <a:gd name="connsiteY36" fmla="*/ 1051509 h 1704575"/>
              <a:gd name="connsiteX37" fmla="*/ 5776618 w 9288370"/>
              <a:gd name="connsiteY37" fmla="*/ 1053037 h 1704575"/>
              <a:gd name="connsiteX38" fmla="*/ 5785786 w 9288370"/>
              <a:gd name="connsiteY38" fmla="*/ 1051213 h 1704575"/>
              <a:gd name="connsiteX39" fmla="*/ 5829381 w 9288370"/>
              <a:gd name="connsiteY39" fmla="*/ 1046878 h 1704575"/>
              <a:gd name="connsiteX40" fmla="*/ 5943596 w 9288370"/>
              <a:gd name="connsiteY40" fmla="*/ 1043237 h 1704575"/>
              <a:gd name="connsiteX41" fmla="*/ 5985730 w 9288370"/>
              <a:gd name="connsiteY41" fmla="*/ 1035396 h 1704575"/>
              <a:gd name="connsiteX42" fmla="*/ 6103109 w 9288370"/>
              <a:gd name="connsiteY42" fmla="*/ 1019019 h 1704575"/>
              <a:gd name="connsiteX43" fmla="*/ 6222406 w 9288370"/>
              <a:gd name="connsiteY43" fmla="*/ 985341 h 1704575"/>
              <a:gd name="connsiteX44" fmla="*/ 6598672 w 9288370"/>
              <a:gd name="connsiteY44" fmla="*/ 902062 h 1704575"/>
              <a:gd name="connsiteX45" fmla="*/ 6766149 w 9288370"/>
              <a:gd name="connsiteY45" fmla="*/ 846132 h 1704575"/>
              <a:gd name="connsiteX46" fmla="*/ 6886312 w 9288370"/>
              <a:gd name="connsiteY46" fmla="*/ 781877 h 1704575"/>
              <a:gd name="connsiteX47" fmla="*/ 7006457 w 9288370"/>
              <a:gd name="connsiteY47" fmla="*/ 699758 h 1704575"/>
              <a:gd name="connsiteX48" fmla="*/ 7231643 w 9288370"/>
              <a:gd name="connsiteY48" fmla="*/ 640778 h 1704575"/>
              <a:gd name="connsiteX49" fmla="*/ 7363123 w 9288370"/>
              <a:gd name="connsiteY49" fmla="*/ 593682 h 1704575"/>
              <a:gd name="connsiteX50" fmla="*/ 7588368 w 9288370"/>
              <a:gd name="connsiteY50" fmla="*/ 531129 h 1704575"/>
              <a:gd name="connsiteX51" fmla="*/ 7782741 w 9288370"/>
              <a:gd name="connsiteY51" fmla="*/ 455936 h 1704575"/>
              <a:gd name="connsiteX52" fmla="*/ 7952094 w 9288370"/>
              <a:gd name="connsiteY52" fmla="*/ 409302 h 1704575"/>
              <a:gd name="connsiteX53" fmla="*/ 8231938 w 9288370"/>
              <a:gd name="connsiteY53" fmla="*/ 259259 h 1704575"/>
              <a:gd name="connsiteX54" fmla="*/ 8428864 w 9288370"/>
              <a:gd name="connsiteY54" fmla="*/ 208471 h 1704575"/>
              <a:gd name="connsiteX55" fmla="*/ 8616510 w 9288370"/>
              <a:gd name="connsiteY55" fmla="*/ 161973 h 1704575"/>
              <a:gd name="connsiteX56" fmla="*/ 8826766 w 9288370"/>
              <a:gd name="connsiteY56" fmla="*/ 152111 h 1704575"/>
              <a:gd name="connsiteX57" fmla="*/ 8917647 w 9288370"/>
              <a:gd name="connsiteY57" fmla="*/ 112232 h 1704575"/>
              <a:gd name="connsiteX58" fmla="*/ 9182272 w 9288370"/>
              <a:gd name="connsiteY58" fmla="*/ 37171 h 1704575"/>
              <a:gd name="connsiteX59" fmla="*/ 9232990 w 9288370"/>
              <a:gd name="connsiteY59" fmla="*/ 24074 h 1704575"/>
              <a:gd name="connsiteX60" fmla="*/ 9288370 w 9288370"/>
              <a:gd name="connsiteY60" fmla="*/ 0 h 1704575"/>
              <a:gd name="connsiteX61" fmla="*/ 0 w 9288370"/>
              <a:gd name="connsiteY61" fmla="*/ 0 h 1704575"/>
              <a:gd name="connsiteX62" fmla="*/ 8158 w 9288370"/>
              <a:gd name="connsiteY62" fmla="*/ 1671666 h 1704575"/>
              <a:gd name="connsiteX0" fmla="*/ 8158 w 9288370"/>
              <a:gd name="connsiteY0" fmla="*/ 1671666 h 1785306"/>
              <a:gd name="connsiteX1" fmla="*/ 411216 w 9288370"/>
              <a:gd name="connsiteY1" fmla="*/ 1628370 h 1785306"/>
              <a:gd name="connsiteX2" fmla="*/ 766051 w 9288370"/>
              <a:gd name="connsiteY2" fmla="*/ 1569826 h 1785306"/>
              <a:gd name="connsiteX3" fmla="*/ 971617 w 9288370"/>
              <a:gd name="connsiteY3" fmla="*/ 1522494 h 1785306"/>
              <a:gd name="connsiteX4" fmla="*/ 1186668 w 9288370"/>
              <a:gd name="connsiteY4" fmla="*/ 1521861 h 1785306"/>
              <a:gd name="connsiteX5" fmla="*/ 1339078 w 9288370"/>
              <a:gd name="connsiteY5" fmla="*/ 1494730 h 1785306"/>
              <a:gd name="connsiteX6" fmla="*/ 1492452 w 9288370"/>
              <a:gd name="connsiteY6" fmla="*/ 1519061 h 1785306"/>
              <a:gd name="connsiteX7" fmla="*/ 1604999 w 9288370"/>
              <a:gd name="connsiteY7" fmla="*/ 1513599 h 1785306"/>
              <a:gd name="connsiteX8" fmla="*/ 1717911 w 9288370"/>
              <a:gd name="connsiteY8" fmla="*/ 1497764 h 1785306"/>
              <a:gd name="connsiteX9" fmla="*/ 1794234 w 9288370"/>
              <a:gd name="connsiteY9" fmla="*/ 1464331 h 1785306"/>
              <a:gd name="connsiteX10" fmla="*/ 2101780 w 9288370"/>
              <a:gd name="connsiteY10" fmla="*/ 1409907 h 1785306"/>
              <a:gd name="connsiteX11" fmla="*/ 2244830 w 9288370"/>
              <a:gd name="connsiteY11" fmla="*/ 1388540 h 1785306"/>
              <a:gd name="connsiteX12" fmla="*/ 2428648 w 9288370"/>
              <a:gd name="connsiteY12" fmla="*/ 1372736 h 1785306"/>
              <a:gd name="connsiteX13" fmla="*/ 2645882 w 9288370"/>
              <a:gd name="connsiteY13" fmla="*/ 1341971 h 1785306"/>
              <a:gd name="connsiteX14" fmla="*/ 2707413 w 9288370"/>
              <a:gd name="connsiteY14" fmla="*/ 1347156 h 1785306"/>
              <a:gd name="connsiteX15" fmla="*/ 2843134 w 9288370"/>
              <a:gd name="connsiteY15" fmla="*/ 1323561 h 1785306"/>
              <a:gd name="connsiteX16" fmla="*/ 2923804 w 9288370"/>
              <a:gd name="connsiteY16" fmla="*/ 1314224 h 1785306"/>
              <a:gd name="connsiteX17" fmla="*/ 2953618 w 9288370"/>
              <a:gd name="connsiteY17" fmla="*/ 1318186 h 1785306"/>
              <a:gd name="connsiteX18" fmla="*/ 2995816 w 9288370"/>
              <a:gd name="connsiteY18" fmla="*/ 1318670 h 1785306"/>
              <a:gd name="connsiteX19" fmla="*/ 3352700 w 9288370"/>
              <a:gd name="connsiteY19" fmla="*/ 1264183 h 1785306"/>
              <a:gd name="connsiteX20" fmla="*/ 3444611 w 9288370"/>
              <a:gd name="connsiteY20" fmla="*/ 1236739 h 1785306"/>
              <a:gd name="connsiteX21" fmla="*/ 3650072 w 9288370"/>
              <a:gd name="connsiteY21" fmla="*/ 1217421 h 1785306"/>
              <a:gd name="connsiteX22" fmla="*/ 3707853 w 9288370"/>
              <a:gd name="connsiteY22" fmla="*/ 1241722 h 1785306"/>
              <a:gd name="connsiteX23" fmla="*/ 3925616 w 9288370"/>
              <a:gd name="connsiteY23" fmla="*/ 1253751 h 1785306"/>
              <a:gd name="connsiteX24" fmla="*/ 3954387 w 9288370"/>
              <a:gd name="connsiteY24" fmla="*/ 1263789 h 1785306"/>
              <a:gd name="connsiteX25" fmla="*/ 3995849 w 9288370"/>
              <a:gd name="connsiteY25" fmla="*/ 1272939 h 1785306"/>
              <a:gd name="connsiteX26" fmla="*/ 4067546 w 9288370"/>
              <a:gd name="connsiteY26" fmla="*/ 1294697 h 1785306"/>
              <a:gd name="connsiteX27" fmla="*/ 4190310 w 9288370"/>
              <a:gd name="connsiteY27" fmla="*/ 1307786 h 1785306"/>
              <a:gd name="connsiteX28" fmla="*/ 4230008 w 9288370"/>
              <a:gd name="connsiteY28" fmla="*/ 1303546 h 1785306"/>
              <a:gd name="connsiteX29" fmla="*/ 4575478 w 9288370"/>
              <a:gd name="connsiteY29" fmla="*/ 1261726 h 1785306"/>
              <a:gd name="connsiteX30" fmla="*/ 4650026 w 9288370"/>
              <a:gd name="connsiteY30" fmla="*/ 1265798 h 1785306"/>
              <a:gd name="connsiteX31" fmla="*/ 4792008 w 9288370"/>
              <a:gd name="connsiteY31" fmla="*/ 1243899 h 1785306"/>
              <a:gd name="connsiteX32" fmla="*/ 4954126 w 9288370"/>
              <a:gd name="connsiteY32" fmla="*/ 1204617 h 1785306"/>
              <a:gd name="connsiteX33" fmla="*/ 5309678 w 9288370"/>
              <a:gd name="connsiteY33" fmla="*/ 1128278 h 1785306"/>
              <a:gd name="connsiteX34" fmla="*/ 5474724 w 9288370"/>
              <a:gd name="connsiteY34" fmla="*/ 1091167 h 1785306"/>
              <a:gd name="connsiteX35" fmla="*/ 5612132 w 9288370"/>
              <a:gd name="connsiteY35" fmla="*/ 1051509 h 1785306"/>
              <a:gd name="connsiteX36" fmla="*/ 5776618 w 9288370"/>
              <a:gd name="connsiteY36" fmla="*/ 1053037 h 1785306"/>
              <a:gd name="connsiteX37" fmla="*/ 5785786 w 9288370"/>
              <a:gd name="connsiteY37" fmla="*/ 1051213 h 1785306"/>
              <a:gd name="connsiteX38" fmla="*/ 5829381 w 9288370"/>
              <a:gd name="connsiteY38" fmla="*/ 1046878 h 1785306"/>
              <a:gd name="connsiteX39" fmla="*/ 5943596 w 9288370"/>
              <a:gd name="connsiteY39" fmla="*/ 1043237 h 1785306"/>
              <a:gd name="connsiteX40" fmla="*/ 5985730 w 9288370"/>
              <a:gd name="connsiteY40" fmla="*/ 1035396 h 1785306"/>
              <a:gd name="connsiteX41" fmla="*/ 6103109 w 9288370"/>
              <a:gd name="connsiteY41" fmla="*/ 1019019 h 1785306"/>
              <a:gd name="connsiteX42" fmla="*/ 6222406 w 9288370"/>
              <a:gd name="connsiteY42" fmla="*/ 985341 h 1785306"/>
              <a:gd name="connsiteX43" fmla="*/ 6598672 w 9288370"/>
              <a:gd name="connsiteY43" fmla="*/ 902062 h 1785306"/>
              <a:gd name="connsiteX44" fmla="*/ 6766149 w 9288370"/>
              <a:gd name="connsiteY44" fmla="*/ 846132 h 1785306"/>
              <a:gd name="connsiteX45" fmla="*/ 6886312 w 9288370"/>
              <a:gd name="connsiteY45" fmla="*/ 781877 h 1785306"/>
              <a:gd name="connsiteX46" fmla="*/ 7006457 w 9288370"/>
              <a:gd name="connsiteY46" fmla="*/ 699758 h 1785306"/>
              <a:gd name="connsiteX47" fmla="*/ 7231643 w 9288370"/>
              <a:gd name="connsiteY47" fmla="*/ 640778 h 1785306"/>
              <a:gd name="connsiteX48" fmla="*/ 7363123 w 9288370"/>
              <a:gd name="connsiteY48" fmla="*/ 593682 h 1785306"/>
              <a:gd name="connsiteX49" fmla="*/ 7588368 w 9288370"/>
              <a:gd name="connsiteY49" fmla="*/ 531129 h 1785306"/>
              <a:gd name="connsiteX50" fmla="*/ 7782741 w 9288370"/>
              <a:gd name="connsiteY50" fmla="*/ 455936 h 1785306"/>
              <a:gd name="connsiteX51" fmla="*/ 7952094 w 9288370"/>
              <a:gd name="connsiteY51" fmla="*/ 409302 h 1785306"/>
              <a:gd name="connsiteX52" fmla="*/ 8231938 w 9288370"/>
              <a:gd name="connsiteY52" fmla="*/ 259259 h 1785306"/>
              <a:gd name="connsiteX53" fmla="*/ 8428864 w 9288370"/>
              <a:gd name="connsiteY53" fmla="*/ 208471 h 1785306"/>
              <a:gd name="connsiteX54" fmla="*/ 8616510 w 9288370"/>
              <a:gd name="connsiteY54" fmla="*/ 161973 h 1785306"/>
              <a:gd name="connsiteX55" fmla="*/ 8826766 w 9288370"/>
              <a:gd name="connsiteY55" fmla="*/ 152111 h 1785306"/>
              <a:gd name="connsiteX56" fmla="*/ 8917647 w 9288370"/>
              <a:gd name="connsiteY56" fmla="*/ 112232 h 1785306"/>
              <a:gd name="connsiteX57" fmla="*/ 9182272 w 9288370"/>
              <a:gd name="connsiteY57" fmla="*/ 37171 h 1785306"/>
              <a:gd name="connsiteX58" fmla="*/ 9232990 w 9288370"/>
              <a:gd name="connsiteY58" fmla="*/ 24074 h 1785306"/>
              <a:gd name="connsiteX59" fmla="*/ 9288370 w 9288370"/>
              <a:gd name="connsiteY59" fmla="*/ 0 h 1785306"/>
              <a:gd name="connsiteX60" fmla="*/ 0 w 9288370"/>
              <a:gd name="connsiteY60" fmla="*/ 0 h 1785306"/>
              <a:gd name="connsiteX61" fmla="*/ 8158 w 9288370"/>
              <a:gd name="connsiteY61" fmla="*/ 1671666 h 1785306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190310 w 9288370"/>
              <a:gd name="connsiteY27" fmla="*/ 1307786 h 1686480"/>
              <a:gd name="connsiteX28" fmla="*/ 4230008 w 9288370"/>
              <a:gd name="connsiteY28" fmla="*/ 1303546 h 1686480"/>
              <a:gd name="connsiteX29" fmla="*/ 4575478 w 9288370"/>
              <a:gd name="connsiteY29" fmla="*/ 1261726 h 1686480"/>
              <a:gd name="connsiteX30" fmla="*/ 4650026 w 9288370"/>
              <a:gd name="connsiteY30" fmla="*/ 1265798 h 1686480"/>
              <a:gd name="connsiteX31" fmla="*/ 4792008 w 9288370"/>
              <a:gd name="connsiteY31" fmla="*/ 1243899 h 1686480"/>
              <a:gd name="connsiteX32" fmla="*/ 4954126 w 9288370"/>
              <a:gd name="connsiteY32" fmla="*/ 1204617 h 1686480"/>
              <a:gd name="connsiteX33" fmla="*/ 5309678 w 9288370"/>
              <a:gd name="connsiteY33" fmla="*/ 1128278 h 1686480"/>
              <a:gd name="connsiteX34" fmla="*/ 5474724 w 9288370"/>
              <a:gd name="connsiteY34" fmla="*/ 1091167 h 1686480"/>
              <a:gd name="connsiteX35" fmla="*/ 5612132 w 9288370"/>
              <a:gd name="connsiteY35" fmla="*/ 1051509 h 1686480"/>
              <a:gd name="connsiteX36" fmla="*/ 5776618 w 9288370"/>
              <a:gd name="connsiteY36" fmla="*/ 1053037 h 1686480"/>
              <a:gd name="connsiteX37" fmla="*/ 5785786 w 9288370"/>
              <a:gd name="connsiteY37" fmla="*/ 1051213 h 1686480"/>
              <a:gd name="connsiteX38" fmla="*/ 5829381 w 9288370"/>
              <a:gd name="connsiteY38" fmla="*/ 1046878 h 1686480"/>
              <a:gd name="connsiteX39" fmla="*/ 5943596 w 9288370"/>
              <a:gd name="connsiteY39" fmla="*/ 1043237 h 1686480"/>
              <a:gd name="connsiteX40" fmla="*/ 5985730 w 9288370"/>
              <a:gd name="connsiteY40" fmla="*/ 1035396 h 1686480"/>
              <a:gd name="connsiteX41" fmla="*/ 6103109 w 9288370"/>
              <a:gd name="connsiteY41" fmla="*/ 1019019 h 1686480"/>
              <a:gd name="connsiteX42" fmla="*/ 6222406 w 9288370"/>
              <a:gd name="connsiteY42" fmla="*/ 985341 h 1686480"/>
              <a:gd name="connsiteX43" fmla="*/ 6598672 w 9288370"/>
              <a:gd name="connsiteY43" fmla="*/ 902062 h 1686480"/>
              <a:gd name="connsiteX44" fmla="*/ 6766149 w 9288370"/>
              <a:gd name="connsiteY44" fmla="*/ 846132 h 1686480"/>
              <a:gd name="connsiteX45" fmla="*/ 6886312 w 9288370"/>
              <a:gd name="connsiteY45" fmla="*/ 781877 h 1686480"/>
              <a:gd name="connsiteX46" fmla="*/ 7006457 w 9288370"/>
              <a:gd name="connsiteY46" fmla="*/ 699758 h 1686480"/>
              <a:gd name="connsiteX47" fmla="*/ 7231643 w 9288370"/>
              <a:gd name="connsiteY47" fmla="*/ 640778 h 1686480"/>
              <a:gd name="connsiteX48" fmla="*/ 7363123 w 9288370"/>
              <a:gd name="connsiteY48" fmla="*/ 593682 h 1686480"/>
              <a:gd name="connsiteX49" fmla="*/ 7588368 w 9288370"/>
              <a:gd name="connsiteY49" fmla="*/ 531129 h 1686480"/>
              <a:gd name="connsiteX50" fmla="*/ 7782741 w 9288370"/>
              <a:gd name="connsiteY50" fmla="*/ 455936 h 1686480"/>
              <a:gd name="connsiteX51" fmla="*/ 7952094 w 9288370"/>
              <a:gd name="connsiteY51" fmla="*/ 409302 h 1686480"/>
              <a:gd name="connsiteX52" fmla="*/ 8231938 w 9288370"/>
              <a:gd name="connsiteY52" fmla="*/ 259259 h 1686480"/>
              <a:gd name="connsiteX53" fmla="*/ 8428864 w 9288370"/>
              <a:gd name="connsiteY53" fmla="*/ 208471 h 1686480"/>
              <a:gd name="connsiteX54" fmla="*/ 8616510 w 9288370"/>
              <a:gd name="connsiteY54" fmla="*/ 161973 h 1686480"/>
              <a:gd name="connsiteX55" fmla="*/ 8826766 w 9288370"/>
              <a:gd name="connsiteY55" fmla="*/ 152111 h 1686480"/>
              <a:gd name="connsiteX56" fmla="*/ 8917647 w 9288370"/>
              <a:gd name="connsiteY56" fmla="*/ 112232 h 1686480"/>
              <a:gd name="connsiteX57" fmla="*/ 9182272 w 9288370"/>
              <a:gd name="connsiteY57" fmla="*/ 37171 h 1686480"/>
              <a:gd name="connsiteX58" fmla="*/ 9232990 w 9288370"/>
              <a:gd name="connsiteY58" fmla="*/ 24074 h 1686480"/>
              <a:gd name="connsiteX59" fmla="*/ 9288370 w 9288370"/>
              <a:gd name="connsiteY59" fmla="*/ 0 h 1686480"/>
              <a:gd name="connsiteX60" fmla="*/ 0 w 9288370"/>
              <a:gd name="connsiteY60" fmla="*/ 0 h 1686480"/>
              <a:gd name="connsiteX61" fmla="*/ 8158 w 9288370"/>
              <a:gd name="connsiteY61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650072 w 9288370"/>
              <a:gd name="connsiteY21" fmla="*/ 1217421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44611 w 9288370"/>
              <a:gd name="connsiteY20" fmla="*/ 1236739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352700 w 9288370"/>
              <a:gd name="connsiteY19" fmla="*/ 1264183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20071 w 9288370"/>
              <a:gd name="connsiteY20" fmla="*/ 1283042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230008 w 9288370"/>
              <a:gd name="connsiteY27" fmla="*/ 1303546 h 1686480"/>
              <a:gd name="connsiteX28" fmla="*/ 4575478 w 9288370"/>
              <a:gd name="connsiteY28" fmla="*/ 1261726 h 1686480"/>
              <a:gd name="connsiteX29" fmla="*/ 4650026 w 9288370"/>
              <a:gd name="connsiteY29" fmla="*/ 1265798 h 1686480"/>
              <a:gd name="connsiteX30" fmla="*/ 4792008 w 9288370"/>
              <a:gd name="connsiteY30" fmla="*/ 1243899 h 1686480"/>
              <a:gd name="connsiteX31" fmla="*/ 4954126 w 9288370"/>
              <a:gd name="connsiteY31" fmla="*/ 1204617 h 1686480"/>
              <a:gd name="connsiteX32" fmla="*/ 5309678 w 9288370"/>
              <a:gd name="connsiteY32" fmla="*/ 1128278 h 1686480"/>
              <a:gd name="connsiteX33" fmla="*/ 5474724 w 9288370"/>
              <a:gd name="connsiteY33" fmla="*/ 1091167 h 1686480"/>
              <a:gd name="connsiteX34" fmla="*/ 5612132 w 9288370"/>
              <a:gd name="connsiteY34" fmla="*/ 1051509 h 1686480"/>
              <a:gd name="connsiteX35" fmla="*/ 5776618 w 9288370"/>
              <a:gd name="connsiteY35" fmla="*/ 1053037 h 1686480"/>
              <a:gd name="connsiteX36" fmla="*/ 5785786 w 9288370"/>
              <a:gd name="connsiteY36" fmla="*/ 1051213 h 1686480"/>
              <a:gd name="connsiteX37" fmla="*/ 5829381 w 9288370"/>
              <a:gd name="connsiteY37" fmla="*/ 1046878 h 1686480"/>
              <a:gd name="connsiteX38" fmla="*/ 5943596 w 9288370"/>
              <a:gd name="connsiteY38" fmla="*/ 1043237 h 1686480"/>
              <a:gd name="connsiteX39" fmla="*/ 5985730 w 9288370"/>
              <a:gd name="connsiteY39" fmla="*/ 1035396 h 1686480"/>
              <a:gd name="connsiteX40" fmla="*/ 6103109 w 9288370"/>
              <a:gd name="connsiteY40" fmla="*/ 1019019 h 1686480"/>
              <a:gd name="connsiteX41" fmla="*/ 6222406 w 9288370"/>
              <a:gd name="connsiteY41" fmla="*/ 985341 h 1686480"/>
              <a:gd name="connsiteX42" fmla="*/ 6598672 w 9288370"/>
              <a:gd name="connsiteY42" fmla="*/ 902062 h 1686480"/>
              <a:gd name="connsiteX43" fmla="*/ 6766149 w 9288370"/>
              <a:gd name="connsiteY43" fmla="*/ 846132 h 1686480"/>
              <a:gd name="connsiteX44" fmla="*/ 6886312 w 9288370"/>
              <a:gd name="connsiteY44" fmla="*/ 781877 h 1686480"/>
              <a:gd name="connsiteX45" fmla="*/ 7006457 w 9288370"/>
              <a:gd name="connsiteY45" fmla="*/ 699758 h 1686480"/>
              <a:gd name="connsiteX46" fmla="*/ 7231643 w 9288370"/>
              <a:gd name="connsiteY46" fmla="*/ 640778 h 1686480"/>
              <a:gd name="connsiteX47" fmla="*/ 7363123 w 9288370"/>
              <a:gd name="connsiteY47" fmla="*/ 593682 h 1686480"/>
              <a:gd name="connsiteX48" fmla="*/ 7588368 w 9288370"/>
              <a:gd name="connsiteY48" fmla="*/ 531129 h 1686480"/>
              <a:gd name="connsiteX49" fmla="*/ 7782741 w 9288370"/>
              <a:gd name="connsiteY49" fmla="*/ 455936 h 1686480"/>
              <a:gd name="connsiteX50" fmla="*/ 7952094 w 9288370"/>
              <a:gd name="connsiteY50" fmla="*/ 409302 h 1686480"/>
              <a:gd name="connsiteX51" fmla="*/ 8231938 w 9288370"/>
              <a:gd name="connsiteY51" fmla="*/ 259259 h 1686480"/>
              <a:gd name="connsiteX52" fmla="*/ 8428864 w 9288370"/>
              <a:gd name="connsiteY52" fmla="*/ 208471 h 1686480"/>
              <a:gd name="connsiteX53" fmla="*/ 8616510 w 9288370"/>
              <a:gd name="connsiteY53" fmla="*/ 161973 h 1686480"/>
              <a:gd name="connsiteX54" fmla="*/ 8826766 w 9288370"/>
              <a:gd name="connsiteY54" fmla="*/ 152111 h 1686480"/>
              <a:gd name="connsiteX55" fmla="*/ 8917647 w 9288370"/>
              <a:gd name="connsiteY55" fmla="*/ 112232 h 1686480"/>
              <a:gd name="connsiteX56" fmla="*/ 9182272 w 9288370"/>
              <a:gd name="connsiteY56" fmla="*/ 37171 h 1686480"/>
              <a:gd name="connsiteX57" fmla="*/ 9232990 w 9288370"/>
              <a:gd name="connsiteY57" fmla="*/ 24074 h 1686480"/>
              <a:gd name="connsiteX58" fmla="*/ 9288370 w 9288370"/>
              <a:gd name="connsiteY58" fmla="*/ 0 h 1686480"/>
              <a:gd name="connsiteX59" fmla="*/ 0 w 9288370"/>
              <a:gd name="connsiteY59" fmla="*/ 0 h 1686480"/>
              <a:gd name="connsiteX60" fmla="*/ 8158 w 9288370"/>
              <a:gd name="connsiteY60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7546 w 9288370"/>
              <a:gd name="connsiteY26" fmla="*/ 1294697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21861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92452 w 9288370"/>
              <a:gd name="connsiteY6" fmla="*/ 1519061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71666 h 1686480"/>
              <a:gd name="connsiteX1" fmla="*/ 411216 w 9288370"/>
              <a:gd name="connsiteY1" fmla="*/ 1628370 h 1686480"/>
              <a:gd name="connsiteX2" fmla="*/ 766051 w 9288370"/>
              <a:gd name="connsiteY2" fmla="*/ 1569826 h 1686480"/>
              <a:gd name="connsiteX3" fmla="*/ 971617 w 9288370"/>
              <a:gd name="connsiteY3" fmla="*/ 1522494 h 1686480"/>
              <a:gd name="connsiteX4" fmla="*/ 1186668 w 9288370"/>
              <a:gd name="connsiteY4" fmla="*/ 1514737 h 1686480"/>
              <a:gd name="connsiteX5" fmla="*/ 1339078 w 9288370"/>
              <a:gd name="connsiteY5" fmla="*/ 1494730 h 1686480"/>
              <a:gd name="connsiteX6" fmla="*/ 1488946 w 9288370"/>
              <a:gd name="connsiteY6" fmla="*/ 1508375 h 1686480"/>
              <a:gd name="connsiteX7" fmla="*/ 1604999 w 9288370"/>
              <a:gd name="connsiteY7" fmla="*/ 1513599 h 1686480"/>
              <a:gd name="connsiteX8" fmla="*/ 1717911 w 9288370"/>
              <a:gd name="connsiteY8" fmla="*/ 1497764 h 1686480"/>
              <a:gd name="connsiteX9" fmla="*/ 1794234 w 9288370"/>
              <a:gd name="connsiteY9" fmla="*/ 1464331 h 1686480"/>
              <a:gd name="connsiteX10" fmla="*/ 2101780 w 9288370"/>
              <a:gd name="connsiteY10" fmla="*/ 1409907 h 1686480"/>
              <a:gd name="connsiteX11" fmla="*/ 2244830 w 9288370"/>
              <a:gd name="connsiteY11" fmla="*/ 1388540 h 1686480"/>
              <a:gd name="connsiteX12" fmla="*/ 2428648 w 9288370"/>
              <a:gd name="connsiteY12" fmla="*/ 1372736 h 1686480"/>
              <a:gd name="connsiteX13" fmla="*/ 2645882 w 9288370"/>
              <a:gd name="connsiteY13" fmla="*/ 1341971 h 1686480"/>
              <a:gd name="connsiteX14" fmla="*/ 2707413 w 9288370"/>
              <a:gd name="connsiteY14" fmla="*/ 1347156 h 1686480"/>
              <a:gd name="connsiteX15" fmla="*/ 2843134 w 9288370"/>
              <a:gd name="connsiteY15" fmla="*/ 1323561 h 1686480"/>
              <a:gd name="connsiteX16" fmla="*/ 2923804 w 9288370"/>
              <a:gd name="connsiteY16" fmla="*/ 1314224 h 1686480"/>
              <a:gd name="connsiteX17" fmla="*/ 2953618 w 9288370"/>
              <a:gd name="connsiteY17" fmla="*/ 1318186 h 1686480"/>
              <a:gd name="connsiteX18" fmla="*/ 2995816 w 9288370"/>
              <a:gd name="connsiteY18" fmla="*/ 1318670 h 1686480"/>
              <a:gd name="connsiteX19" fmla="*/ 3261550 w 9288370"/>
              <a:gd name="connsiteY19" fmla="*/ 1289117 h 1686480"/>
              <a:gd name="connsiteX20" fmla="*/ 3409554 w 9288370"/>
              <a:gd name="connsiteY20" fmla="*/ 1258110 h 1686480"/>
              <a:gd name="connsiteX21" fmla="*/ 3534382 w 9288370"/>
              <a:gd name="connsiteY21" fmla="*/ 1245916 h 1686480"/>
              <a:gd name="connsiteX22" fmla="*/ 3707853 w 9288370"/>
              <a:gd name="connsiteY22" fmla="*/ 1241722 h 1686480"/>
              <a:gd name="connsiteX23" fmla="*/ 3925616 w 9288370"/>
              <a:gd name="connsiteY23" fmla="*/ 1253751 h 1686480"/>
              <a:gd name="connsiteX24" fmla="*/ 3954387 w 9288370"/>
              <a:gd name="connsiteY24" fmla="*/ 1263789 h 1686480"/>
              <a:gd name="connsiteX25" fmla="*/ 3995849 w 9288370"/>
              <a:gd name="connsiteY25" fmla="*/ 1272939 h 1686480"/>
              <a:gd name="connsiteX26" fmla="*/ 4060534 w 9288370"/>
              <a:gd name="connsiteY26" fmla="*/ 1273326 h 1686480"/>
              <a:gd name="connsiteX27" fmla="*/ 4575478 w 9288370"/>
              <a:gd name="connsiteY27" fmla="*/ 1261726 h 1686480"/>
              <a:gd name="connsiteX28" fmla="*/ 4650026 w 9288370"/>
              <a:gd name="connsiteY28" fmla="*/ 1265798 h 1686480"/>
              <a:gd name="connsiteX29" fmla="*/ 4792008 w 9288370"/>
              <a:gd name="connsiteY29" fmla="*/ 1243899 h 1686480"/>
              <a:gd name="connsiteX30" fmla="*/ 4954126 w 9288370"/>
              <a:gd name="connsiteY30" fmla="*/ 1204617 h 1686480"/>
              <a:gd name="connsiteX31" fmla="*/ 5309678 w 9288370"/>
              <a:gd name="connsiteY31" fmla="*/ 1128278 h 1686480"/>
              <a:gd name="connsiteX32" fmla="*/ 5474724 w 9288370"/>
              <a:gd name="connsiteY32" fmla="*/ 1091167 h 1686480"/>
              <a:gd name="connsiteX33" fmla="*/ 5612132 w 9288370"/>
              <a:gd name="connsiteY33" fmla="*/ 1051509 h 1686480"/>
              <a:gd name="connsiteX34" fmla="*/ 5776618 w 9288370"/>
              <a:gd name="connsiteY34" fmla="*/ 1053037 h 1686480"/>
              <a:gd name="connsiteX35" fmla="*/ 5785786 w 9288370"/>
              <a:gd name="connsiteY35" fmla="*/ 1051213 h 1686480"/>
              <a:gd name="connsiteX36" fmla="*/ 5829381 w 9288370"/>
              <a:gd name="connsiteY36" fmla="*/ 1046878 h 1686480"/>
              <a:gd name="connsiteX37" fmla="*/ 5943596 w 9288370"/>
              <a:gd name="connsiteY37" fmla="*/ 1043237 h 1686480"/>
              <a:gd name="connsiteX38" fmla="*/ 5985730 w 9288370"/>
              <a:gd name="connsiteY38" fmla="*/ 1035396 h 1686480"/>
              <a:gd name="connsiteX39" fmla="*/ 6103109 w 9288370"/>
              <a:gd name="connsiteY39" fmla="*/ 1019019 h 1686480"/>
              <a:gd name="connsiteX40" fmla="*/ 6222406 w 9288370"/>
              <a:gd name="connsiteY40" fmla="*/ 985341 h 1686480"/>
              <a:gd name="connsiteX41" fmla="*/ 6598672 w 9288370"/>
              <a:gd name="connsiteY41" fmla="*/ 902062 h 1686480"/>
              <a:gd name="connsiteX42" fmla="*/ 6766149 w 9288370"/>
              <a:gd name="connsiteY42" fmla="*/ 846132 h 1686480"/>
              <a:gd name="connsiteX43" fmla="*/ 6886312 w 9288370"/>
              <a:gd name="connsiteY43" fmla="*/ 781877 h 1686480"/>
              <a:gd name="connsiteX44" fmla="*/ 7006457 w 9288370"/>
              <a:gd name="connsiteY44" fmla="*/ 699758 h 1686480"/>
              <a:gd name="connsiteX45" fmla="*/ 7231643 w 9288370"/>
              <a:gd name="connsiteY45" fmla="*/ 640778 h 1686480"/>
              <a:gd name="connsiteX46" fmla="*/ 7363123 w 9288370"/>
              <a:gd name="connsiteY46" fmla="*/ 593682 h 1686480"/>
              <a:gd name="connsiteX47" fmla="*/ 7588368 w 9288370"/>
              <a:gd name="connsiteY47" fmla="*/ 531129 h 1686480"/>
              <a:gd name="connsiteX48" fmla="*/ 7782741 w 9288370"/>
              <a:gd name="connsiteY48" fmla="*/ 455936 h 1686480"/>
              <a:gd name="connsiteX49" fmla="*/ 7952094 w 9288370"/>
              <a:gd name="connsiteY49" fmla="*/ 409302 h 1686480"/>
              <a:gd name="connsiteX50" fmla="*/ 8231938 w 9288370"/>
              <a:gd name="connsiteY50" fmla="*/ 259259 h 1686480"/>
              <a:gd name="connsiteX51" fmla="*/ 8428864 w 9288370"/>
              <a:gd name="connsiteY51" fmla="*/ 208471 h 1686480"/>
              <a:gd name="connsiteX52" fmla="*/ 8616510 w 9288370"/>
              <a:gd name="connsiteY52" fmla="*/ 161973 h 1686480"/>
              <a:gd name="connsiteX53" fmla="*/ 8826766 w 9288370"/>
              <a:gd name="connsiteY53" fmla="*/ 152111 h 1686480"/>
              <a:gd name="connsiteX54" fmla="*/ 8917647 w 9288370"/>
              <a:gd name="connsiteY54" fmla="*/ 112232 h 1686480"/>
              <a:gd name="connsiteX55" fmla="*/ 9182272 w 9288370"/>
              <a:gd name="connsiteY55" fmla="*/ 37171 h 1686480"/>
              <a:gd name="connsiteX56" fmla="*/ 9232990 w 9288370"/>
              <a:gd name="connsiteY56" fmla="*/ 24074 h 1686480"/>
              <a:gd name="connsiteX57" fmla="*/ 9288370 w 9288370"/>
              <a:gd name="connsiteY57" fmla="*/ 0 h 1686480"/>
              <a:gd name="connsiteX58" fmla="*/ 0 w 9288370"/>
              <a:gd name="connsiteY58" fmla="*/ 0 h 1686480"/>
              <a:gd name="connsiteX59" fmla="*/ 8158 w 9288370"/>
              <a:gd name="connsiteY59" fmla="*/ 1671666 h 1686480"/>
              <a:gd name="connsiteX0" fmla="*/ 8158 w 9288370"/>
              <a:gd name="connsiteY0" fmla="*/ 1657420 h 1674498"/>
              <a:gd name="connsiteX1" fmla="*/ 411216 w 9288370"/>
              <a:gd name="connsiteY1" fmla="*/ 1628370 h 1674498"/>
              <a:gd name="connsiteX2" fmla="*/ 766051 w 9288370"/>
              <a:gd name="connsiteY2" fmla="*/ 1569826 h 1674498"/>
              <a:gd name="connsiteX3" fmla="*/ 971617 w 9288370"/>
              <a:gd name="connsiteY3" fmla="*/ 1522494 h 1674498"/>
              <a:gd name="connsiteX4" fmla="*/ 1186668 w 9288370"/>
              <a:gd name="connsiteY4" fmla="*/ 1514737 h 1674498"/>
              <a:gd name="connsiteX5" fmla="*/ 1339078 w 9288370"/>
              <a:gd name="connsiteY5" fmla="*/ 1494730 h 1674498"/>
              <a:gd name="connsiteX6" fmla="*/ 1488946 w 9288370"/>
              <a:gd name="connsiteY6" fmla="*/ 1508375 h 1674498"/>
              <a:gd name="connsiteX7" fmla="*/ 1604999 w 9288370"/>
              <a:gd name="connsiteY7" fmla="*/ 1513599 h 1674498"/>
              <a:gd name="connsiteX8" fmla="*/ 1717911 w 9288370"/>
              <a:gd name="connsiteY8" fmla="*/ 1497764 h 1674498"/>
              <a:gd name="connsiteX9" fmla="*/ 1794234 w 9288370"/>
              <a:gd name="connsiteY9" fmla="*/ 1464331 h 1674498"/>
              <a:gd name="connsiteX10" fmla="*/ 2101780 w 9288370"/>
              <a:gd name="connsiteY10" fmla="*/ 1409907 h 1674498"/>
              <a:gd name="connsiteX11" fmla="*/ 2244830 w 9288370"/>
              <a:gd name="connsiteY11" fmla="*/ 1388540 h 1674498"/>
              <a:gd name="connsiteX12" fmla="*/ 2428648 w 9288370"/>
              <a:gd name="connsiteY12" fmla="*/ 1372736 h 1674498"/>
              <a:gd name="connsiteX13" fmla="*/ 2645882 w 9288370"/>
              <a:gd name="connsiteY13" fmla="*/ 1341971 h 1674498"/>
              <a:gd name="connsiteX14" fmla="*/ 2707413 w 9288370"/>
              <a:gd name="connsiteY14" fmla="*/ 1347156 h 1674498"/>
              <a:gd name="connsiteX15" fmla="*/ 2843134 w 9288370"/>
              <a:gd name="connsiteY15" fmla="*/ 1323561 h 1674498"/>
              <a:gd name="connsiteX16" fmla="*/ 2923804 w 9288370"/>
              <a:gd name="connsiteY16" fmla="*/ 1314224 h 1674498"/>
              <a:gd name="connsiteX17" fmla="*/ 2953618 w 9288370"/>
              <a:gd name="connsiteY17" fmla="*/ 1318186 h 1674498"/>
              <a:gd name="connsiteX18" fmla="*/ 2995816 w 9288370"/>
              <a:gd name="connsiteY18" fmla="*/ 1318670 h 1674498"/>
              <a:gd name="connsiteX19" fmla="*/ 3261550 w 9288370"/>
              <a:gd name="connsiteY19" fmla="*/ 1289117 h 1674498"/>
              <a:gd name="connsiteX20" fmla="*/ 3409554 w 9288370"/>
              <a:gd name="connsiteY20" fmla="*/ 1258110 h 1674498"/>
              <a:gd name="connsiteX21" fmla="*/ 3534382 w 9288370"/>
              <a:gd name="connsiteY21" fmla="*/ 1245916 h 1674498"/>
              <a:gd name="connsiteX22" fmla="*/ 3707853 w 9288370"/>
              <a:gd name="connsiteY22" fmla="*/ 1241722 h 1674498"/>
              <a:gd name="connsiteX23" fmla="*/ 3925616 w 9288370"/>
              <a:gd name="connsiteY23" fmla="*/ 1253751 h 1674498"/>
              <a:gd name="connsiteX24" fmla="*/ 3954387 w 9288370"/>
              <a:gd name="connsiteY24" fmla="*/ 1263789 h 1674498"/>
              <a:gd name="connsiteX25" fmla="*/ 3995849 w 9288370"/>
              <a:gd name="connsiteY25" fmla="*/ 1272939 h 1674498"/>
              <a:gd name="connsiteX26" fmla="*/ 4060534 w 9288370"/>
              <a:gd name="connsiteY26" fmla="*/ 1273326 h 1674498"/>
              <a:gd name="connsiteX27" fmla="*/ 4575478 w 9288370"/>
              <a:gd name="connsiteY27" fmla="*/ 1261726 h 1674498"/>
              <a:gd name="connsiteX28" fmla="*/ 4650026 w 9288370"/>
              <a:gd name="connsiteY28" fmla="*/ 1265798 h 1674498"/>
              <a:gd name="connsiteX29" fmla="*/ 4792008 w 9288370"/>
              <a:gd name="connsiteY29" fmla="*/ 1243899 h 1674498"/>
              <a:gd name="connsiteX30" fmla="*/ 4954126 w 9288370"/>
              <a:gd name="connsiteY30" fmla="*/ 1204617 h 1674498"/>
              <a:gd name="connsiteX31" fmla="*/ 5309678 w 9288370"/>
              <a:gd name="connsiteY31" fmla="*/ 1128278 h 1674498"/>
              <a:gd name="connsiteX32" fmla="*/ 5474724 w 9288370"/>
              <a:gd name="connsiteY32" fmla="*/ 1091167 h 1674498"/>
              <a:gd name="connsiteX33" fmla="*/ 5612132 w 9288370"/>
              <a:gd name="connsiteY33" fmla="*/ 1051509 h 1674498"/>
              <a:gd name="connsiteX34" fmla="*/ 5776618 w 9288370"/>
              <a:gd name="connsiteY34" fmla="*/ 1053037 h 1674498"/>
              <a:gd name="connsiteX35" fmla="*/ 5785786 w 9288370"/>
              <a:gd name="connsiteY35" fmla="*/ 1051213 h 1674498"/>
              <a:gd name="connsiteX36" fmla="*/ 5829381 w 9288370"/>
              <a:gd name="connsiteY36" fmla="*/ 1046878 h 1674498"/>
              <a:gd name="connsiteX37" fmla="*/ 5943596 w 9288370"/>
              <a:gd name="connsiteY37" fmla="*/ 1043237 h 1674498"/>
              <a:gd name="connsiteX38" fmla="*/ 5985730 w 9288370"/>
              <a:gd name="connsiteY38" fmla="*/ 1035396 h 1674498"/>
              <a:gd name="connsiteX39" fmla="*/ 6103109 w 9288370"/>
              <a:gd name="connsiteY39" fmla="*/ 1019019 h 1674498"/>
              <a:gd name="connsiteX40" fmla="*/ 6222406 w 9288370"/>
              <a:gd name="connsiteY40" fmla="*/ 985341 h 1674498"/>
              <a:gd name="connsiteX41" fmla="*/ 6598672 w 9288370"/>
              <a:gd name="connsiteY41" fmla="*/ 902062 h 1674498"/>
              <a:gd name="connsiteX42" fmla="*/ 6766149 w 9288370"/>
              <a:gd name="connsiteY42" fmla="*/ 846132 h 1674498"/>
              <a:gd name="connsiteX43" fmla="*/ 6886312 w 9288370"/>
              <a:gd name="connsiteY43" fmla="*/ 781877 h 1674498"/>
              <a:gd name="connsiteX44" fmla="*/ 7006457 w 9288370"/>
              <a:gd name="connsiteY44" fmla="*/ 699758 h 1674498"/>
              <a:gd name="connsiteX45" fmla="*/ 7231643 w 9288370"/>
              <a:gd name="connsiteY45" fmla="*/ 640778 h 1674498"/>
              <a:gd name="connsiteX46" fmla="*/ 7363123 w 9288370"/>
              <a:gd name="connsiteY46" fmla="*/ 593682 h 1674498"/>
              <a:gd name="connsiteX47" fmla="*/ 7588368 w 9288370"/>
              <a:gd name="connsiteY47" fmla="*/ 531129 h 1674498"/>
              <a:gd name="connsiteX48" fmla="*/ 7782741 w 9288370"/>
              <a:gd name="connsiteY48" fmla="*/ 455936 h 1674498"/>
              <a:gd name="connsiteX49" fmla="*/ 7952094 w 9288370"/>
              <a:gd name="connsiteY49" fmla="*/ 409302 h 1674498"/>
              <a:gd name="connsiteX50" fmla="*/ 8231938 w 9288370"/>
              <a:gd name="connsiteY50" fmla="*/ 259259 h 1674498"/>
              <a:gd name="connsiteX51" fmla="*/ 8428864 w 9288370"/>
              <a:gd name="connsiteY51" fmla="*/ 208471 h 1674498"/>
              <a:gd name="connsiteX52" fmla="*/ 8616510 w 9288370"/>
              <a:gd name="connsiteY52" fmla="*/ 161973 h 1674498"/>
              <a:gd name="connsiteX53" fmla="*/ 8826766 w 9288370"/>
              <a:gd name="connsiteY53" fmla="*/ 152111 h 1674498"/>
              <a:gd name="connsiteX54" fmla="*/ 8917647 w 9288370"/>
              <a:gd name="connsiteY54" fmla="*/ 112232 h 1674498"/>
              <a:gd name="connsiteX55" fmla="*/ 9182272 w 9288370"/>
              <a:gd name="connsiteY55" fmla="*/ 37171 h 1674498"/>
              <a:gd name="connsiteX56" fmla="*/ 9232990 w 9288370"/>
              <a:gd name="connsiteY56" fmla="*/ 24074 h 1674498"/>
              <a:gd name="connsiteX57" fmla="*/ 9288370 w 9288370"/>
              <a:gd name="connsiteY57" fmla="*/ 0 h 1674498"/>
              <a:gd name="connsiteX58" fmla="*/ 0 w 9288370"/>
              <a:gd name="connsiteY58" fmla="*/ 0 h 1674498"/>
              <a:gd name="connsiteX59" fmla="*/ 8158 w 9288370"/>
              <a:gd name="connsiteY59" fmla="*/ 1657420 h 1674498"/>
              <a:gd name="connsiteX0" fmla="*/ 8158 w 9288370"/>
              <a:gd name="connsiteY0" fmla="*/ 1657420 h 1657420"/>
              <a:gd name="connsiteX1" fmla="*/ 411216 w 9288370"/>
              <a:gd name="connsiteY1" fmla="*/ 1628370 h 1657420"/>
              <a:gd name="connsiteX2" fmla="*/ 766051 w 9288370"/>
              <a:gd name="connsiteY2" fmla="*/ 1569826 h 1657420"/>
              <a:gd name="connsiteX3" fmla="*/ 971617 w 9288370"/>
              <a:gd name="connsiteY3" fmla="*/ 1522494 h 1657420"/>
              <a:gd name="connsiteX4" fmla="*/ 1186668 w 9288370"/>
              <a:gd name="connsiteY4" fmla="*/ 1514737 h 1657420"/>
              <a:gd name="connsiteX5" fmla="*/ 1339078 w 9288370"/>
              <a:gd name="connsiteY5" fmla="*/ 1494730 h 1657420"/>
              <a:gd name="connsiteX6" fmla="*/ 1488946 w 9288370"/>
              <a:gd name="connsiteY6" fmla="*/ 1508375 h 1657420"/>
              <a:gd name="connsiteX7" fmla="*/ 1604999 w 9288370"/>
              <a:gd name="connsiteY7" fmla="*/ 1513599 h 1657420"/>
              <a:gd name="connsiteX8" fmla="*/ 1717911 w 9288370"/>
              <a:gd name="connsiteY8" fmla="*/ 1497764 h 1657420"/>
              <a:gd name="connsiteX9" fmla="*/ 1794234 w 9288370"/>
              <a:gd name="connsiteY9" fmla="*/ 1464331 h 1657420"/>
              <a:gd name="connsiteX10" fmla="*/ 2101780 w 9288370"/>
              <a:gd name="connsiteY10" fmla="*/ 1409907 h 1657420"/>
              <a:gd name="connsiteX11" fmla="*/ 2244830 w 9288370"/>
              <a:gd name="connsiteY11" fmla="*/ 1388540 h 1657420"/>
              <a:gd name="connsiteX12" fmla="*/ 2428648 w 9288370"/>
              <a:gd name="connsiteY12" fmla="*/ 1372736 h 1657420"/>
              <a:gd name="connsiteX13" fmla="*/ 2645882 w 9288370"/>
              <a:gd name="connsiteY13" fmla="*/ 1341971 h 1657420"/>
              <a:gd name="connsiteX14" fmla="*/ 2707413 w 9288370"/>
              <a:gd name="connsiteY14" fmla="*/ 1347156 h 1657420"/>
              <a:gd name="connsiteX15" fmla="*/ 2843134 w 9288370"/>
              <a:gd name="connsiteY15" fmla="*/ 1323561 h 1657420"/>
              <a:gd name="connsiteX16" fmla="*/ 2923804 w 9288370"/>
              <a:gd name="connsiteY16" fmla="*/ 1314224 h 1657420"/>
              <a:gd name="connsiteX17" fmla="*/ 2953618 w 9288370"/>
              <a:gd name="connsiteY17" fmla="*/ 1318186 h 1657420"/>
              <a:gd name="connsiteX18" fmla="*/ 2995816 w 9288370"/>
              <a:gd name="connsiteY18" fmla="*/ 1318670 h 1657420"/>
              <a:gd name="connsiteX19" fmla="*/ 3261550 w 9288370"/>
              <a:gd name="connsiteY19" fmla="*/ 1289117 h 1657420"/>
              <a:gd name="connsiteX20" fmla="*/ 3409554 w 9288370"/>
              <a:gd name="connsiteY20" fmla="*/ 1258110 h 1657420"/>
              <a:gd name="connsiteX21" fmla="*/ 3534382 w 9288370"/>
              <a:gd name="connsiteY21" fmla="*/ 1245916 h 1657420"/>
              <a:gd name="connsiteX22" fmla="*/ 3707853 w 9288370"/>
              <a:gd name="connsiteY22" fmla="*/ 1241722 h 1657420"/>
              <a:gd name="connsiteX23" fmla="*/ 3925616 w 9288370"/>
              <a:gd name="connsiteY23" fmla="*/ 1253751 h 1657420"/>
              <a:gd name="connsiteX24" fmla="*/ 3954387 w 9288370"/>
              <a:gd name="connsiteY24" fmla="*/ 1263789 h 1657420"/>
              <a:gd name="connsiteX25" fmla="*/ 3995849 w 9288370"/>
              <a:gd name="connsiteY25" fmla="*/ 1272939 h 1657420"/>
              <a:gd name="connsiteX26" fmla="*/ 4060534 w 9288370"/>
              <a:gd name="connsiteY26" fmla="*/ 1273326 h 1657420"/>
              <a:gd name="connsiteX27" fmla="*/ 4575478 w 9288370"/>
              <a:gd name="connsiteY27" fmla="*/ 1261726 h 1657420"/>
              <a:gd name="connsiteX28" fmla="*/ 4650026 w 9288370"/>
              <a:gd name="connsiteY28" fmla="*/ 1265798 h 1657420"/>
              <a:gd name="connsiteX29" fmla="*/ 4792008 w 9288370"/>
              <a:gd name="connsiteY29" fmla="*/ 1243899 h 1657420"/>
              <a:gd name="connsiteX30" fmla="*/ 4954126 w 9288370"/>
              <a:gd name="connsiteY30" fmla="*/ 1204617 h 1657420"/>
              <a:gd name="connsiteX31" fmla="*/ 5309678 w 9288370"/>
              <a:gd name="connsiteY31" fmla="*/ 1128278 h 1657420"/>
              <a:gd name="connsiteX32" fmla="*/ 5474724 w 9288370"/>
              <a:gd name="connsiteY32" fmla="*/ 1091167 h 1657420"/>
              <a:gd name="connsiteX33" fmla="*/ 5612132 w 9288370"/>
              <a:gd name="connsiteY33" fmla="*/ 1051509 h 1657420"/>
              <a:gd name="connsiteX34" fmla="*/ 5776618 w 9288370"/>
              <a:gd name="connsiteY34" fmla="*/ 1053037 h 1657420"/>
              <a:gd name="connsiteX35" fmla="*/ 5785786 w 9288370"/>
              <a:gd name="connsiteY35" fmla="*/ 1051213 h 1657420"/>
              <a:gd name="connsiteX36" fmla="*/ 5829381 w 9288370"/>
              <a:gd name="connsiteY36" fmla="*/ 1046878 h 1657420"/>
              <a:gd name="connsiteX37" fmla="*/ 5943596 w 9288370"/>
              <a:gd name="connsiteY37" fmla="*/ 1043237 h 1657420"/>
              <a:gd name="connsiteX38" fmla="*/ 5985730 w 9288370"/>
              <a:gd name="connsiteY38" fmla="*/ 1035396 h 1657420"/>
              <a:gd name="connsiteX39" fmla="*/ 6103109 w 9288370"/>
              <a:gd name="connsiteY39" fmla="*/ 1019019 h 1657420"/>
              <a:gd name="connsiteX40" fmla="*/ 6222406 w 9288370"/>
              <a:gd name="connsiteY40" fmla="*/ 985341 h 1657420"/>
              <a:gd name="connsiteX41" fmla="*/ 6598672 w 9288370"/>
              <a:gd name="connsiteY41" fmla="*/ 902062 h 1657420"/>
              <a:gd name="connsiteX42" fmla="*/ 6766149 w 9288370"/>
              <a:gd name="connsiteY42" fmla="*/ 846132 h 1657420"/>
              <a:gd name="connsiteX43" fmla="*/ 6886312 w 9288370"/>
              <a:gd name="connsiteY43" fmla="*/ 781877 h 1657420"/>
              <a:gd name="connsiteX44" fmla="*/ 7006457 w 9288370"/>
              <a:gd name="connsiteY44" fmla="*/ 699758 h 1657420"/>
              <a:gd name="connsiteX45" fmla="*/ 7231643 w 9288370"/>
              <a:gd name="connsiteY45" fmla="*/ 640778 h 1657420"/>
              <a:gd name="connsiteX46" fmla="*/ 7363123 w 9288370"/>
              <a:gd name="connsiteY46" fmla="*/ 593682 h 1657420"/>
              <a:gd name="connsiteX47" fmla="*/ 7588368 w 9288370"/>
              <a:gd name="connsiteY47" fmla="*/ 531129 h 1657420"/>
              <a:gd name="connsiteX48" fmla="*/ 7782741 w 9288370"/>
              <a:gd name="connsiteY48" fmla="*/ 455936 h 1657420"/>
              <a:gd name="connsiteX49" fmla="*/ 7952094 w 9288370"/>
              <a:gd name="connsiteY49" fmla="*/ 409302 h 1657420"/>
              <a:gd name="connsiteX50" fmla="*/ 8231938 w 9288370"/>
              <a:gd name="connsiteY50" fmla="*/ 259259 h 1657420"/>
              <a:gd name="connsiteX51" fmla="*/ 8428864 w 9288370"/>
              <a:gd name="connsiteY51" fmla="*/ 208471 h 1657420"/>
              <a:gd name="connsiteX52" fmla="*/ 8616510 w 9288370"/>
              <a:gd name="connsiteY52" fmla="*/ 161973 h 1657420"/>
              <a:gd name="connsiteX53" fmla="*/ 8826766 w 9288370"/>
              <a:gd name="connsiteY53" fmla="*/ 152111 h 1657420"/>
              <a:gd name="connsiteX54" fmla="*/ 8917647 w 9288370"/>
              <a:gd name="connsiteY54" fmla="*/ 112232 h 1657420"/>
              <a:gd name="connsiteX55" fmla="*/ 9182272 w 9288370"/>
              <a:gd name="connsiteY55" fmla="*/ 37171 h 1657420"/>
              <a:gd name="connsiteX56" fmla="*/ 9232990 w 9288370"/>
              <a:gd name="connsiteY56" fmla="*/ 24074 h 1657420"/>
              <a:gd name="connsiteX57" fmla="*/ 9288370 w 9288370"/>
              <a:gd name="connsiteY57" fmla="*/ 0 h 1657420"/>
              <a:gd name="connsiteX58" fmla="*/ 0 w 9288370"/>
              <a:gd name="connsiteY58" fmla="*/ 0 h 1657420"/>
              <a:gd name="connsiteX59" fmla="*/ 8158 w 9288370"/>
              <a:gd name="connsiteY59" fmla="*/ 1657420 h 165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288370" h="1657420">
                <a:moveTo>
                  <a:pt x="8158" y="1657420"/>
                </a:moveTo>
                <a:cubicBezTo>
                  <a:pt x="61478" y="1649348"/>
                  <a:pt x="284901" y="1645343"/>
                  <a:pt x="411216" y="1628370"/>
                </a:cubicBezTo>
                <a:cubicBezTo>
                  <a:pt x="480417" y="1633188"/>
                  <a:pt x="558470" y="1603899"/>
                  <a:pt x="766051" y="1569826"/>
                </a:cubicBezTo>
                <a:cubicBezTo>
                  <a:pt x="812488" y="1564422"/>
                  <a:pt x="953443" y="1560007"/>
                  <a:pt x="971617" y="1522494"/>
                </a:cubicBezTo>
                <a:cubicBezTo>
                  <a:pt x="1020161" y="1501878"/>
                  <a:pt x="1097347" y="1533665"/>
                  <a:pt x="1186668" y="1514737"/>
                </a:cubicBezTo>
                <a:lnTo>
                  <a:pt x="1339078" y="1494730"/>
                </a:lnTo>
                <a:lnTo>
                  <a:pt x="1488946" y="1508375"/>
                </a:lnTo>
                <a:lnTo>
                  <a:pt x="1604999" y="1513599"/>
                </a:lnTo>
                <a:lnTo>
                  <a:pt x="1717911" y="1497764"/>
                </a:lnTo>
                <a:cubicBezTo>
                  <a:pt x="1743422" y="1488490"/>
                  <a:pt x="1730257" y="1478974"/>
                  <a:pt x="1794234" y="1464331"/>
                </a:cubicBezTo>
                <a:cubicBezTo>
                  <a:pt x="1842539" y="1428781"/>
                  <a:pt x="1920661" y="1445458"/>
                  <a:pt x="2101780" y="1409907"/>
                </a:cubicBezTo>
                <a:cubicBezTo>
                  <a:pt x="2138594" y="1385934"/>
                  <a:pt x="2193900" y="1407074"/>
                  <a:pt x="2244830" y="1388540"/>
                </a:cubicBezTo>
                <a:cubicBezTo>
                  <a:pt x="2310706" y="1379336"/>
                  <a:pt x="2366733" y="1379060"/>
                  <a:pt x="2428648" y="1372736"/>
                </a:cubicBezTo>
                <a:cubicBezTo>
                  <a:pt x="2495490" y="1364975"/>
                  <a:pt x="2599421" y="1346234"/>
                  <a:pt x="2645882" y="1341971"/>
                </a:cubicBezTo>
                <a:cubicBezTo>
                  <a:pt x="2670920" y="1340537"/>
                  <a:pt x="2669117" y="1348484"/>
                  <a:pt x="2707413" y="1347156"/>
                </a:cubicBezTo>
                <a:cubicBezTo>
                  <a:pt x="2743721" y="1324535"/>
                  <a:pt x="2798213" y="1353269"/>
                  <a:pt x="2843134" y="1323561"/>
                </a:cubicBezTo>
                <a:cubicBezTo>
                  <a:pt x="2859865" y="1315298"/>
                  <a:pt x="2912970" y="1306041"/>
                  <a:pt x="2923804" y="1314224"/>
                </a:cubicBezTo>
                <a:cubicBezTo>
                  <a:pt x="2935040" y="1314339"/>
                  <a:pt x="2947659" y="1308371"/>
                  <a:pt x="2953618" y="1318186"/>
                </a:cubicBezTo>
                <a:cubicBezTo>
                  <a:pt x="2963089" y="1329568"/>
                  <a:pt x="3000111" y="1302355"/>
                  <a:pt x="2995816" y="1318670"/>
                </a:cubicBezTo>
                <a:cubicBezTo>
                  <a:pt x="3062330" y="1309669"/>
                  <a:pt x="3152963" y="1319665"/>
                  <a:pt x="3261550" y="1289117"/>
                </a:cubicBezTo>
                <a:lnTo>
                  <a:pt x="3409554" y="1258110"/>
                </a:lnTo>
                <a:cubicBezTo>
                  <a:pt x="3478041" y="1234777"/>
                  <a:pt x="3465895" y="1252355"/>
                  <a:pt x="3534382" y="1245916"/>
                </a:cubicBezTo>
                <a:cubicBezTo>
                  <a:pt x="3568027" y="1248143"/>
                  <a:pt x="3669967" y="1235157"/>
                  <a:pt x="3707853" y="1241722"/>
                </a:cubicBezTo>
                <a:cubicBezTo>
                  <a:pt x="3753776" y="1247777"/>
                  <a:pt x="3884527" y="1250073"/>
                  <a:pt x="3925616" y="1253751"/>
                </a:cubicBezTo>
                <a:cubicBezTo>
                  <a:pt x="3936659" y="1256176"/>
                  <a:pt x="3949946" y="1252887"/>
                  <a:pt x="3954387" y="1263789"/>
                </a:cubicBezTo>
                <a:cubicBezTo>
                  <a:pt x="3962052" y="1276954"/>
                  <a:pt x="4002445" y="1257743"/>
                  <a:pt x="3995849" y="1272939"/>
                </a:cubicBezTo>
                <a:cubicBezTo>
                  <a:pt x="4024501" y="1259800"/>
                  <a:pt x="4037687" y="1266099"/>
                  <a:pt x="4060534" y="1273326"/>
                </a:cubicBezTo>
                <a:cubicBezTo>
                  <a:pt x="4222834" y="1244527"/>
                  <a:pt x="4406167" y="1272716"/>
                  <a:pt x="4575478" y="1261726"/>
                </a:cubicBezTo>
                <a:lnTo>
                  <a:pt x="4650026" y="1265798"/>
                </a:lnTo>
                <a:lnTo>
                  <a:pt x="4792008" y="1243899"/>
                </a:lnTo>
                <a:cubicBezTo>
                  <a:pt x="4864797" y="1217989"/>
                  <a:pt x="4892960" y="1244893"/>
                  <a:pt x="4954126" y="1204617"/>
                </a:cubicBezTo>
                <a:cubicBezTo>
                  <a:pt x="5072643" y="1179171"/>
                  <a:pt x="5136253" y="1145277"/>
                  <a:pt x="5309678" y="1128278"/>
                </a:cubicBezTo>
                <a:cubicBezTo>
                  <a:pt x="5365406" y="1122815"/>
                  <a:pt x="5419708" y="1103537"/>
                  <a:pt x="5474724" y="1091167"/>
                </a:cubicBezTo>
                <a:lnTo>
                  <a:pt x="5612132" y="1051509"/>
                </a:lnTo>
                <a:cubicBezTo>
                  <a:pt x="5662448" y="1045154"/>
                  <a:pt x="5747676" y="1053086"/>
                  <a:pt x="5776618" y="1053037"/>
                </a:cubicBezTo>
                <a:lnTo>
                  <a:pt x="5785786" y="1051213"/>
                </a:lnTo>
                <a:lnTo>
                  <a:pt x="5829381" y="1046878"/>
                </a:lnTo>
                <a:cubicBezTo>
                  <a:pt x="5855683" y="1045549"/>
                  <a:pt x="5917537" y="1045151"/>
                  <a:pt x="5943596" y="1043237"/>
                </a:cubicBezTo>
                <a:cubicBezTo>
                  <a:pt x="5955032" y="1029831"/>
                  <a:pt x="5969545" y="1030469"/>
                  <a:pt x="5985730" y="1035396"/>
                </a:cubicBezTo>
                <a:cubicBezTo>
                  <a:pt x="6020901" y="1022497"/>
                  <a:pt x="6059962" y="1025742"/>
                  <a:pt x="6103109" y="1019019"/>
                </a:cubicBezTo>
                <a:cubicBezTo>
                  <a:pt x="6142495" y="996126"/>
                  <a:pt x="6176341" y="992625"/>
                  <a:pt x="6222406" y="985341"/>
                </a:cubicBezTo>
                <a:cubicBezTo>
                  <a:pt x="6305000" y="965848"/>
                  <a:pt x="6389790" y="916113"/>
                  <a:pt x="6598672" y="902062"/>
                </a:cubicBezTo>
                <a:cubicBezTo>
                  <a:pt x="6696217" y="878308"/>
                  <a:pt x="6705019" y="864412"/>
                  <a:pt x="6766149" y="846132"/>
                </a:cubicBezTo>
                <a:cubicBezTo>
                  <a:pt x="6751303" y="824906"/>
                  <a:pt x="6844288" y="800250"/>
                  <a:pt x="6886312" y="781877"/>
                </a:cubicBezTo>
                <a:cubicBezTo>
                  <a:pt x="6904346" y="796722"/>
                  <a:pt x="6974811" y="693660"/>
                  <a:pt x="7006457" y="699758"/>
                </a:cubicBezTo>
                <a:cubicBezTo>
                  <a:pt x="7015878" y="688760"/>
                  <a:pt x="7169942" y="678731"/>
                  <a:pt x="7231643" y="640778"/>
                </a:cubicBezTo>
                <a:cubicBezTo>
                  <a:pt x="7291087" y="623099"/>
                  <a:pt x="7308597" y="611957"/>
                  <a:pt x="7363123" y="593682"/>
                </a:cubicBezTo>
                <a:cubicBezTo>
                  <a:pt x="7401879" y="595559"/>
                  <a:pt x="7546060" y="516035"/>
                  <a:pt x="7588368" y="531129"/>
                </a:cubicBezTo>
                <a:cubicBezTo>
                  <a:pt x="7589802" y="511039"/>
                  <a:pt x="7775022" y="480542"/>
                  <a:pt x="7782741" y="455936"/>
                </a:cubicBezTo>
                <a:cubicBezTo>
                  <a:pt x="7843362" y="435631"/>
                  <a:pt x="7898455" y="431261"/>
                  <a:pt x="7952094" y="409302"/>
                </a:cubicBezTo>
                <a:cubicBezTo>
                  <a:pt x="8005733" y="387343"/>
                  <a:pt x="8146910" y="289023"/>
                  <a:pt x="8231938" y="259259"/>
                </a:cubicBezTo>
                <a:cubicBezTo>
                  <a:pt x="8305929" y="256630"/>
                  <a:pt x="8363222" y="225400"/>
                  <a:pt x="8428864" y="208471"/>
                </a:cubicBezTo>
                <a:cubicBezTo>
                  <a:pt x="8491413" y="192972"/>
                  <a:pt x="8456819" y="173248"/>
                  <a:pt x="8616510" y="161973"/>
                </a:cubicBezTo>
                <a:cubicBezTo>
                  <a:pt x="8658196" y="158015"/>
                  <a:pt x="8776576" y="160401"/>
                  <a:pt x="8826766" y="152111"/>
                </a:cubicBezTo>
                <a:lnTo>
                  <a:pt x="8917647" y="112232"/>
                </a:lnTo>
                <a:cubicBezTo>
                  <a:pt x="8976899" y="93075"/>
                  <a:pt x="9069756" y="89380"/>
                  <a:pt x="9182272" y="37171"/>
                </a:cubicBezTo>
                <a:cubicBezTo>
                  <a:pt x="9197307" y="35724"/>
                  <a:pt x="9214647" y="30863"/>
                  <a:pt x="9232990" y="24074"/>
                </a:cubicBezTo>
                <a:lnTo>
                  <a:pt x="9288370" y="0"/>
                </a:lnTo>
                <a:lnTo>
                  <a:pt x="0" y="0"/>
                </a:lnTo>
                <a:cubicBezTo>
                  <a:pt x="2719" y="557222"/>
                  <a:pt x="5439" y="1100198"/>
                  <a:pt x="8158" y="1657420"/>
                </a:cubicBezTo>
                <a:close/>
              </a:path>
            </a:pathLst>
          </a:custGeom>
          <a:blipFill>
            <a:blip r:embed="rId2"/>
            <a:tile tx="0" ty="0" sx="70000" sy="70000" flip="none" algn="tl"/>
          </a:blipFill>
          <a:ln w="12700" cap="flat" cmpd="sng" algn="ctr">
            <a:noFill/>
            <a:prstDash val="solid"/>
            <a:miter lim="800000"/>
          </a:ln>
          <a:effectLst>
            <a:innerShdw blurRad="63500" dist="12700" dir="54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7C5C025-DF05-7F21-E822-00AB02E6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85800"/>
            <a:ext cx="4559301" cy="1811740"/>
          </a:xfrm>
        </p:spPr>
        <p:txBody>
          <a:bodyPr anchor="ctr">
            <a:normAutofit/>
          </a:bodyPr>
          <a:lstStyle/>
          <a:p>
            <a:r>
              <a:rPr lang="it-IT" dirty="0"/>
              <a:t>FUNZIONAMENTO DELL’APP</a:t>
            </a:r>
          </a:p>
        </p:txBody>
      </p:sp>
      <p:sp>
        <p:nvSpPr>
          <p:cNvPr id="16" name="Segnaposto contenuto 15">
            <a:extLst>
              <a:ext uri="{FF2B5EF4-FFF2-40B4-BE49-F238E27FC236}">
                <a16:creationId xmlns:a16="http://schemas.microsoft.com/office/drawing/2014/main" id="{1FBC87D5-A831-1C33-3C20-23D303A34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8" y="2923749"/>
            <a:ext cx="4559301" cy="2552699"/>
          </a:xfrm>
        </p:spPr>
        <p:txBody>
          <a:bodyPr anchor="ctr">
            <a:normAutofit/>
          </a:bodyPr>
          <a:lstStyle/>
          <a:p>
            <a:r>
              <a:rPr lang="it-IT" dirty="0"/>
              <a:t>Contatore con massimo a 400mg</a:t>
            </a:r>
          </a:p>
          <a:p>
            <a:endParaRPr lang="it-IT" dirty="0"/>
          </a:p>
          <a:p>
            <a:r>
              <a:rPr lang="it-IT" dirty="0"/>
              <a:t>Interfaccia grafica intuitiva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D52A655-AB5A-10E3-C4F4-ED5026274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377433"/>
            <a:ext cx="4987686" cy="348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33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3087A4-E472-1909-C4FF-62F189AE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59" y="484228"/>
            <a:ext cx="9407905" cy="772668"/>
          </a:xfrm>
        </p:spPr>
        <p:txBody>
          <a:bodyPr/>
          <a:lstStyle/>
          <a:p>
            <a:r>
              <a:rPr lang="it-IT" dirty="0"/>
              <a:t>FUNZIONAMENTO DELL’APP</a:t>
            </a:r>
          </a:p>
        </p:txBody>
      </p:sp>
      <p:sp>
        <p:nvSpPr>
          <p:cNvPr id="6" name="Segnaposto contenuto 15">
            <a:extLst>
              <a:ext uri="{FF2B5EF4-FFF2-40B4-BE49-F238E27FC236}">
                <a16:creationId xmlns:a16="http://schemas.microsoft.com/office/drawing/2014/main" id="{847BE621-C84B-F2CB-DB6F-0088462F379D}"/>
              </a:ext>
            </a:extLst>
          </p:cNvPr>
          <p:cNvSpPr txBox="1">
            <a:spLocks/>
          </p:cNvSpPr>
          <p:nvPr/>
        </p:nvSpPr>
        <p:spPr>
          <a:xfrm>
            <a:off x="5112639" y="1980588"/>
            <a:ext cx="4559301" cy="372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onsolas" panose="020B0609020204030204" pitchFamily="49" charset="0"/>
              <a:buChar char="+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onsolas" panose="020B0609020204030204" pitchFamily="49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Tasti per l’aggiunta di bevande comuni</a:t>
            </a:r>
          </a:p>
          <a:p>
            <a:endParaRPr lang="it-IT" dirty="0"/>
          </a:p>
          <a:p>
            <a:r>
              <a:rPr lang="it-IT" dirty="0"/>
              <a:t>Tasto per l’aggiunta di un valore custom</a:t>
            </a:r>
          </a:p>
          <a:p>
            <a:endParaRPr lang="it-IT" dirty="0"/>
          </a:p>
          <a:p>
            <a:r>
              <a:rPr lang="it-IT" dirty="0"/>
              <a:t>Tasti per annullare l’ultima azione e resettare il contatore</a:t>
            </a:r>
          </a:p>
          <a:p>
            <a:endParaRPr lang="it-IT" dirty="0"/>
          </a:p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F7DA20B-5688-8C8E-0563-300816BAD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2099254"/>
            <a:ext cx="3795039" cy="265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26241"/>
      </p:ext>
    </p:extLst>
  </p:cSld>
  <p:clrMapOvr>
    <a:masterClrMapping/>
  </p:clrMapOvr>
</p:sld>
</file>

<file path=ppt/theme/theme1.xml><?xml version="1.0" encoding="utf-8"?>
<a:theme xmlns:a="http://schemas.openxmlformats.org/drawingml/2006/main" name="AfterhoursVTI">
  <a:themeElements>
    <a:clrScheme name="Afterhours">
      <a:dk1>
        <a:sysClr val="windowText" lastClr="000000"/>
      </a:dk1>
      <a:lt1>
        <a:srgbClr val="FFFFFF"/>
      </a:lt1>
      <a:dk2>
        <a:srgbClr val="2D3122"/>
      </a:dk2>
      <a:lt2>
        <a:srgbClr val="F3F2EE"/>
      </a:lt2>
      <a:accent1>
        <a:srgbClr val="31AEC4"/>
      </a:accent1>
      <a:accent2>
        <a:srgbClr val="3163BD"/>
      </a:accent2>
      <a:accent3>
        <a:srgbClr val="5E854F"/>
      </a:accent3>
      <a:accent4>
        <a:srgbClr val="34B66C"/>
      </a:accent4>
      <a:accent5>
        <a:srgbClr val="CD2929"/>
      </a:accent5>
      <a:accent6>
        <a:srgbClr val="6946C8"/>
      </a:accent6>
      <a:hlink>
        <a:srgbClr val="0678EA"/>
      </a:hlink>
      <a:folHlink>
        <a:srgbClr val="B65887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terhoursVTI" id="{90A150B1-9C08-42C7-B4E0-C1D732064FA1}" vid="{A6104589-8A83-4A64-B7F1-AAF946A405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53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Consolas</vt:lpstr>
      <vt:lpstr>Franklin Gothic Heavy</vt:lpstr>
      <vt:lpstr>AfterhoursVTI</vt:lpstr>
      <vt:lpstr>CAFFEINE  COUNTER</vt:lpstr>
      <vt:lpstr>FUNZIONAMENTO DELL’APP</vt:lpstr>
      <vt:lpstr>FUNZIONAMENTO DELL’APP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Warcy ⠀</dc:creator>
  <cp:lastModifiedBy>Warcy ⠀</cp:lastModifiedBy>
  <cp:revision>2</cp:revision>
  <dcterms:created xsi:type="dcterms:W3CDTF">2026-06-23T10:37:31Z</dcterms:created>
  <dcterms:modified xsi:type="dcterms:W3CDTF">2026-06-30T14:50:40Z</dcterms:modified>
</cp:coreProperties>
</file>